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872" r:id="rId5"/>
    <p:sldMasterId id="2147483708" r:id="rId6"/>
    <p:sldMasterId id="2147483845" r:id="rId7"/>
  </p:sldMasterIdLst>
  <p:notesMasterIdLst>
    <p:notesMasterId r:id="rId31"/>
  </p:notesMasterIdLst>
  <p:handoutMasterIdLst>
    <p:handoutMasterId r:id="rId32"/>
  </p:handoutMasterIdLst>
  <p:sldIdLst>
    <p:sldId id="352" r:id="rId8"/>
    <p:sldId id="375" r:id="rId9"/>
    <p:sldId id="389" r:id="rId10"/>
    <p:sldId id="401" r:id="rId11"/>
    <p:sldId id="393" r:id="rId12"/>
    <p:sldId id="395" r:id="rId13"/>
    <p:sldId id="394" r:id="rId14"/>
    <p:sldId id="396" r:id="rId15"/>
    <p:sldId id="397" r:id="rId16"/>
    <p:sldId id="399" r:id="rId17"/>
    <p:sldId id="379" r:id="rId18"/>
    <p:sldId id="372" r:id="rId19"/>
    <p:sldId id="374" r:id="rId20"/>
    <p:sldId id="380" r:id="rId21"/>
    <p:sldId id="383" r:id="rId22"/>
    <p:sldId id="391" r:id="rId23"/>
    <p:sldId id="384" r:id="rId24"/>
    <p:sldId id="387" r:id="rId25"/>
    <p:sldId id="385" r:id="rId26"/>
    <p:sldId id="386" r:id="rId27"/>
    <p:sldId id="381" r:id="rId28"/>
    <p:sldId id="400" r:id="rId29"/>
    <p:sldId id="382" r:id="rId30"/>
  </p:sldIdLst>
  <p:sldSz cx="12192000" cy="6858000"/>
  <p:notesSz cx="6858000" cy="9144000"/>
  <p:embeddedFontLst>
    <p:embeddedFont>
      <p:font typeface="Cambria Math" panose="02040503050406030204" pitchFamily="18" charset="0"/>
      <p:regular r:id="rId33"/>
    </p:embeddedFont>
    <p:embeddedFont>
      <p:font typeface="Inter" panose="020B0502030000000004" pitchFamily="34" charset="0"/>
      <p:regular r:id="rId34"/>
      <p:bold r:id="rId35"/>
      <p:italic r:id="rId36"/>
      <p:boldItalic r:id="rId37"/>
    </p:embeddedFont>
    <p:embeddedFont>
      <p:font typeface="Inter SemiBold" panose="020B0502030000000004" pitchFamily="34" charset="0"/>
      <p:bold r:id="rId38"/>
    </p:embeddedFont>
  </p:embeddedFontLst>
  <p:defaultTextStyle>
    <a:defPPr>
      <a:defRPr lang="en-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133C"/>
    <a:srgbClr val="F9EA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0F6978-362A-1E90-F1DD-6332CF9D1E91}" v="1888" dt="2026-03-12T12:52:38.254"/>
    <p1510:client id="{96FAAC91-C11E-10D1-819A-9D71D9C08DB9}" v="13" dt="2026-03-12T14:36:52.432"/>
    <p1510:client id="{DD00C25E-3BC7-4F8F-81A1-518BCF3F1785}" v="235" dt="2026-03-12T14:07:02.7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presProps" Target="presProps.xml"/><Relationship Id="rId21" Type="http://schemas.openxmlformats.org/officeDocument/2006/relationships/slide" Target="slides/slide14.xml"/><Relationship Id="rId34" Type="http://schemas.openxmlformats.org/officeDocument/2006/relationships/font" Target="fonts/font2.fntdata"/><Relationship Id="rId42" Type="http://schemas.openxmlformats.org/officeDocument/2006/relationships/tableStyles" Target="tableStyles.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font" Target="fonts/font4.fntdata"/><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font" Target="fonts/font3.fntdata"/><Relationship Id="rId43" Type="http://schemas.microsoft.com/office/2015/10/relationships/revisionInfo" Target="revisionInfo.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font" Target="fonts/font1.fntdata"/><Relationship Id="rId38" Type="http://schemas.openxmlformats.org/officeDocument/2006/relationships/font" Target="fonts/font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2AD9DE-1F29-5C41-8E32-770DE9D852E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O" sz="1000"/>
          </a:p>
        </p:txBody>
      </p:sp>
      <p:sp>
        <p:nvSpPr>
          <p:cNvPr id="3" name="Date Placeholder 2">
            <a:extLst>
              <a:ext uri="{FF2B5EF4-FFF2-40B4-BE49-F238E27FC236}">
                <a16:creationId xmlns:a16="http://schemas.microsoft.com/office/drawing/2014/main" id="{6E5A1136-FFFC-9944-93C0-5A1285B48D9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7F9BF96-3AA1-B643-8D1B-55251D8BAECC}" type="datetimeFigureOut">
              <a:rPr lang="en-NO" sz="1000" smtClean="0"/>
              <a:t>03/13/2026</a:t>
            </a:fld>
            <a:endParaRPr lang="en-NO" sz="1000"/>
          </a:p>
        </p:txBody>
      </p:sp>
      <p:sp>
        <p:nvSpPr>
          <p:cNvPr id="4" name="Footer Placeholder 3">
            <a:extLst>
              <a:ext uri="{FF2B5EF4-FFF2-40B4-BE49-F238E27FC236}">
                <a16:creationId xmlns:a16="http://schemas.microsoft.com/office/drawing/2014/main" id="{2ACC181C-215C-744D-9A97-A8A751A21D1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NO" sz="1000"/>
          </a:p>
        </p:txBody>
      </p:sp>
      <p:sp>
        <p:nvSpPr>
          <p:cNvPr id="5" name="Slide Number Placeholder 4">
            <a:extLst>
              <a:ext uri="{FF2B5EF4-FFF2-40B4-BE49-F238E27FC236}">
                <a16:creationId xmlns:a16="http://schemas.microsoft.com/office/drawing/2014/main" id="{96190984-8444-B74D-BA5A-D0E09AE88C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9199C76-E51B-F447-9A9F-482D9FFE1C50}" type="slidenum">
              <a:rPr lang="en-NO" sz="1000" smtClean="0"/>
              <a:t>‹#›</a:t>
            </a:fld>
            <a:endParaRPr lang="en-NO" sz="1000"/>
          </a:p>
        </p:txBody>
      </p:sp>
    </p:spTree>
    <p:extLst>
      <p:ext uri="{BB962C8B-B14F-4D97-AF65-F5344CB8AC3E}">
        <p14:creationId xmlns:p14="http://schemas.microsoft.com/office/powerpoint/2010/main" val="1378754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0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000"/>
            </a:lvl1pPr>
          </a:lstStyle>
          <a:p>
            <a:fld id="{5CAD244F-7093-42B7-9078-BDE2FF42C4CC}" type="datetimeFigureOut">
              <a:rPr lang="en-US" smtClean="0"/>
              <a:pPr/>
              <a:t>3/13/2026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0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000"/>
            </a:lvl1pPr>
          </a:lstStyle>
          <a:p>
            <a:fld id="{CD4FD609-AC37-4350-99D2-8A26A41D90F0}" type="slidenum">
              <a:rPr lang="en-US" smtClean="0"/>
              <a:pPr/>
              <a:t>‹#›</a:t>
            </a:fld>
            <a:endParaRPr lang="en-US"/>
          </a:p>
        </p:txBody>
      </p:sp>
    </p:spTree>
    <p:extLst>
      <p:ext uri="{BB962C8B-B14F-4D97-AF65-F5344CB8AC3E}">
        <p14:creationId xmlns:p14="http://schemas.microsoft.com/office/powerpoint/2010/main" val="785941199"/>
      </p:ext>
    </p:extLst>
  </p:cSld>
  <p:clrMap bg1="lt1" tx1="dk1" bg2="lt2" tx2="dk2" accent1="accent1" accent2="accent2" accent3="accent3" accent4="accent4" accent5="accent5" accent6="accent6" hlink="hlink" folHlink="folHlink"/>
  <p:notesStyle>
    <a:lvl1pPr marL="171450" indent="-171450" algn="l" defTabSz="914400" rtl="0" eaLnBrk="1" latinLnBrk="0" hangingPunct="1">
      <a:buFont typeface="Arial" panose="020B0604020202020204" pitchFamily="34" charset="0"/>
      <a:buChar char="•"/>
      <a:defRPr sz="1000" kern="1200">
        <a:solidFill>
          <a:schemeClr val="tx1"/>
        </a:solidFill>
        <a:latin typeface="+mn-lt"/>
        <a:ea typeface="+mn-ea"/>
        <a:cs typeface="+mn-cs"/>
      </a:defRPr>
    </a:lvl1pPr>
    <a:lvl2pPr marL="628650" indent="-171450" algn="l" defTabSz="914400" rtl="0" eaLnBrk="1" latinLnBrk="0" hangingPunct="1">
      <a:buFont typeface="Arial" panose="020B0604020202020204" pitchFamily="34" charset="0"/>
      <a:buChar char="•"/>
      <a:defRPr sz="1000" kern="1200">
        <a:solidFill>
          <a:schemeClr val="tx1"/>
        </a:solidFill>
        <a:latin typeface="+mn-lt"/>
        <a:ea typeface="+mn-ea"/>
        <a:cs typeface="+mn-cs"/>
      </a:defRPr>
    </a:lvl2pPr>
    <a:lvl3pPr marL="1085850" indent="-171450" algn="l" defTabSz="914400" rtl="0" eaLnBrk="1" latinLnBrk="0" hangingPunct="1">
      <a:buFont typeface="Arial" panose="020B0604020202020204" pitchFamily="34" charset="0"/>
      <a:buChar char="•"/>
      <a:defRPr sz="1000" kern="1200">
        <a:solidFill>
          <a:schemeClr val="tx1"/>
        </a:solidFill>
        <a:latin typeface="+mn-lt"/>
        <a:ea typeface="+mn-ea"/>
        <a:cs typeface="+mn-cs"/>
      </a:defRPr>
    </a:lvl3pPr>
    <a:lvl4pPr marL="1543050" indent="-171450" algn="l" defTabSz="914400" rtl="0" eaLnBrk="1" latinLnBrk="0" hangingPunct="1">
      <a:buFont typeface="Arial" panose="020B0604020202020204" pitchFamily="34" charset="0"/>
      <a:buChar char="•"/>
      <a:defRPr sz="1000" kern="1200">
        <a:solidFill>
          <a:schemeClr val="tx1"/>
        </a:solidFill>
        <a:latin typeface="+mn-lt"/>
        <a:ea typeface="+mn-ea"/>
        <a:cs typeface="+mn-cs"/>
      </a:defRPr>
    </a:lvl4pPr>
    <a:lvl5pPr marL="2000250" indent="-171450" algn="l" defTabSz="914400" rtl="0" eaLnBrk="1" latinLnBrk="0" hangingPunct="1">
      <a:buFont typeface="Arial" panose="020B0604020202020204" pitchFamily="34" charset="0"/>
      <a:buChar char="•"/>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4FD609-AC37-4350-99D2-8A26A41D90F0}" type="slidenum">
              <a:rPr lang="en-US" smtClean="0"/>
              <a:pPr/>
              <a:t>1</a:t>
            </a:fld>
            <a:endParaRPr lang="en-US"/>
          </a:p>
        </p:txBody>
      </p:sp>
    </p:spTree>
    <p:extLst>
      <p:ext uri="{BB962C8B-B14F-4D97-AF65-F5344CB8AC3E}">
        <p14:creationId xmlns:p14="http://schemas.microsoft.com/office/powerpoint/2010/main" val="672209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D4FD609-AC37-4350-99D2-8A26A41D90F0}" type="slidenum">
              <a:rPr lang="en-US" smtClean="0"/>
              <a:pPr/>
              <a:t>2</a:t>
            </a:fld>
            <a:endParaRPr lang="en-US"/>
          </a:p>
        </p:txBody>
      </p:sp>
    </p:spTree>
    <p:extLst>
      <p:ext uri="{BB962C8B-B14F-4D97-AF65-F5344CB8AC3E}">
        <p14:creationId xmlns:p14="http://schemas.microsoft.com/office/powerpoint/2010/main" val="457304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D4FD609-AC37-4350-99D2-8A26A41D90F0}" type="slidenum">
              <a:rPr lang="en-US" smtClean="0"/>
              <a:pPr/>
              <a:t>12</a:t>
            </a:fld>
            <a:endParaRPr lang="en-US"/>
          </a:p>
        </p:txBody>
      </p:sp>
    </p:spTree>
    <p:extLst>
      <p:ext uri="{BB962C8B-B14F-4D97-AF65-F5344CB8AC3E}">
        <p14:creationId xmlns:p14="http://schemas.microsoft.com/office/powerpoint/2010/main" val="2916758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Forside alternativ 1">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2889BDD-A5DA-449C-9F32-411F60AB59E7}"/>
              </a:ext>
            </a:extLst>
          </p:cNvPr>
          <p:cNvSpPr/>
          <p:nvPr userDrawn="1"/>
        </p:nvSpPr>
        <p:spPr>
          <a:xfrm>
            <a:off x="6614160" y="0"/>
            <a:ext cx="557784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en-US" sz="1600">
              <a:solidFill>
                <a:schemeClr val="tx1"/>
              </a:solidFill>
            </a:endParaRPr>
          </a:p>
        </p:txBody>
      </p:sp>
      <p:sp>
        <p:nvSpPr>
          <p:cNvPr id="22" name="Rectangle 21">
            <a:extLst>
              <a:ext uri="{FF2B5EF4-FFF2-40B4-BE49-F238E27FC236}">
                <a16:creationId xmlns:a16="http://schemas.microsoft.com/office/drawing/2014/main" id="{0F1DB9A8-CFC3-43D6-97EF-9821CEC4EB86}"/>
              </a:ext>
            </a:extLst>
          </p:cNvPr>
          <p:cNvSpPr/>
          <p:nvPr userDrawn="1"/>
        </p:nvSpPr>
        <p:spPr>
          <a:xfrm>
            <a:off x="7394606" y="2098115"/>
            <a:ext cx="3504111" cy="149134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en-US" sz="1600">
              <a:solidFill>
                <a:schemeClr val="tx1"/>
              </a:solidFill>
            </a:endParaRPr>
          </a:p>
        </p:txBody>
      </p:sp>
      <p:sp>
        <p:nvSpPr>
          <p:cNvPr id="2" name="Title 1">
            <a:extLst>
              <a:ext uri="{FF2B5EF4-FFF2-40B4-BE49-F238E27FC236}">
                <a16:creationId xmlns:a16="http://schemas.microsoft.com/office/drawing/2014/main" id="{F54A5564-B0D4-4D90-A4B6-A0C3339E8668}"/>
              </a:ext>
            </a:extLst>
          </p:cNvPr>
          <p:cNvSpPr>
            <a:spLocks noGrp="1"/>
          </p:cNvSpPr>
          <p:nvPr>
            <p:ph type="title"/>
          </p:nvPr>
        </p:nvSpPr>
        <p:spPr>
          <a:xfrm>
            <a:off x="839788" y="2097088"/>
            <a:ext cx="4932362" cy="1735772"/>
          </a:xfrm>
        </p:spPr>
        <p:txBody>
          <a:bodyPr anchor="t">
            <a:normAutofit/>
          </a:bodyPr>
          <a:lstStyle>
            <a:lvl1pPr>
              <a:defRPr cap="all" baseline="0">
                <a:solidFill>
                  <a:schemeClr val="tx2"/>
                </a:solidFill>
              </a:defRPr>
            </a:lvl1pPr>
          </a:lstStyle>
          <a:p>
            <a:r>
              <a:rPr lang="en-US" noProof="0"/>
              <a:t>Click to edit Master title style</a:t>
            </a:r>
            <a:endParaRPr lang="nb-NO" noProof="0"/>
          </a:p>
        </p:txBody>
      </p:sp>
      <p:grpSp>
        <p:nvGrpSpPr>
          <p:cNvPr id="15" name="Group 14">
            <a:extLst>
              <a:ext uri="{FF2B5EF4-FFF2-40B4-BE49-F238E27FC236}">
                <a16:creationId xmlns:a16="http://schemas.microsoft.com/office/drawing/2014/main" id="{3289A2E8-3D65-441A-A338-504F33981BA4}"/>
              </a:ext>
            </a:extLst>
          </p:cNvPr>
          <p:cNvGrpSpPr/>
          <p:nvPr userDrawn="1"/>
        </p:nvGrpSpPr>
        <p:grpSpPr>
          <a:xfrm rot="5400000">
            <a:off x="8863209" y="1651018"/>
            <a:ext cx="580592" cy="2334362"/>
            <a:chOff x="11870514" y="244569"/>
            <a:chExt cx="151518" cy="609202"/>
          </a:xfrm>
        </p:grpSpPr>
        <p:sp>
          <p:nvSpPr>
            <p:cNvPr id="16" name="Freeform: Shape 15">
              <a:extLst>
                <a:ext uri="{FF2B5EF4-FFF2-40B4-BE49-F238E27FC236}">
                  <a16:creationId xmlns:a16="http://schemas.microsoft.com/office/drawing/2014/main" id="{5402AC29-8A61-4CA4-8CB8-4BC3EC56A3B9}"/>
                </a:ext>
              </a:extLst>
            </p:cNvPr>
            <p:cNvSpPr/>
            <p:nvPr/>
          </p:nvSpPr>
          <p:spPr>
            <a:xfrm rot="16200000">
              <a:off x="11641672" y="473411"/>
              <a:ext cx="609202" cy="151518"/>
            </a:xfrm>
            <a:custGeom>
              <a:avLst/>
              <a:gdLst>
                <a:gd name="connsiteX0" fmla="*/ 413946 w 609202"/>
                <a:gd name="connsiteY0" fmla="*/ 49664 h 151518"/>
                <a:gd name="connsiteX1" fmla="*/ 384494 w 609202"/>
                <a:gd name="connsiteY1" fmla="*/ 125217 h 151518"/>
                <a:gd name="connsiteX2" fmla="*/ 354820 w 609202"/>
                <a:gd name="connsiteY2" fmla="*/ 49664 h 151518"/>
                <a:gd name="connsiteX3" fmla="*/ 331666 w 609202"/>
                <a:gd name="connsiteY3" fmla="*/ 49664 h 151518"/>
                <a:gd name="connsiteX4" fmla="*/ 372910 w 609202"/>
                <a:gd name="connsiteY4" fmla="*/ 147314 h 151518"/>
                <a:gd name="connsiteX5" fmla="*/ 393955 w 609202"/>
                <a:gd name="connsiteY5" fmla="*/ 147314 h 151518"/>
                <a:gd name="connsiteX6" fmla="*/ 435214 w 609202"/>
                <a:gd name="connsiteY6" fmla="*/ 49665 h 151518"/>
                <a:gd name="connsiteX7" fmla="*/ 297359 w 609202"/>
                <a:gd name="connsiteY7" fmla="*/ 49664 h 151518"/>
                <a:gd name="connsiteX8" fmla="*/ 297359 w 609202"/>
                <a:gd name="connsiteY8" fmla="*/ 101215 h 151518"/>
                <a:gd name="connsiteX9" fmla="*/ 272528 w 609202"/>
                <a:gd name="connsiteY9" fmla="*/ 130474 h 151518"/>
                <a:gd name="connsiteX10" fmla="*/ 247695 w 609202"/>
                <a:gd name="connsiteY10" fmla="*/ 101215 h 151518"/>
                <a:gd name="connsiteX11" fmla="*/ 247695 w 609202"/>
                <a:gd name="connsiteY11" fmla="*/ 49664 h 151518"/>
                <a:gd name="connsiteX12" fmla="*/ 227067 w 609202"/>
                <a:gd name="connsiteY12" fmla="*/ 49664 h 151518"/>
                <a:gd name="connsiteX13" fmla="*/ 227067 w 609202"/>
                <a:gd name="connsiteY13" fmla="*/ 102060 h 151518"/>
                <a:gd name="connsiteX14" fmla="*/ 272528 w 609202"/>
                <a:gd name="connsiteY14" fmla="*/ 149408 h 151518"/>
                <a:gd name="connsiteX15" fmla="*/ 317989 w 609202"/>
                <a:gd name="connsiteY15" fmla="*/ 102060 h 151518"/>
                <a:gd name="connsiteX16" fmla="*/ 317989 w 609202"/>
                <a:gd name="connsiteY16" fmla="*/ 49664 h 151518"/>
                <a:gd name="connsiteX17" fmla="*/ 162877 w 609202"/>
                <a:gd name="connsiteY17" fmla="*/ 47347 h 151518"/>
                <a:gd name="connsiteX18" fmla="*/ 140599 w 609202"/>
                <a:gd name="connsiteY18" fmla="*/ 52442 h 151518"/>
                <a:gd name="connsiteX19" fmla="*/ 112797 w 609202"/>
                <a:gd name="connsiteY19" fmla="*/ 97428 h 151518"/>
                <a:gd name="connsiteX20" fmla="*/ 156150 w 609202"/>
                <a:gd name="connsiteY20" fmla="*/ 151519 h 151518"/>
                <a:gd name="connsiteX21" fmla="*/ 168567 w 609202"/>
                <a:gd name="connsiteY21" fmla="*/ 144568 h 151518"/>
                <a:gd name="connsiteX22" fmla="*/ 197603 w 609202"/>
                <a:gd name="connsiteY22" fmla="*/ 119528 h 151518"/>
                <a:gd name="connsiteX23" fmla="*/ 212335 w 609202"/>
                <a:gd name="connsiteY23" fmla="*/ 96596 h 151518"/>
                <a:gd name="connsiteX24" fmla="*/ 162879 w 609202"/>
                <a:gd name="connsiteY24" fmla="*/ 47348 h 151518"/>
                <a:gd name="connsiteX25" fmla="*/ 184768 w 609202"/>
                <a:gd name="connsiteY25" fmla="*/ 112799 h 151518"/>
                <a:gd name="connsiteX26" fmla="*/ 168567 w 609202"/>
                <a:gd name="connsiteY26" fmla="*/ 129419 h 151518"/>
                <a:gd name="connsiteX27" fmla="*/ 161200 w 609202"/>
                <a:gd name="connsiteY27" fmla="*/ 133844 h 151518"/>
                <a:gd name="connsiteX28" fmla="*/ 132373 w 609202"/>
                <a:gd name="connsiteY28" fmla="*/ 100591 h 151518"/>
                <a:gd name="connsiteX29" fmla="*/ 162671 w 609202"/>
                <a:gd name="connsiteY29" fmla="*/ 70070 h 151518"/>
                <a:gd name="connsiteX30" fmla="*/ 192557 w 609202"/>
                <a:gd name="connsiteY30" fmla="*/ 100182 h 151518"/>
                <a:gd name="connsiteX31" fmla="*/ 192557 w 609202"/>
                <a:gd name="connsiteY31" fmla="*/ 100182 h 151518"/>
                <a:gd name="connsiteX32" fmla="*/ 192553 w 609202"/>
                <a:gd name="connsiteY32" fmla="*/ 100589 h 151518"/>
                <a:gd name="connsiteX33" fmla="*/ 184772 w 609202"/>
                <a:gd name="connsiteY33" fmla="*/ 112797 h 151518"/>
                <a:gd name="connsiteX34" fmla="*/ 51342 w 609202"/>
                <a:gd name="connsiteY34" fmla="*/ 47347 h 151518"/>
                <a:gd name="connsiteX35" fmla="*/ 20198 w 609202"/>
                <a:gd name="connsiteY35" fmla="*/ 59555 h 151518"/>
                <a:gd name="connsiteX36" fmla="*/ 19991 w 609202"/>
                <a:gd name="connsiteY36" fmla="*/ 0 h 151518"/>
                <a:gd name="connsiteX37" fmla="*/ 0 w 609202"/>
                <a:gd name="connsiteY37" fmla="*/ 0 h 151518"/>
                <a:gd name="connsiteX38" fmla="*/ 0 w 609202"/>
                <a:gd name="connsiteY38" fmla="*/ 147315 h 151518"/>
                <a:gd name="connsiteX39" fmla="*/ 20630 w 609202"/>
                <a:gd name="connsiteY39" fmla="*/ 147315 h 151518"/>
                <a:gd name="connsiteX40" fmla="*/ 20630 w 609202"/>
                <a:gd name="connsiteY40" fmla="*/ 137422 h 151518"/>
                <a:gd name="connsiteX41" fmla="*/ 51344 w 609202"/>
                <a:gd name="connsiteY41" fmla="*/ 149200 h 151518"/>
                <a:gd name="connsiteX42" fmla="*/ 100175 w 609202"/>
                <a:gd name="connsiteY42" fmla="*/ 98273 h 151518"/>
                <a:gd name="connsiteX43" fmla="*/ 51342 w 609202"/>
                <a:gd name="connsiteY43" fmla="*/ 47347 h 151518"/>
                <a:gd name="connsiteX44" fmla="*/ 49664 w 609202"/>
                <a:gd name="connsiteY44" fmla="*/ 130266 h 151518"/>
                <a:gd name="connsiteX45" fmla="*/ 20198 w 609202"/>
                <a:gd name="connsiteY45" fmla="*/ 98275 h 151518"/>
                <a:gd name="connsiteX46" fmla="*/ 49664 w 609202"/>
                <a:gd name="connsiteY46" fmla="*/ 66284 h 151518"/>
                <a:gd name="connsiteX47" fmla="*/ 79131 w 609202"/>
                <a:gd name="connsiteY47" fmla="*/ 98276 h 151518"/>
                <a:gd name="connsiteX48" fmla="*/ 49662 w 609202"/>
                <a:gd name="connsiteY48" fmla="*/ 130264 h 151518"/>
                <a:gd name="connsiteX49" fmla="*/ 609203 w 609202"/>
                <a:gd name="connsiteY49" fmla="*/ 49664 h 151518"/>
                <a:gd name="connsiteX50" fmla="*/ 579321 w 609202"/>
                <a:gd name="connsiteY50" fmla="*/ 49664 h 151518"/>
                <a:gd name="connsiteX51" fmla="*/ 579099 w 609202"/>
                <a:gd name="connsiteY51" fmla="*/ 0 h 151518"/>
                <a:gd name="connsiteX52" fmla="*/ 559107 w 609202"/>
                <a:gd name="connsiteY52" fmla="*/ 0 h 151518"/>
                <a:gd name="connsiteX53" fmla="*/ 559107 w 609202"/>
                <a:gd name="connsiteY53" fmla="*/ 49664 h 151518"/>
                <a:gd name="connsiteX54" fmla="*/ 545369 w 609202"/>
                <a:gd name="connsiteY54" fmla="*/ 49664 h 151518"/>
                <a:gd name="connsiteX55" fmla="*/ 545369 w 609202"/>
                <a:gd name="connsiteY55" fmla="*/ 67545 h 151518"/>
                <a:gd name="connsiteX56" fmla="*/ 559107 w 609202"/>
                <a:gd name="connsiteY56" fmla="*/ 67545 h 151518"/>
                <a:gd name="connsiteX57" fmla="*/ 559107 w 609202"/>
                <a:gd name="connsiteY57" fmla="*/ 147314 h 151518"/>
                <a:gd name="connsiteX58" fmla="*/ 579529 w 609202"/>
                <a:gd name="connsiteY58" fmla="*/ 147314 h 151518"/>
                <a:gd name="connsiteX59" fmla="*/ 579321 w 609202"/>
                <a:gd name="connsiteY59" fmla="*/ 67545 h 151518"/>
                <a:gd name="connsiteX60" fmla="*/ 609203 w 609202"/>
                <a:gd name="connsiteY60" fmla="*/ 67545 h 15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9202" h="151518">
                  <a:moveTo>
                    <a:pt x="413946" y="49664"/>
                  </a:moveTo>
                  <a:lnTo>
                    <a:pt x="384494" y="125217"/>
                  </a:lnTo>
                  <a:lnTo>
                    <a:pt x="354820" y="49664"/>
                  </a:lnTo>
                  <a:lnTo>
                    <a:pt x="331666" y="49664"/>
                  </a:lnTo>
                  <a:lnTo>
                    <a:pt x="372910" y="147314"/>
                  </a:lnTo>
                  <a:lnTo>
                    <a:pt x="393955" y="147314"/>
                  </a:lnTo>
                  <a:lnTo>
                    <a:pt x="435214" y="49665"/>
                  </a:lnTo>
                  <a:close/>
                  <a:moveTo>
                    <a:pt x="297359" y="49664"/>
                  </a:moveTo>
                  <a:lnTo>
                    <a:pt x="297359" y="101215"/>
                  </a:lnTo>
                  <a:cubicBezTo>
                    <a:pt x="297359" y="119735"/>
                    <a:pt x="288314" y="130474"/>
                    <a:pt x="272528" y="130474"/>
                  </a:cubicBezTo>
                  <a:cubicBezTo>
                    <a:pt x="256742" y="130474"/>
                    <a:pt x="247695" y="119735"/>
                    <a:pt x="247695" y="101215"/>
                  </a:cubicBezTo>
                  <a:lnTo>
                    <a:pt x="247695" y="49664"/>
                  </a:lnTo>
                  <a:lnTo>
                    <a:pt x="227067" y="49664"/>
                  </a:lnTo>
                  <a:lnTo>
                    <a:pt x="227067" y="102060"/>
                  </a:lnTo>
                  <a:cubicBezTo>
                    <a:pt x="227067" y="131111"/>
                    <a:pt x="244533" y="149408"/>
                    <a:pt x="272528" y="149408"/>
                  </a:cubicBezTo>
                  <a:cubicBezTo>
                    <a:pt x="300523" y="149408"/>
                    <a:pt x="317989" y="131111"/>
                    <a:pt x="317989" y="102060"/>
                  </a:cubicBezTo>
                  <a:lnTo>
                    <a:pt x="317989" y="49664"/>
                  </a:lnTo>
                  <a:close/>
                  <a:moveTo>
                    <a:pt x="162877" y="47347"/>
                  </a:moveTo>
                  <a:cubicBezTo>
                    <a:pt x="155160" y="47330"/>
                    <a:pt x="147541" y="49072"/>
                    <a:pt x="140599" y="52442"/>
                  </a:cubicBezTo>
                  <a:cubicBezTo>
                    <a:pt x="123437" y="60827"/>
                    <a:pt x="112621" y="78328"/>
                    <a:pt x="112797" y="97428"/>
                  </a:cubicBezTo>
                  <a:cubicBezTo>
                    <a:pt x="112797" y="122482"/>
                    <a:pt x="136159" y="151519"/>
                    <a:pt x="156150" y="151519"/>
                  </a:cubicBezTo>
                  <a:cubicBezTo>
                    <a:pt x="161205" y="151479"/>
                    <a:pt x="165890" y="148857"/>
                    <a:pt x="168567" y="144568"/>
                  </a:cubicBezTo>
                  <a:cubicBezTo>
                    <a:pt x="176781" y="132150"/>
                    <a:pt x="185200" y="125009"/>
                    <a:pt x="197603" y="119528"/>
                  </a:cubicBezTo>
                  <a:cubicBezTo>
                    <a:pt x="209187" y="114478"/>
                    <a:pt x="212335" y="109428"/>
                    <a:pt x="212335" y="96596"/>
                  </a:cubicBezTo>
                  <a:cubicBezTo>
                    <a:pt x="212335" y="68809"/>
                    <a:pt x="190667" y="47348"/>
                    <a:pt x="162879" y="47348"/>
                  </a:cubicBezTo>
                  <a:close/>
                  <a:moveTo>
                    <a:pt x="184768" y="112799"/>
                  </a:moveTo>
                  <a:cubicBezTo>
                    <a:pt x="176348" y="118057"/>
                    <a:pt x="171938" y="122483"/>
                    <a:pt x="168567" y="129419"/>
                  </a:cubicBezTo>
                  <a:cubicBezTo>
                    <a:pt x="167173" y="132194"/>
                    <a:pt x="164305" y="133917"/>
                    <a:pt x="161200" y="133844"/>
                  </a:cubicBezTo>
                  <a:cubicBezTo>
                    <a:pt x="147729" y="133844"/>
                    <a:pt x="132373" y="116156"/>
                    <a:pt x="132373" y="100591"/>
                  </a:cubicBezTo>
                  <a:cubicBezTo>
                    <a:pt x="132373" y="83125"/>
                    <a:pt x="145204" y="70070"/>
                    <a:pt x="162671" y="70070"/>
                  </a:cubicBezTo>
                  <a:cubicBezTo>
                    <a:pt x="179239" y="70133"/>
                    <a:pt x="192619" y="83614"/>
                    <a:pt x="192557" y="100182"/>
                  </a:cubicBezTo>
                  <a:lnTo>
                    <a:pt x="192557" y="100182"/>
                  </a:lnTo>
                  <a:cubicBezTo>
                    <a:pt x="192556" y="100317"/>
                    <a:pt x="192554" y="100452"/>
                    <a:pt x="192553" y="100589"/>
                  </a:cubicBezTo>
                  <a:cubicBezTo>
                    <a:pt x="192553" y="106053"/>
                    <a:pt x="190667" y="109217"/>
                    <a:pt x="184772" y="112797"/>
                  </a:cubicBezTo>
                  <a:close/>
                  <a:moveTo>
                    <a:pt x="51342" y="47347"/>
                  </a:moveTo>
                  <a:cubicBezTo>
                    <a:pt x="39770" y="47223"/>
                    <a:pt x="28603" y="51600"/>
                    <a:pt x="20198" y="59555"/>
                  </a:cubicBezTo>
                  <a:lnTo>
                    <a:pt x="19991" y="0"/>
                  </a:lnTo>
                  <a:lnTo>
                    <a:pt x="0" y="0"/>
                  </a:lnTo>
                  <a:lnTo>
                    <a:pt x="0" y="147315"/>
                  </a:lnTo>
                  <a:lnTo>
                    <a:pt x="20630" y="147315"/>
                  </a:lnTo>
                  <a:lnTo>
                    <a:pt x="20630" y="137422"/>
                  </a:lnTo>
                  <a:cubicBezTo>
                    <a:pt x="29061" y="145007"/>
                    <a:pt x="40002" y="149203"/>
                    <a:pt x="51344" y="149200"/>
                  </a:cubicBezTo>
                  <a:cubicBezTo>
                    <a:pt x="79130" y="149200"/>
                    <a:pt x="100175" y="127100"/>
                    <a:pt x="100175" y="98273"/>
                  </a:cubicBezTo>
                  <a:cubicBezTo>
                    <a:pt x="100175" y="69445"/>
                    <a:pt x="79130" y="47347"/>
                    <a:pt x="51342" y="47347"/>
                  </a:cubicBezTo>
                  <a:close/>
                  <a:moveTo>
                    <a:pt x="49664" y="130266"/>
                  </a:moveTo>
                  <a:cubicBezTo>
                    <a:pt x="32822" y="130266"/>
                    <a:pt x="20198" y="116587"/>
                    <a:pt x="20198" y="98275"/>
                  </a:cubicBezTo>
                  <a:cubicBezTo>
                    <a:pt x="20198" y="79962"/>
                    <a:pt x="32822" y="66284"/>
                    <a:pt x="49664" y="66284"/>
                  </a:cubicBezTo>
                  <a:cubicBezTo>
                    <a:pt x="66505" y="66284"/>
                    <a:pt x="79131" y="79962"/>
                    <a:pt x="79131" y="98276"/>
                  </a:cubicBezTo>
                  <a:cubicBezTo>
                    <a:pt x="79131" y="116590"/>
                    <a:pt x="66505" y="130264"/>
                    <a:pt x="49662" y="130264"/>
                  </a:cubicBezTo>
                  <a:close/>
                  <a:moveTo>
                    <a:pt x="609203" y="49664"/>
                  </a:moveTo>
                  <a:lnTo>
                    <a:pt x="579321" y="49664"/>
                  </a:lnTo>
                  <a:lnTo>
                    <a:pt x="579099" y="0"/>
                  </a:lnTo>
                  <a:lnTo>
                    <a:pt x="559107" y="0"/>
                  </a:lnTo>
                  <a:lnTo>
                    <a:pt x="559107" y="49664"/>
                  </a:lnTo>
                  <a:lnTo>
                    <a:pt x="545369" y="49664"/>
                  </a:lnTo>
                  <a:lnTo>
                    <a:pt x="545369" y="67545"/>
                  </a:lnTo>
                  <a:lnTo>
                    <a:pt x="559107" y="67545"/>
                  </a:lnTo>
                  <a:lnTo>
                    <a:pt x="559107" y="147314"/>
                  </a:lnTo>
                  <a:lnTo>
                    <a:pt x="579529" y="147314"/>
                  </a:lnTo>
                  <a:lnTo>
                    <a:pt x="579321" y="67545"/>
                  </a:lnTo>
                  <a:lnTo>
                    <a:pt x="609203" y="67545"/>
                  </a:lnTo>
                  <a:close/>
                </a:path>
              </a:pathLst>
            </a:custGeom>
            <a:solidFill>
              <a:schemeClr val="tx2"/>
            </a:solidFill>
            <a:ln w="26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CE4A25F-66AD-4588-A78A-F5842EE74531}"/>
                </a:ext>
              </a:extLst>
            </p:cNvPr>
            <p:cNvSpPr/>
            <p:nvPr/>
          </p:nvSpPr>
          <p:spPr>
            <a:xfrm rot="16200000">
              <a:off x="11921301" y="313678"/>
              <a:ext cx="96119" cy="101875"/>
            </a:xfrm>
            <a:custGeom>
              <a:avLst/>
              <a:gdLst>
                <a:gd name="connsiteX0" fmla="*/ 95810 w 96119"/>
                <a:gd name="connsiteY0" fmla="*/ 56965 h 101875"/>
                <a:gd name="connsiteX1" fmla="*/ 20362 w 96119"/>
                <a:gd name="connsiteY1" fmla="*/ 56965 h 101875"/>
                <a:gd name="connsiteX2" fmla="*/ 34212 w 96119"/>
                <a:gd name="connsiteY2" fmla="*/ 79118 h 101875"/>
                <a:gd name="connsiteX3" fmla="*/ 48915 w 96119"/>
                <a:gd name="connsiteY3" fmla="*/ 82727 h 101875"/>
                <a:gd name="connsiteX4" fmla="*/ 73366 w 96119"/>
                <a:gd name="connsiteY4" fmla="*/ 75426 h 101875"/>
                <a:gd name="connsiteX5" fmla="*/ 79556 w 96119"/>
                <a:gd name="connsiteY5" fmla="*/ 69472 h 101875"/>
                <a:gd name="connsiteX6" fmla="*/ 93354 w 96119"/>
                <a:gd name="connsiteY6" fmla="*/ 82930 h 101875"/>
                <a:gd name="connsiteX7" fmla="*/ 83867 w 96119"/>
                <a:gd name="connsiteY7" fmla="*/ 91638 h 101875"/>
                <a:gd name="connsiteX8" fmla="*/ 46091 w 96119"/>
                <a:gd name="connsiteY8" fmla="*/ 101759 h 101875"/>
                <a:gd name="connsiteX9" fmla="*/ 16168 w 96119"/>
                <a:gd name="connsiteY9" fmla="*/ 89716 h 101875"/>
                <a:gd name="connsiteX10" fmla="*/ 506 w 96119"/>
                <a:gd name="connsiteY10" fmla="*/ 58160 h 101875"/>
                <a:gd name="connsiteX11" fmla="*/ 5248 w 96119"/>
                <a:gd name="connsiteY11" fmla="*/ 26756 h 101875"/>
                <a:gd name="connsiteX12" fmla="*/ 40827 w 96119"/>
                <a:gd name="connsiteY12" fmla="*/ 738 h 101875"/>
                <a:gd name="connsiteX13" fmla="*/ 70343 w 96119"/>
                <a:gd name="connsiteY13" fmla="*/ 4817 h 101875"/>
                <a:gd name="connsiteX14" fmla="*/ 94209 w 96119"/>
                <a:gd name="connsiteY14" fmla="*/ 35590 h 101875"/>
                <a:gd name="connsiteX15" fmla="*/ 95810 w 96119"/>
                <a:gd name="connsiteY15" fmla="*/ 56965 h 101875"/>
                <a:gd name="connsiteX16" fmla="*/ 20776 w 96119"/>
                <a:gd name="connsiteY16" fmla="*/ 40423 h 101875"/>
                <a:gd name="connsiteX17" fmla="*/ 74793 w 96119"/>
                <a:gd name="connsiteY17" fmla="*/ 40423 h 101875"/>
                <a:gd name="connsiteX18" fmla="*/ 50253 w 96119"/>
                <a:gd name="connsiteY18" fmla="*/ 17857 h 101875"/>
                <a:gd name="connsiteX19" fmla="*/ 20776 w 96119"/>
                <a:gd name="connsiteY19" fmla="*/ 40423 h 10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6119" h="101875">
                  <a:moveTo>
                    <a:pt x="95810" y="56965"/>
                  </a:moveTo>
                  <a:lnTo>
                    <a:pt x="20362" y="56965"/>
                  </a:lnTo>
                  <a:cubicBezTo>
                    <a:pt x="21886" y="66442"/>
                    <a:pt x="25653" y="74318"/>
                    <a:pt x="34212" y="79118"/>
                  </a:cubicBezTo>
                  <a:cubicBezTo>
                    <a:pt x="38729" y="81545"/>
                    <a:pt x="43788" y="82786"/>
                    <a:pt x="48915" y="82727"/>
                  </a:cubicBezTo>
                  <a:cubicBezTo>
                    <a:pt x="57811" y="82850"/>
                    <a:pt x="66195" y="81075"/>
                    <a:pt x="73366" y="75426"/>
                  </a:cubicBezTo>
                  <a:cubicBezTo>
                    <a:pt x="75532" y="73550"/>
                    <a:pt x="77598" y="71563"/>
                    <a:pt x="79556" y="69472"/>
                  </a:cubicBezTo>
                  <a:lnTo>
                    <a:pt x="93354" y="82930"/>
                  </a:lnTo>
                  <a:cubicBezTo>
                    <a:pt x="90598" y="86246"/>
                    <a:pt x="87407" y="89175"/>
                    <a:pt x="83867" y="91638"/>
                  </a:cubicBezTo>
                  <a:cubicBezTo>
                    <a:pt x="72486" y="99593"/>
                    <a:pt x="59751" y="102519"/>
                    <a:pt x="46091" y="101759"/>
                  </a:cubicBezTo>
                  <a:cubicBezTo>
                    <a:pt x="35014" y="101373"/>
                    <a:pt x="24424" y="97111"/>
                    <a:pt x="16168" y="89716"/>
                  </a:cubicBezTo>
                  <a:cubicBezTo>
                    <a:pt x="6826" y="81316"/>
                    <a:pt x="1889" y="70591"/>
                    <a:pt x="506" y="58160"/>
                  </a:cubicBezTo>
                  <a:cubicBezTo>
                    <a:pt x="-933" y="47454"/>
                    <a:pt x="712" y="36560"/>
                    <a:pt x="5248" y="26756"/>
                  </a:cubicBezTo>
                  <a:cubicBezTo>
                    <a:pt x="12466" y="11681"/>
                    <a:pt x="24591" y="3239"/>
                    <a:pt x="40827" y="738"/>
                  </a:cubicBezTo>
                  <a:cubicBezTo>
                    <a:pt x="50850" y="-1030"/>
                    <a:pt x="61175" y="397"/>
                    <a:pt x="70343" y="4817"/>
                  </a:cubicBezTo>
                  <a:cubicBezTo>
                    <a:pt x="83187" y="11156"/>
                    <a:pt x="90642" y="21889"/>
                    <a:pt x="94209" y="35590"/>
                  </a:cubicBezTo>
                  <a:cubicBezTo>
                    <a:pt x="95990" y="42566"/>
                    <a:pt x="96532" y="49801"/>
                    <a:pt x="95810" y="56965"/>
                  </a:cubicBezTo>
                  <a:close/>
                  <a:moveTo>
                    <a:pt x="20776" y="40423"/>
                  </a:moveTo>
                  <a:lnTo>
                    <a:pt x="74793" y="40423"/>
                  </a:lnTo>
                  <a:cubicBezTo>
                    <a:pt x="73059" y="28002"/>
                    <a:pt x="62776" y="18546"/>
                    <a:pt x="50253" y="17857"/>
                  </a:cubicBezTo>
                  <a:cubicBezTo>
                    <a:pt x="34544" y="16956"/>
                    <a:pt x="23456" y="25443"/>
                    <a:pt x="20776" y="40423"/>
                  </a:cubicBezTo>
                  <a:close/>
                </a:path>
              </a:pathLst>
            </a:custGeom>
            <a:solidFill>
              <a:schemeClr val="tx2"/>
            </a:solidFill>
            <a:ln w="264" cap="flat">
              <a:noFill/>
              <a:prstDash val="solid"/>
              <a:miter/>
            </a:ln>
          </p:spPr>
          <p:txBody>
            <a:bodyPr rtlCol="0" anchor="ctr"/>
            <a:lstStyle/>
            <a:p>
              <a:endParaRPr lang="en-US"/>
            </a:p>
          </p:txBody>
        </p:sp>
      </p:grpSp>
      <p:sp>
        <p:nvSpPr>
          <p:cNvPr id="19" name="Freeform: Shape 18">
            <a:extLst>
              <a:ext uri="{FF2B5EF4-FFF2-40B4-BE49-F238E27FC236}">
                <a16:creationId xmlns:a16="http://schemas.microsoft.com/office/drawing/2014/main" id="{E925D05D-BADA-4CE4-87CE-12CFA0CDE945}"/>
              </a:ext>
            </a:extLst>
          </p:cNvPr>
          <p:cNvSpPr/>
          <p:nvPr userDrawn="1"/>
        </p:nvSpPr>
        <p:spPr>
          <a:xfrm>
            <a:off x="9431648" y="435724"/>
            <a:ext cx="1226389" cy="1226389"/>
          </a:xfrm>
          <a:custGeom>
            <a:avLst/>
            <a:gdLst>
              <a:gd name="connsiteX0" fmla="*/ 2139813 w 2139848"/>
              <a:gd name="connsiteY0" fmla="*/ 1069841 h 2139848"/>
              <a:gd name="connsiteX1" fmla="*/ 1069898 w 2139848"/>
              <a:gd name="connsiteY1" fmla="*/ 2139775 h 2139848"/>
              <a:gd name="connsiteX2" fmla="*/ -36 w 2139848"/>
              <a:gd name="connsiteY2" fmla="*/ 1069860 h 2139848"/>
              <a:gd name="connsiteX3" fmla="*/ 1069879 w 2139848"/>
              <a:gd name="connsiteY3" fmla="*/ -73 h 2139848"/>
              <a:gd name="connsiteX4" fmla="*/ 1069898 w 2139848"/>
              <a:gd name="connsiteY4" fmla="*/ -73 h 2139848"/>
              <a:gd name="connsiteX5" fmla="*/ 2139813 w 2139848"/>
              <a:gd name="connsiteY5" fmla="*/ 1069841 h 2139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9848" h="2139848">
                <a:moveTo>
                  <a:pt x="2139813" y="1069841"/>
                </a:moveTo>
                <a:cubicBezTo>
                  <a:pt x="2139818" y="1660744"/>
                  <a:pt x="1660801" y="2139770"/>
                  <a:pt x="1069898" y="2139775"/>
                </a:cubicBezTo>
                <a:cubicBezTo>
                  <a:pt x="478995" y="2139780"/>
                  <a:pt x="-30" y="1660763"/>
                  <a:pt x="-36" y="1069860"/>
                </a:cubicBezTo>
                <a:cubicBezTo>
                  <a:pt x="-41" y="478958"/>
                  <a:pt x="478976" y="-68"/>
                  <a:pt x="1069879" y="-73"/>
                </a:cubicBezTo>
                <a:cubicBezTo>
                  <a:pt x="1069886" y="-73"/>
                  <a:pt x="1069892" y="-73"/>
                  <a:pt x="1069898" y="-73"/>
                </a:cubicBezTo>
                <a:cubicBezTo>
                  <a:pt x="1660796" y="-73"/>
                  <a:pt x="2139813" y="478944"/>
                  <a:pt x="2139813" y="1069841"/>
                </a:cubicBezTo>
              </a:path>
            </a:pathLst>
          </a:custGeom>
          <a:solidFill>
            <a:schemeClr val="accent3"/>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634EFC9-9435-416F-9F71-9ACD804CE676}"/>
              </a:ext>
            </a:extLst>
          </p:cNvPr>
          <p:cNvSpPr/>
          <p:nvPr userDrawn="1"/>
        </p:nvSpPr>
        <p:spPr>
          <a:xfrm>
            <a:off x="7738557" y="4327499"/>
            <a:ext cx="1296934" cy="656431"/>
          </a:xfrm>
          <a:custGeom>
            <a:avLst/>
            <a:gdLst>
              <a:gd name="connsiteX0" fmla="*/ 2605793 w 2605792"/>
              <a:gd name="connsiteY0" fmla="*/ 1318898 h 1318898"/>
              <a:gd name="connsiteX1" fmla="*/ 2234098 w 2605792"/>
              <a:gd name="connsiteY1" fmla="*/ 663483 h 1318898"/>
              <a:gd name="connsiteX2" fmla="*/ 1862404 w 2605792"/>
              <a:gd name="connsiteY2" fmla="*/ 8058 h 1318898"/>
              <a:gd name="connsiteX3" fmla="*/ 1480642 w 2605792"/>
              <a:gd name="connsiteY3" fmla="*/ 657663 h 1318898"/>
              <a:gd name="connsiteX4" fmla="*/ 1305497 w 2605792"/>
              <a:gd name="connsiteY4" fmla="*/ 955691 h 1318898"/>
              <a:gd name="connsiteX5" fmla="*/ 1135218 w 2605792"/>
              <a:gd name="connsiteY5" fmla="*/ 655416 h 1318898"/>
              <a:gd name="connsiteX6" fmla="*/ 763524 w 2605792"/>
              <a:gd name="connsiteY6" fmla="*/ 0 h 1318898"/>
              <a:gd name="connsiteX7" fmla="*/ 381762 w 2605792"/>
              <a:gd name="connsiteY7" fmla="*/ 649605 h 1318898"/>
              <a:gd name="connsiteX8" fmla="*/ 0 w 2605792"/>
              <a:gd name="connsiteY8" fmla="*/ 1299210 h 1318898"/>
              <a:gd name="connsiteX9" fmla="*/ 753456 w 2605792"/>
              <a:gd name="connsiteY9" fmla="*/ 1305020 h 1318898"/>
              <a:gd name="connsiteX10" fmla="*/ 1506912 w 2605792"/>
              <a:gd name="connsiteY10" fmla="*/ 1310840 h 1318898"/>
              <a:gd name="connsiteX11" fmla="*/ 1506674 w 2605792"/>
              <a:gd name="connsiteY11" fmla="*/ 1310412 h 1318898"/>
              <a:gd name="connsiteX12" fmla="*/ 1852336 w 2605792"/>
              <a:gd name="connsiteY12" fmla="*/ 1313088 h 1318898"/>
              <a:gd name="connsiteX13" fmla="*/ 2605793 w 2605792"/>
              <a:gd name="connsiteY13" fmla="*/ 1318898 h 131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05792" h="1318898">
                <a:moveTo>
                  <a:pt x="2605793" y="1318898"/>
                </a:moveTo>
                <a:lnTo>
                  <a:pt x="2234098" y="663483"/>
                </a:lnTo>
                <a:lnTo>
                  <a:pt x="1862404" y="8058"/>
                </a:lnTo>
                <a:lnTo>
                  <a:pt x="1480642" y="657663"/>
                </a:lnTo>
                <a:lnTo>
                  <a:pt x="1305497" y="955691"/>
                </a:lnTo>
                <a:lnTo>
                  <a:pt x="1135218" y="655416"/>
                </a:lnTo>
                <a:lnTo>
                  <a:pt x="763524" y="0"/>
                </a:lnTo>
                <a:lnTo>
                  <a:pt x="381762" y="649605"/>
                </a:lnTo>
                <a:lnTo>
                  <a:pt x="0" y="1299210"/>
                </a:lnTo>
                <a:lnTo>
                  <a:pt x="753456" y="1305020"/>
                </a:lnTo>
                <a:lnTo>
                  <a:pt x="1506912" y="1310840"/>
                </a:lnTo>
                <a:lnTo>
                  <a:pt x="1506674" y="1310412"/>
                </a:lnTo>
                <a:lnTo>
                  <a:pt x="1852336" y="1313088"/>
                </a:lnTo>
                <a:lnTo>
                  <a:pt x="2605793" y="1318898"/>
                </a:lnTo>
                <a:close/>
              </a:path>
            </a:pathLst>
          </a:custGeom>
          <a:solidFill>
            <a:schemeClr val="accent1"/>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C051F08-BCC2-42B7-A7D2-2EF1738B42C5}"/>
              </a:ext>
            </a:extLst>
          </p:cNvPr>
          <p:cNvSpPr/>
          <p:nvPr userDrawn="1"/>
        </p:nvSpPr>
        <p:spPr>
          <a:xfrm>
            <a:off x="10241991" y="4688420"/>
            <a:ext cx="1546225" cy="1674896"/>
          </a:xfrm>
          <a:custGeom>
            <a:avLst/>
            <a:gdLst>
              <a:gd name="connsiteX0" fmla="*/ 1442050 w 2031330"/>
              <a:gd name="connsiteY0" fmla="*/ 1615462 h 2200369"/>
              <a:gd name="connsiteX1" fmla="*/ -36 w 2031330"/>
              <a:gd name="connsiteY1" fmla="*/ 2200296 h 2200369"/>
              <a:gd name="connsiteX2" fmla="*/ -36 w 2031330"/>
              <a:gd name="connsiteY2" fmla="*/ -73 h 2200369"/>
              <a:gd name="connsiteX3" fmla="*/ 2025646 w 2031330"/>
              <a:gd name="connsiteY3" fmla="*/ -73 h 2200369"/>
              <a:gd name="connsiteX4" fmla="*/ 2031295 w 2031330"/>
              <a:gd name="connsiteY4" fmla="*/ 172500 h 2200369"/>
              <a:gd name="connsiteX5" fmla="*/ 1442050 w 2031330"/>
              <a:gd name="connsiteY5" fmla="*/ 1615462 h 2200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1330" h="2200369">
                <a:moveTo>
                  <a:pt x="1442050" y="1615462"/>
                </a:moveTo>
                <a:cubicBezTo>
                  <a:pt x="1063812" y="1991432"/>
                  <a:pt x="551738" y="2199097"/>
                  <a:pt x="-36" y="2200296"/>
                </a:cubicBezTo>
                <a:lnTo>
                  <a:pt x="-36" y="-73"/>
                </a:lnTo>
                <a:lnTo>
                  <a:pt x="2025646" y="-73"/>
                </a:lnTo>
                <a:cubicBezTo>
                  <a:pt x="2029456" y="52419"/>
                  <a:pt x="2031295" y="109026"/>
                  <a:pt x="2031295" y="172500"/>
                </a:cubicBezTo>
                <a:cubicBezTo>
                  <a:pt x="2031352" y="725150"/>
                  <a:pt x="1822011" y="1237671"/>
                  <a:pt x="1442050" y="1615462"/>
                </a:cubicBezTo>
                <a:close/>
              </a:path>
            </a:pathLst>
          </a:custGeom>
          <a:solidFill>
            <a:schemeClr val="accent2"/>
          </a:solidFill>
          <a:ln w="9525" cap="flat">
            <a:noFill/>
            <a:prstDash val="solid"/>
            <a:miter/>
          </a:ln>
        </p:spPr>
        <p:txBody>
          <a:bodyPr rtlCol="0" anchor="ctr"/>
          <a:lstStyle/>
          <a:p>
            <a:r>
              <a:rPr lang="nb-NO"/>
              <a:t> </a:t>
            </a:r>
            <a:endParaRPr lang="en-US"/>
          </a:p>
        </p:txBody>
      </p:sp>
      <p:sp>
        <p:nvSpPr>
          <p:cNvPr id="24" name="Text Placeholder 23">
            <a:extLst>
              <a:ext uri="{FF2B5EF4-FFF2-40B4-BE49-F238E27FC236}">
                <a16:creationId xmlns:a16="http://schemas.microsoft.com/office/drawing/2014/main" id="{AF8B88C5-A0B4-414C-9D05-FA001AC5BF1B}"/>
              </a:ext>
            </a:extLst>
          </p:cNvPr>
          <p:cNvSpPr>
            <a:spLocks noGrp="1"/>
          </p:cNvSpPr>
          <p:nvPr>
            <p:ph type="body" sz="quarter" idx="10"/>
          </p:nvPr>
        </p:nvSpPr>
        <p:spPr>
          <a:xfrm>
            <a:off x="839788" y="4522678"/>
            <a:ext cx="4932362" cy="496725"/>
          </a:xfrm>
        </p:spPr>
        <p:txBody>
          <a:bodyPr>
            <a:normAutofit/>
          </a:bodyPr>
          <a:lstStyle>
            <a:lvl1pPr marL="0" indent="0">
              <a:buNone/>
              <a:defRPr b="0">
                <a:solidFill>
                  <a:schemeClr val="tx2"/>
                </a:solidFill>
                <a:latin typeface="Inter SemiBold" panose="020B0502030000000004" pitchFamily="34" charset="0"/>
                <a:ea typeface="Inter SemiBold" panose="020B0502030000000004" pitchFamily="34" charset="0"/>
              </a:defRPr>
            </a:lvl1pPr>
          </a:lstStyle>
          <a:p>
            <a:pPr lvl="0"/>
            <a:r>
              <a:rPr lang="en-US" noProof="0"/>
              <a:t>Click to edit Master text styles</a:t>
            </a:r>
          </a:p>
        </p:txBody>
      </p:sp>
      <p:sp>
        <p:nvSpPr>
          <p:cNvPr id="25" name="Text Placeholder 23">
            <a:extLst>
              <a:ext uri="{FF2B5EF4-FFF2-40B4-BE49-F238E27FC236}">
                <a16:creationId xmlns:a16="http://schemas.microsoft.com/office/drawing/2014/main" id="{A8E95EAD-4D11-408C-A543-78867EDAC11E}"/>
              </a:ext>
            </a:extLst>
          </p:cNvPr>
          <p:cNvSpPr>
            <a:spLocks noGrp="1"/>
          </p:cNvSpPr>
          <p:nvPr>
            <p:ph type="body" sz="quarter" idx="11"/>
          </p:nvPr>
        </p:nvSpPr>
        <p:spPr>
          <a:xfrm>
            <a:off x="852964" y="5403520"/>
            <a:ext cx="4919186" cy="797255"/>
          </a:xfrm>
        </p:spPr>
        <p:txBody>
          <a:bodyPr>
            <a:normAutofit/>
          </a:bodyPr>
          <a:lstStyle>
            <a:lvl1pPr marL="0" indent="0">
              <a:buNone/>
              <a:defRPr sz="1400">
                <a:solidFill>
                  <a:schemeClr val="tx2"/>
                </a:solidFill>
              </a:defRPr>
            </a:lvl1pPr>
          </a:lstStyle>
          <a:p>
            <a:pPr lvl="0"/>
            <a:r>
              <a:rPr lang="en-US" noProof="0"/>
              <a:t>Click to edit Master text styles</a:t>
            </a:r>
          </a:p>
        </p:txBody>
      </p:sp>
    </p:spTree>
    <p:extLst>
      <p:ext uri="{BB962C8B-B14F-4D97-AF65-F5344CB8AC3E}">
        <p14:creationId xmlns:p14="http://schemas.microsoft.com/office/powerpoint/2010/main" val="2216379646"/>
      </p:ext>
    </p:extLst>
  </p:cSld>
  <p:clrMapOvr>
    <a:masterClrMapping/>
  </p:clrMapOvr>
  <p:extLst>
    <p:ext uri="{DCECCB84-F9BA-43D5-87BE-67443E8EF086}">
      <p15:sldGuideLst xmlns:p15="http://schemas.microsoft.com/office/powerpoint/2012/main">
        <p15:guide id="1" pos="363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rside alternativ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A5564-B0D4-4D90-A4B6-A0C3339E8668}"/>
              </a:ext>
            </a:extLst>
          </p:cNvPr>
          <p:cNvSpPr>
            <a:spLocks noGrp="1"/>
          </p:cNvSpPr>
          <p:nvPr>
            <p:ph type="title"/>
          </p:nvPr>
        </p:nvSpPr>
        <p:spPr>
          <a:xfrm>
            <a:off x="2316162" y="2097088"/>
            <a:ext cx="6300788" cy="1655761"/>
          </a:xfrm>
        </p:spPr>
        <p:txBody>
          <a:bodyPr anchor="b">
            <a:normAutofit/>
          </a:bodyPr>
          <a:lstStyle>
            <a:lvl1pPr>
              <a:defRPr cap="all" baseline="0">
                <a:solidFill>
                  <a:schemeClr val="bg2"/>
                </a:solidFill>
              </a:defRPr>
            </a:lvl1pPr>
          </a:lstStyle>
          <a:p>
            <a:r>
              <a:rPr lang="en-US" noProof="0"/>
              <a:t>Click to edit Master title style</a:t>
            </a:r>
            <a:endParaRPr lang="nb-NO" noProof="0"/>
          </a:p>
        </p:txBody>
      </p:sp>
      <p:grpSp>
        <p:nvGrpSpPr>
          <p:cNvPr id="15" name="Group 14">
            <a:extLst>
              <a:ext uri="{FF2B5EF4-FFF2-40B4-BE49-F238E27FC236}">
                <a16:creationId xmlns:a16="http://schemas.microsoft.com/office/drawing/2014/main" id="{3289A2E8-3D65-441A-A338-504F33981BA4}"/>
              </a:ext>
            </a:extLst>
          </p:cNvPr>
          <p:cNvGrpSpPr/>
          <p:nvPr userDrawn="1"/>
        </p:nvGrpSpPr>
        <p:grpSpPr>
          <a:xfrm rot="5400000">
            <a:off x="9768927" y="5069545"/>
            <a:ext cx="407476" cy="1638320"/>
            <a:chOff x="11870514" y="244569"/>
            <a:chExt cx="151518" cy="609202"/>
          </a:xfrm>
          <a:solidFill>
            <a:schemeClr val="bg2"/>
          </a:solidFill>
        </p:grpSpPr>
        <p:sp>
          <p:nvSpPr>
            <p:cNvPr id="16" name="Freeform: Shape 15">
              <a:extLst>
                <a:ext uri="{FF2B5EF4-FFF2-40B4-BE49-F238E27FC236}">
                  <a16:creationId xmlns:a16="http://schemas.microsoft.com/office/drawing/2014/main" id="{5402AC29-8A61-4CA4-8CB8-4BC3EC56A3B9}"/>
                </a:ext>
              </a:extLst>
            </p:cNvPr>
            <p:cNvSpPr/>
            <p:nvPr/>
          </p:nvSpPr>
          <p:spPr>
            <a:xfrm rot="16200000">
              <a:off x="11641672" y="473411"/>
              <a:ext cx="609202" cy="151518"/>
            </a:xfrm>
            <a:custGeom>
              <a:avLst/>
              <a:gdLst>
                <a:gd name="connsiteX0" fmla="*/ 413946 w 609202"/>
                <a:gd name="connsiteY0" fmla="*/ 49664 h 151518"/>
                <a:gd name="connsiteX1" fmla="*/ 384494 w 609202"/>
                <a:gd name="connsiteY1" fmla="*/ 125217 h 151518"/>
                <a:gd name="connsiteX2" fmla="*/ 354820 w 609202"/>
                <a:gd name="connsiteY2" fmla="*/ 49664 h 151518"/>
                <a:gd name="connsiteX3" fmla="*/ 331666 w 609202"/>
                <a:gd name="connsiteY3" fmla="*/ 49664 h 151518"/>
                <a:gd name="connsiteX4" fmla="*/ 372910 w 609202"/>
                <a:gd name="connsiteY4" fmla="*/ 147314 h 151518"/>
                <a:gd name="connsiteX5" fmla="*/ 393955 w 609202"/>
                <a:gd name="connsiteY5" fmla="*/ 147314 h 151518"/>
                <a:gd name="connsiteX6" fmla="*/ 435214 w 609202"/>
                <a:gd name="connsiteY6" fmla="*/ 49665 h 151518"/>
                <a:gd name="connsiteX7" fmla="*/ 297359 w 609202"/>
                <a:gd name="connsiteY7" fmla="*/ 49664 h 151518"/>
                <a:gd name="connsiteX8" fmla="*/ 297359 w 609202"/>
                <a:gd name="connsiteY8" fmla="*/ 101215 h 151518"/>
                <a:gd name="connsiteX9" fmla="*/ 272528 w 609202"/>
                <a:gd name="connsiteY9" fmla="*/ 130474 h 151518"/>
                <a:gd name="connsiteX10" fmla="*/ 247695 w 609202"/>
                <a:gd name="connsiteY10" fmla="*/ 101215 h 151518"/>
                <a:gd name="connsiteX11" fmla="*/ 247695 w 609202"/>
                <a:gd name="connsiteY11" fmla="*/ 49664 h 151518"/>
                <a:gd name="connsiteX12" fmla="*/ 227067 w 609202"/>
                <a:gd name="connsiteY12" fmla="*/ 49664 h 151518"/>
                <a:gd name="connsiteX13" fmla="*/ 227067 w 609202"/>
                <a:gd name="connsiteY13" fmla="*/ 102060 h 151518"/>
                <a:gd name="connsiteX14" fmla="*/ 272528 w 609202"/>
                <a:gd name="connsiteY14" fmla="*/ 149408 h 151518"/>
                <a:gd name="connsiteX15" fmla="*/ 317989 w 609202"/>
                <a:gd name="connsiteY15" fmla="*/ 102060 h 151518"/>
                <a:gd name="connsiteX16" fmla="*/ 317989 w 609202"/>
                <a:gd name="connsiteY16" fmla="*/ 49664 h 151518"/>
                <a:gd name="connsiteX17" fmla="*/ 162877 w 609202"/>
                <a:gd name="connsiteY17" fmla="*/ 47347 h 151518"/>
                <a:gd name="connsiteX18" fmla="*/ 140599 w 609202"/>
                <a:gd name="connsiteY18" fmla="*/ 52442 h 151518"/>
                <a:gd name="connsiteX19" fmla="*/ 112797 w 609202"/>
                <a:gd name="connsiteY19" fmla="*/ 97428 h 151518"/>
                <a:gd name="connsiteX20" fmla="*/ 156150 w 609202"/>
                <a:gd name="connsiteY20" fmla="*/ 151519 h 151518"/>
                <a:gd name="connsiteX21" fmla="*/ 168567 w 609202"/>
                <a:gd name="connsiteY21" fmla="*/ 144568 h 151518"/>
                <a:gd name="connsiteX22" fmla="*/ 197603 w 609202"/>
                <a:gd name="connsiteY22" fmla="*/ 119528 h 151518"/>
                <a:gd name="connsiteX23" fmla="*/ 212335 w 609202"/>
                <a:gd name="connsiteY23" fmla="*/ 96596 h 151518"/>
                <a:gd name="connsiteX24" fmla="*/ 162879 w 609202"/>
                <a:gd name="connsiteY24" fmla="*/ 47348 h 151518"/>
                <a:gd name="connsiteX25" fmla="*/ 184768 w 609202"/>
                <a:gd name="connsiteY25" fmla="*/ 112799 h 151518"/>
                <a:gd name="connsiteX26" fmla="*/ 168567 w 609202"/>
                <a:gd name="connsiteY26" fmla="*/ 129419 h 151518"/>
                <a:gd name="connsiteX27" fmla="*/ 161200 w 609202"/>
                <a:gd name="connsiteY27" fmla="*/ 133844 h 151518"/>
                <a:gd name="connsiteX28" fmla="*/ 132373 w 609202"/>
                <a:gd name="connsiteY28" fmla="*/ 100591 h 151518"/>
                <a:gd name="connsiteX29" fmla="*/ 162671 w 609202"/>
                <a:gd name="connsiteY29" fmla="*/ 70070 h 151518"/>
                <a:gd name="connsiteX30" fmla="*/ 192557 w 609202"/>
                <a:gd name="connsiteY30" fmla="*/ 100182 h 151518"/>
                <a:gd name="connsiteX31" fmla="*/ 192557 w 609202"/>
                <a:gd name="connsiteY31" fmla="*/ 100182 h 151518"/>
                <a:gd name="connsiteX32" fmla="*/ 192553 w 609202"/>
                <a:gd name="connsiteY32" fmla="*/ 100589 h 151518"/>
                <a:gd name="connsiteX33" fmla="*/ 184772 w 609202"/>
                <a:gd name="connsiteY33" fmla="*/ 112797 h 151518"/>
                <a:gd name="connsiteX34" fmla="*/ 51342 w 609202"/>
                <a:gd name="connsiteY34" fmla="*/ 47347 h 151518"/>
                <a:gd name="connsiteX35" fmla="*/ 20198 w 609202"/>
                <a:gd name="connsiteY35" fmla="*/ 59555 h 151518"/>
                <a:gd name="connsiteX36" fmla="*/ 19991 w 609202"/>
                <a:gd name="connsiteY36" fmla="*/ 0 h 151518"/>
                <a:gd name="connsiteX37" fmla="*/ 0 w 609202"/>
                <a:gd name="connsiteY37" fmla="*/ 0 h 151518"/>
                <a:gd name="connsiteX38" fmla="*/ 0 w 609202"/>
                <a:gd name="connsiteY38" fmla="*/ 147315 h 151518"/>
                <a:gd name="connsiteX39" fmla="*/ 20630 w 609202"/>
                <a:gd name="connsiteY39" fmla="*/ 147315 h 151518"/>
                <a:gd name="connsiteX40" fmla="*/ 20630 w 609202"/>
                <a:gd name="connsiteY40" fmla="*/ 137422 h 151518"/>
                <a:gd name="connsiteX41" fmla="*/ 51344 w 609202"/>
                <a:gd name="connsiteY41" fmla="*/ 149200 h 151518"/>
                <a:gd name="connsiteX42" fmla="*/ 100175 w 609202"/>
                <a:gd name="connsiteY42" fmla="*/ 98273 h 151518"/>
                <a:gd name="connsiteX43" fmla="*/ 51342 w 609202"/>
                <a:gd name="connsiteY43" fmla="*/ 47347 h 151518"/>
                <a:gd name="connsiteX44" fmla="*/ 49664 w 609202"/>
                <a:gd name="connsiteY44" fmla="*/ 130266 h 151518"/>
                <a:gd name="connsiteX45" fmla="*/ 20198 w 609202"/>
                <a:gd name="connsiteY45" fmla="*/ 98275 h 151518"/>
                <a:gd name="connsiteX46" fmla="*/ 49664 w 609202"/>
                <a:gd name="connsiteY46" fmla="*/ 66284 h 151518"/>
                <a:gd name="connsiteX47" fmla="*/ 79131 w 609202"/>
                <a:gd name="connsiteY47" fmla="*/ 98276 h 151518"/>
                <a:gd name="connsiteX48" fmla="*/ 49662 w 609202"/>
                <a:gd name="connsiteY48" fmla="*/ 130264 h 151518"/>
                <a:gd name="connsiteX49" fmla="*/ 609203 w 609202"/>
                <a:gd name="connsiteY49" fmla="*/ 49664 h 151518"/>
                <a:gd name="connsiteX50" fmla="*/ 579321 w 609202"/>
                <a:gd name="connsiteY50" fmla="*/ 49664 h 151518"/>
                <a:gd name="connsiteX51" fmla="*/ 579099 w 609202"/>
                <a:gd name="connsiteY51" fmla="*/ 0 h 151518"/>
                <a:gd name="connsiteX52" fmla="*/ 559107 w 609202"/>
                <a:gd name="connsiteY52" fmla="*/ 0 h 151518"/>
                <a:gd name="connsiteX53" fmla="*/ 559107 w 609202"/>
                <a:gd name="connsiteY53" fmla="*/ 49664 h 151518"/>
                <a:gd name="connsiteX54" fmla="*/ 545369 w 609202"/>
                <a:gd name="connsiteY54" fmla="*/ 49664 h 151518"/>
                <a:gd name="connsiteX55" fmla="*/ 545369 w 609202"/>
                <a:gd name="connsiteY55" fmla="*/ 67545 h 151518"/>
                <a:gd name="connsiteX56" fmla="*/ 559107 w 609202"/>
                <a:gd name="connsiteY56" fmla="*/ 67545 h 151518"/>
                <a:gd name="connsiteX57" fmla="*/ 559107 w 609202"/>
                <a:gd name="connsiteY57" fmla="*/ 147314 h 151518"/>
                <a:gd name="connsiteX58" fmla="*/ 579529 w 609202"/>
                <a:gd name="connsiteY58" fmla="*/ 147314 h 151518"/>
                <a:gd name="connsiteX59" fmla="*/ 579321 w 609202"/>
                <a:gd name="connsiteY59" fmla="*/ 67545 h 151518"/>
                <a:gd name="connsiteX60" fmla="*/ 609203 w 609202"/>
                <a:gd name="connsiteY60" fmla="*/ 67545 h 15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9202" h="151518">
                  <a:moveTo>
                    <a:pt x="413946" y="49664"/>
                  </a:moveTo>
                  <a:lnTo>
                    <a:pt x="384494" y="125217"/>
                  </a:lnTo>
                  <a:lnTo>
                    <a:pt x="354820" y="49664"/>
                  </a:lnTo>
                  <a:lnTo>
                    <a:pt x="331666" y="49664"/>
                  </a:lnTo>
                  <a:lnTo>
                    <a:pt x="372910" y="147314"/>
                  </a:lnTo>
                  <a:lnTo>
                    <a:pt x="393955" y="147314"/>
                  </a:lnTo>
                  <a:lnTo>
                    <a:pt x="435214" y="49665"/>
                  </a:lnTo>
                  <a:close/>
                  <a:moveTo>
                    <a:pt x="297359" y="49664"/>
                  </a:moveTo>
                  <a:lnTo>
                    <a:pt x="297359" y="101215"/>
                  </a:lnTo>
                  <a:cubicBezTo>
                    <a:pt x="297359" y="119735"/>
                    <a:pt x="288314" y="130474"/>
                    <a:pt x="272528" y="130474"/>
                  </a:cubicBezTo>
                  <a:cubicBezTo>
                    <a:pt x="256742" y="130474"/>
                    <a:pt x="247695" y="119735"/>
                    <a:pt x="247695" y="101215"/>
                  </a:cubicBezTo>
                  <a:lnTo>
                    <a:pt x="247695" y="49664"/>
                  </a:lnTo>
                  <a:lnTo>
                    <a:pt x="227067" y="49664"/>
                  </a:lnTo>
                  <a:lnTo>
                    <a:pt x="227067" y="102060"/>
                  </a:lnTo>
                  <a:cubicBezTo>
                    <a:pt x="227067" y="131111"/>
                    <a:pt x="244533" y="149408"/>
                    <a:pt x="272528" y="149408"/>
                  </a:cubicBezTo>
                  <a:cubicBezTo>
                    <a:pt x="300523" y="149408"/>
                    <a:pt x="317989" y="131111"/>
                    <a:pt x="317989" y="102060"/>
                  </a:cubicBezTo>
                  <a:lnTo>
                    <a:pt x="317989" y="49664"/>
                  </a:lnTo>
                  <a:close/>
                  <a:moveTo>
                    <a:pt x="162877" y="47347"/>
                  </a:moveTo>
                  <a:cubicBezTo>
                    <a:pt x="155160" y="47330"/>
                    <a:pt x="147541" y="49072"/>
                    <a:pt x="140599" y="52442"/>
                  </a:cubicBezTo>
                  <a:cubicBezTo>
                    <a:pt x="123437" y="60827"/>
                    <a:pt x="112621" y="78328"/>
                    <a:pt x="112797" y="97428"/>
                  </a:cubicBezTo>
                  <a:cubicBezTo>
                    <a:pt x="112797" y="122482"/>
                    <a:pt x="136159" y="151519"/>
                    <a:pt x="156150" y="151519"/>
                  </a:cubicBezTo>
                  <a:cubicBezTo>
                    <a:pt x="161205" y="151479"/>
                    <a:pt x="165890" y="148857"/>
                    <a:pt x="168567" y="144568"/>
                  </a:cubicBezTo>
                  <a:cubicBezTo>
                    <a:pt x="176781" y="132150"/>
                    <a:pt x="185200" y="125009"/>
                    <a:pt x="197603" y="119528"/>
                  </a:cubicBezTo>
                  <a:cubicBezTo>
                    <a:pt x="209187" y="114478"/>
                    <a:pt x="212335" y="109428"/>
                    <a:pt x="212335" y="96596"/>
                  </a:cubicBezTo>
                  <a:cubicBezTo>
                    <a:pt x="212335" y="68809"/>
                    <a:pt x="190667" y="47348"/>
                    <a:pt x="162879" y="47348"/>
                  </a:cubicBezTo>
                  <a:close/>
                  <a:moveTo>
                    <a:pt x="184768" y="112799"/>
                  </a:moveTo>
                  <a:cubicBezTo>
                    <a:pt x="176348" y="118057"/>
                    <a:pt x="171938" y="122483"/>
                    <a:pt x="168567" y="129419"/>
                  </a:cubicBezTo>
                  <a:cubicBezTo>
                    <a:pt x="167173" y="132194"/>
                    <a:pt x="164305" y="133917"/>
                    <a:pt x="161200" y="133844"/>
                  </a:cubicBezTo>
                  <a:cubicBezTo>
                    <a:pt x="147729" y="133844"/>
                    <a:pt x="132373" y="116156"/>
                    <a:pt x="132373" y="100591"/>
                  </a:cubicBezTo>
                  <a:cubicBezTo>
                    <a:pt x="132373" y="83125"/>
                    <a:pt x="145204" y="70070"/>
                    <a:pt x="162671" y="70070"/>
                  </a:cubicBezTo>
                  <a:cubicBezTo>
                    <a:pt x="179239" y="70133"/>
                    <a:pt x="192619" y="83614"/>
                    <a:pt x="192557" y="100182"/>
                  </a:cubicBezTo>
                  <a:lnTo>
                    <a:pt x="192557" y="100182"/>
                  </a:lnTo>
                  <a:cubicBezTo>
                    <a:pt x="192556" y="100317"/>
                    <a:pt x="192554" y="100452"/>
                    <a:pt x="192553" y="100589"/>
                  </a:cubicBezTo>
                  <a:cubicBezTo>
                    <a:pt x="192553" y="106053"/>
                    <a:pt x="190667" y="109217"/>
                    <a:pt x="184772" y="112797"/>
                  </a:cubicBezTo>
                  <a:close/>
                  <a:moveTo>
                    <a:pt x="51342" y="47347"/>
                  </a:moveTo>
                  <a:cubicBezTo>
                    <a:pt x="39770" y="47223"/>
                    <a:pt x="28603" y="51600"/>
                    <a:pt x="20198" y="59555"/>
                  </a:cubicBezTo>
                  <a:lnTo>
                    <a:pt x="19991" y="0"/>
                  </a:lnTo>
                  <a:lnTo>
                    <a:pt x="0" y="0"/>
                  </a:lnTo>
                  <a:lnTo>
                    <a:pt x="0" y="147315"/>
                  </a:lnTo>
                  <a:lnTo>
                    <a:pt x="20630" y="147315"/>
                  </a:lnTo>
                  <a:lnTo>
                    <a:pt x="20630" y="137422"/>
                  </a:lnTo>
                  <a:cubicBezTo>
                    <a:pt x="29061" y="145007"/>
                    <a:pt x="40002" y="149203"/>
                    <a:pt x="51344" y="149200"/>
                  </a:cubicBezTo>
                  <a:cubicBezTo>
                    <a:pt x="79130" y="149200"/>
                    <a:pt x="100175" y="127100"/>
                    <a:pt x="100175" y="98273"/>
                  </a:cubicBezTo>
                  <a:cubicBezTo>
                    <a:pt x="100175" y="69445"/>
                    <a:pt x="79130" y="47347"/>
                    <a:pt x="51342" y="47347"/>
                  </a:cubicBezTo>
                  <a:close/>
                  <a:moveTo>
                    <a:pt x="49664" y="130266"/>
                  </a:moveTo>
                  <a:cubicBezTo>
                    <a:pt x="32822" y="130266"/>
                    <a:pt x="20198" y="116587"/>
                    <a:pt x="20198" y="98275"/>
                  </a:cubicBezTo>
                  <a:cubicBezTo>
                    <a:pt x="20198" y="79962"/>
                    <a:pt x="32822" y="66284"/>
                    <a:pt x="49664" y="66284"/>
                  </a:cubicBezTo>
                  <a:cubicBezTo>
                    <a:pt x="66505" y="66284"/>
                    <a:pt x="79131" y="79962"/>
                    <a:pt x="79131" y="98276"/>
                  </a:cubicBezTo>
                  <a:cubicBezTo>
                    <a:pt x="79131" y="116590"/>
                    <a:pt x="66505" y="130264"/>
                    <a:pt x="49662" y="130264"/>
                  </a:cubicBezTo>
                  <a:close/>
                  <a:moveTo>
                    <a:pt x="609203" y="49664"/>
                  </a:moveTo>
                  <a:lnTo>
                    <a:pt x="579321" y="49664"/>
                  </a:lnTo>
                  <a:lnTo>
                    <a:pt x="579099" y="0"/>
                  </a:lnTo>
                  <a:lnTo>
                    <a:pt x="559107" y="0"/>
                  </a:lnTo>
                  <a:lnTo>
                    <a:pt x="559107" y="49664"/>
                  </a:lnTo>
                  <a:lnTo>
                    <a:pt x="545369" y="49664"/>
                  </a:lnTo>
                  <a:lnTo>
                    <a:pt x="545369" y="67545"/>
                  </a:lnTo>
                  <a:lnTo>
                    <a:pt x="559107" y="67545"/>
                  </a:lnTo>
                  <a:lnTo>
                    <a:pt x="559107" y="147314"/>
                  </a:lnTo>
                  <a:lnTo>
                    <a:pt x="579529" y="147314"/>
                  </a:lnTo>
                  <a:lnTo>
                    <a:pt x="579321" y="67545"/>
                  </a:lnTo>
                  <a:lnTo>
                    <a:pt x="609203" y="67545"/>
                  </a:lnTo>
                  <a:close/>
                </a:path>
              </a:pathLst>
            </a:custGeom>
            <a:grpFill/>
            <a:ln w="26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CE4A25F-66AD-4588-A78A-F5842EE74531}"/>
                </a:ext>
              </a:extLst>
            </p:cNvPr>
            <p:cNvSpPr/>
            <p:nvPr/>
          </p:nvSpPr>
          <p:spPr>
            <a:xfrm rot="16200000">
              <a:off x="11921301" y="313678"/>
              <a:ext cx="96119" cy="101875"/>
            </a:xfrm>
            <a:custGeom>
              <a:avLst/>
              <a:gdLst>
                <a:gd name="connsiteX0" fmla="*/ 95810 w 96119"/>
                <a:gd name="connsiteY0" fmla="*/ 56965 h 101875"/>
                <a:gd name="connsiteX1" fmla="*/ 20362 w 96119"/>
                <a:gd name="connsiteY1" fmla="*/ 56965 h 101875"/>
                <a:gd name="connsiteX2" fmla="*/ 34212 w 96119"/>
                <a:gd name="connsiteY2" fmla="*/ 79118 h 101875"/>
                <a:gd name="connsiteX3" fmla="*/ 48915 w 96119"/>
                <a:gd name="connsiteY3" fmla="*/ 82727 h 101875"/>
                <a:gd name="connsiteX4" fmla="*/ 73366 w 96119"/>
                <a:gd name="connsiteY4" fmla="*/ 75426 h 101875"/>
                <a:gd name="connsiteX5" fmla="*/ 79556 w 96119"/>
                <a:gd name="connsiteY5" fmla="*/ 69472 h 101875"/>
                <a:gd name="connsiteX6" fmla="*/ 93354 w 96119"/>
                <a:gd name="connsiteY6" fmla="*/ 82930 h 101875"/>
                <a:gd name="connsiteX7" fmla="*/ 83867 w 96119"/>
                <a:gd name="connsiteY7" fmla="*/ 91638 h 101875"/>
                <a:gd name="connsiteX8" fmla="*/ 46091 w 96119"/>
                <a:gd name="connsiteY8" fmla="*/ 101759 h 101875"/>
                <a:gd name="connsiteX9" fmla="*/ 16168 w 96119"/>
                <a:gd name="connsiteY9" fmla="*/ 89716 h 101875"/>
                <a:gd name="connsiteX10" fmla="*/ 506 w 96119"/>
                <a:gd name="connsiteY10" fmla="*/ 58160 h 101875"/>
                <a:gd name="connsiteX11" fmla="*/ 5248 w 96119"/>
                <a:gd name="connsiteY11" fmla="*/ 26756 h 101875"/>
                <a:gd name="connsiteX12" fmla="*/ 40827 w 96119"/>
                <a:gd name="connsiteY12" fmla="*/ 738 h 101875"/>
                <a:gd name="connsiteX13" fmla="*/ 70343 w 96119"/>
                <a:gd name="connsiteY13" fmla="*/ 4817 h 101875"/>
                <a:gd name="connsiteX14" fmla="*/ 94209 w 96119"/>
                <a:gd name="connsiteY14" fmla="*/ 35590 h 101875"/>
                <a:gd name="connsiteX15" fmla="*/ 95810 w 96119"/>
                <a:gd name="connsiteY15" fmla="*/ 56965 h 101875"/>
                <a:gd name="connsiteX16" fmla="*/ 20776 w 96119"/>
                <a:gd name="connsiteY16" fmla="*/ 40423 h 101875"/>
                <a:gd name="connsiteX17" fmla="*/ 74793 w 96119"/>
                <a:gd name="connsiteY17" fmla="*/ 40423 h 101875"/>
                <a:gd name="connsiteX18" fmla="*/ 50253 w 96119"/>
                <a:gd name="connsiteY18" fmla="*/ 17857 h 101875"/>
                <a:gd name="connsiteX19" fmla="*/ 20776 w 96119"/>
                <a:gd name="connsiteY19" fmla="*/ 40423 h 10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6119" h="101875">
                  <a:moveTo>
                    <a:pt x="95810" y="56965"/>
                  </a:moveTo>
                  <a:lnTo>
                    <a:pt x="20362" y="56965"/>
                  </a:lnTo>
                  <a:cubicBezTo>
                    <a:pt x="21886" y="66442"/>
                    <a:pt x="25653" y="74318"/>
                    <a:pt x="34212" y="79118"/>
                  </a:cubicBezTo>
                  <a:cubicBezTo>
                    <a:pt x="38729" y="81545"/>
                    <a:pt x="43788" y="82786"/>
                    <a:pt x="48915" y="82727"/>
                  </a:cubicBezTo>
                  <a:cubicBezTo>
                    <a:pt x="57811" y="82850"/>
                    <a:pt x="66195" y="81075"/>
                    <a:pt x="73366" y="75426"/>
                  </a:cubicBezTo>
                  <a:cubicBezTo>
                    <a:pt x="75532" y="73550"/>
                    <a:pt x="77598" y="71563"/>
                    <a:pt x="79556" y="69472"/>
                  </a:cubicBezTo>
                  <a:lnTo>
                    <a:pt x="93354" y="82930"/>
                  </a:lnTo>
                  <a:cubicBezTo>
                    <a:pt x="90598" y="86246"/>
                    <a:pt x="87407" y="89175"/>
                    <a:pt x="83867" y="91638"/>
                  </a:cubicBezTo>
                  <a:cubicBezTo>
                    <a:pt x="72486" y="99593"/>
                    <a:pt x="59751" y="102519"/>
                    <a:pt x="46091" y="101759"/>
                  </a:cubicBezTo>
                  <a:cubicBezTo>
                    <a:pt x="35014" y="101373"/>
                    <a:pt x="24424" y="97111"/>
                    <a:pt x="16168" y="89716"/>
                  </a:cubicBezTo>
                  <a:cubicBezTo>
                    <a:pt x="6826" y="81316"/>
                    <a:pt x="1889" y="70591"/>
                    <a:pt x="506" y="58160"/>
                  </a:cubicBezTo>
                  <a:cubicBezTo>
                    <a:pt x="-933" y="47454"/>
                    <a:pt x="712" y="36560"/>
                    <a:pt x="5248" y="26756"/>
                  </a:cubicBezTo>
                  <a:cubicBezTo>
                    <a:pt x="12466" y="11681"/>
                    <a:pt x="24591" y="3239"/>
                    <a:pt x="40827" y="738"/>
                  </a:cubicBezTo>
                  <a:cubicBezTo>
                    <a:pt x="50850" y="-1030"/>
                    <a:pt x="61175" y="397"/>
                    <a:pt x="70343" y="4817"/>
                  </a:cubicBezTo>
                  <a:cubicBezTo>
                    <a:pt x="83187" y="11156"/>
                    <a:pt x="90642" y="21889"/>
                    <a:pt x="94209" y="35590"/>
                  </a:cubicBezTo>
                  <a:cubicBezTo>
                    <a:pt x="95990" y="42566"/>
                    <a:pt x="96532" y="49801"/>
                    <a:pt x="95810" y="56965"/>
                  </a:cubicBezTo>
                  <a:close/>
                  <a:moveTo>
                    <a:pt x="20776" y="40423"/>
                  </a:moveTo>
                  <a:lnTo>
                    <a:pt x="74793" y="40423"/>
                  </a:lnTo>
                  <a:cubicBezTo>
                    <a:pt x="73059" y="28002"/>
                    <a:pt x="62776" y="18546"/>
                    <a:pt x="50253" y="17857"/>
                  </a:cubicBezTo>
                  <a:cubicBezTo>
                    <a:pt x="34544" y="16956"/>
                    <a:pt x="23456" y="25443"/>
                    <a:pt x="20776" y="40423"/>
                  </a:cubicBezTo>
                  <a:close/>
                </a:path>
              </a:pathLst>
            </a:custGeom>
            <a:grpFill/>
            <a:ln w="264" cap="flat">
              <a:noFill/>
              <a:prstDash val="solid"/>
              <a:miter/>
            </a:ln>
          </p:spPr>
          <p:txBody>
            <a:bodyPr rtlCol="0" anchor="ctr"/>
            <a:lstStyle/>
            <a:p>
              <a:endParaRPr lang="en-US"/>
            </a:p>
          </p:txBody>
        </p:sp>
      </p:grpSp>
      <p:sp>
        <p:nvSpPr>
          <p:cNvPr id="11" name="Freeform: Shape 10">
            <a:extLst>
              <a:ext uri="{FF2B5EF4-FFF2-40B4-BE49-F238E27FC236}">
                <a16:creationId xmlns:a16="http://schemas.microsoft.com/office/drawing/2014/main" id="{4F8F0A41-A289-44BD-93D7-44141F13C11D}"/>
              </a:ext>
            </a:extLst>
          </p:cNvPr>
          <p:cNvSpPr/>
          <p:nvPr/>
        </p:nvSpPr>
        <p:spPr>
          <a:xfrm>
            <a:off x="10624944" y="4676005"/>
            <a:ext cx="385955" cy="771933"/>
          </a:xfrm>
          <a:custGeom>
            <a:avLst/>
            <a:gdLst>
              <a:gd name="connsiteX0" fmla="*/ 1123191 w 1123226"/>
              <a:gd name="connsiteY0" fmla="*/ -73 h 2246518"/>
              <a:gd name="connsiteX1" fmla="*/ 1123191 w 1123226"/>
              <a:gd name="connsiteY1" fmla="*/ 2246446 h 2246518"/>
              <a:gd name="connsiteX2" fmla="*/ -36 w 1123226"/>
              <a:gd name="connsiteY2" fmla="*/ 1123220 h 2246518"/>
              <a:gd name="connsiteX3" fmla="*/ 1123191 w 1123226"/>
              <a:gd name="connsiteY3" fmla="*/ -7 h 2246518"/>
            </a:gdLst>
            <a:ahLst/>
            <a:cxnLst>
              <a:cxn ang="0">
                <a:pos x="connsiteX0" y="connsiteY0"/>
              </a:cxn>
              <a:cxn ang="0">
                <a:pos x="connsiteX1" y="connsiteY1"/>
              </a:cxn>
              <a:cxn ang="0">
                <a:pos x="connsiteX2" y="connsiteY2"/>
              </a:cxn>
              <a:cxn ang="0">
                <a:pos x="connsiteX3" y="connsiteY3"/>
              </a:cxn>
            </a:cxnLst>
            <a:rect l="l" t="t" r="r" b="b"/>
            <a:pathLst>
              <a:path w="1123226" h="2246518">
                <a:moveTo>
                  <a:pt x="1123191" y="-73"/>
                </a:moveTo>
                <a:lnTo>
                  <a:pt x="1123191" y="2246446"/>
                </a:lnTo>
                <a:cubicBezTo>
                  <a:pt x="502850" y="2246446"/>
                  <a:pt x="-36" y="1743560"/>
                  <a:pt x="-36" y="1123220"/>
                </a:cubicBezTo>
                <a:cubicBezTo>
                  <a:pt x="-36" y="502879"/>
                  <a:pt x="502850" y="-7"/>
                  <a:pt x="1123191" y="-7"/>
                </a:cubicBezTo>
                <a:close/>
              </a:path>
            </a:pathLst>
          </a:custGeom>
          <a:solidFill>
            <a:schemeClr val="accent3"/>
          </a:solidFill>
          <a:ln w="714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E9E5F7C-935D-44AE-B4D7-F96F0E923750}"/>
              </a:ext>
            </a:extLst>
          </p:cNvPr>
          <p:cNvSpPr/>
          <p:nvPr/>
        </p:nvSpPr>
        <p:spPr>
          <a:xfrm>
            <a:off x="11181162" y="5784447"/>
            <a:ext cx="562482" cy="557322"/>
          </a:xfrm>
          <a:custGeom>
            <a:avLst/>
            <a:gdLst>
              <a:gd name="connsiteX0" fmla="*/ -36 w 2171319"/>
              <a:gd name="connsiteY0" fmla="*/ 2151329 h 2151402"/>
              <a:gd name="connsiteX1" fmla="*/ 641949 w 2171319"/>
              <a:gd name="connsiteY1" fmla="*/ 1337313 h 2151402"/>
              <a:gd name="connsiteX2" fmla="*/ 1930063 w 2171319"/>
              <a:gd name="connsiteY2" fmla="*/ 226441 h 2151402"/>
              <a:gd name="connsiteX3" fmla="*/ 2171284 w 2171319"/>
              <a:gd name="connsiteY3" fmla="*/ -73 h 2151402"/>
              <a:gd name="connsiteX4" fmla="*/ 2171284 w 2171319"/>
              <a:gd name="connsiteY4" fmla="*/ 2151329 h 2151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319" h="2151402">
                <a:moveTo>
                  <a:pt x="-36" y="2151329"/>
                </a:moveTo>
                <a:cubicBezTo>
                  <a:pt x="32854" y="1733029"/>
                  <a:pt x="189636" y="1534661"/>
                  <a:pt x="641949" y="1337313"/>
                </a:cubicBezTo>
                <a:cubicBezTo>
                  <a:pt x="1197057" y="1092473"/>
                  <a:pt x="1570351" y="770746"/>
                  <a:pt x="1930063" y="226441"/>
                </a:cubicBezTo>
                <a:cubicBezTo>
                  <a:pt x="1991742" y="133189"/>
                  <a:pt x="2074341" y="55626"/>
                  <a:pt x="2171284" y="-73"/>
                </a:cubicBezTo>
                <a:lnTo>
                  <a:pt x="2171284" y="2151329"/>
                </a:lnTo>
                <a:close/>
              </a:path>
            </a:pathLst>
          </a:custGeom>
          <a:solidFill>
            <a:schemeClr val="accent2"/>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634EFC9-9435-416F-9F71-9ACD804CE676}"/>
              </a:ext>
            </a:extLst>
          </p:cNvPr>
          <p:cNvSpPr/>
          <p:nvPr userDrawn="1"/>
        </p:nvSpPr>
        <p:spPr>
          <a:xfrm>
            <a:off x="8205282" y="6199422"/>
            <a:ext cx="562481" cy="284695"/>
          </a:xfrm>
          <a:custGeom>
            <a:avLst/>
            <a:gdLst>
              <a:gd name="connsiteX0" fmla="*/ 2605793 w 2605792"/>
              <a:gd name="connsiteY0" fmla="*/ 1318898 h 1318898"/>
              <a:gd name="connsiteX1" fmla="*/ 2234098 w 2605792"/>
              <a:gd name="connsiteY1" fmla="*/ 663483 h 1318898"/>
              <a:gd name="connsiteX2" fmla="*/ 1862404 w 2605792"/>
              <a:gd name="connsiteY2" fmla="*/ 8058 h 1318898"/>
              <a:gd name="connsiteX3" fmla="*/ 1480642 w 2605792"/>
              <a:gd name="connsiteY3" fmla="*/ 657663 h 1318898"/>
              <a:gd name="connsiteX4" fmla="*/ 1305497 w 2605792"/>
              <a:gd name="connsiteY4" fmla="*/ 955691 h 1318898"/>
              <a:gd name="connsiteX5" fmla="*/ 1135218 w 2605792"/>
              <a:gd name="connsiteY5" fmla="*/ 655416 h 1318898"/>
              <a:gd name="connsiteX6" fmla="*/ 763524 w 2605792"/>
              <a:gd name="connsiteY6" fmla="*/ 0 h 1318898"/>
              <a:gd name="connsiteX7" fmla="*/ 381762 w 2605792"/>
              <a:gd name="connsiteY7" fmla="*/ 649605 h 1318898"/>
              <a:gd name="connsiteX8" fmla="*/ 0 w 2605792"/>
              <a:gd name="connsiteY8" fmla="*/ 1299210 h 1318898"/>
              <a:gd name="connsiteX9" fmla="*/ 753456 w 2605792"/>
              <a:gd name="connsiteY9" fmla="*/ 1305020 h 1318898"/>
              <a:gd name="connsiteX10" fmla="*/ 1506912 w 2605792"/>
              <a:gd name="connsiteY10" fmla="*/ 1310840 h 1318898"/>
              <a:gd name="connsiteX11" fmla="*/ 1506674 w 2605792"/>
              <a:gd name="connsiteY11" fmla="*/ 1310412 h 1318898"/>
              <a:gd name="connsiteX12" fmla="*/ 1852336 w 2605792"/>
              <a:gd name="connsiteY12" fmla="*/ 1313088 h 1318898"/>
              <a:gd name="connsiteX13" fmla="*/ 2605793 w 2605792"/>
              <a:gd name="connsiteY13" fmla="*/ 1318898 h 131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05792" h="1318898">
                <a:moveTo>
                  <a:pt x="2605793" y="1318898"/>
                </a:moveTo>
                <a:lnTo>
                  <a:pt x="2234098" y="663483"/>
                </a:lnTo>
                <a:lnTo>
                  <a:pt x="1862404" y="8058"/>
                </a:lnTo>
                <a:lnTo>
                  <a:pt x="1480642" y="657663"/>
                </a:lnTo>
                <a:lnTo>
                  <a:pt x="1305497" y="955691"/>
                </a:lnTo>
                <a:lnTo>
                  <a:pt x="1135218" y="655416"/>
                </a:lnTo>
                <a:lnTo>
                  <a:pt x="763524" y="0"/>
                </a:lnTo>
                <a:lnTo>
                  <a:pt x="381762" y="649605"/>
                </a:lnTo>
                <a:lnTo>
                  <a:pt x="0" y="1299210"/>
                </a:lnTo>
                <a:lnTo>
                  <a:pt x="753456" y="1305020"/>
                </a:lnTo>
                <a:lnTo>
                  <a:pt x="1506912" y="1310840"/>
                </a:lnTo>
                <a:lnTo>
                  <a:pt x="1506674" y="1310412"/>
                </a:lnTo>
                <a:lnTo>
                  <a:pt x="1852336" y="1313088"/>
                </a:lnTo>
                <a:lnTo>
                  <a:pt x="2605793" y="1318898"/>
                </a:lnTo>
                <a:close/>
              </a:path>
            </a:pathLst>
          </a:custGeom>
          <a:solidFill>
            <a:schemeClr val="accent1"/>
          </a:solidFill>
          <a:ln w="9525" cap="flat">
            <a:noFill/>
            <a:prstDash val="solid"/>
            <a:miter/>
          </a:ln>
        </p:spPr>
        <p:txBody>
          <a:bodyPr rtlCol="0" anchor="ctr"/>
          <a:lstStyle/>
          <a:p>
            <a:endParaRPr lang="en-US"/>
          </a:p>
        </p:txBody>
      </p:sp>
      <p:sp>
        <p:nvSpPr>
          <p:cNvPr id="24" name="Text Placeholder 23">
            <a:extLst>
              <a:ext uri="{FF2B5EF4-FFF2-40B4-BE49-F238E27FC236}">
                <a16:creationId xmlns:a16="http://schemas.microsoft.com/office/drawing/2014/main" id="{AF8B88C5-A0B4-414C-9D05-FA001AC5BF1B}"/>
              </a:ext>
            </a:extLst>
          </p:cNvPr>
          <p:cNvSpPr>
            <a:spLocks noGrp="1"/>
          </p:cNvSpPr>
          <p:nvPr>
            <p:ph type="body" sz="quarter" idx="10"/>
          </p:nvPr>
        </p:nvSpPr>
        <p:spPr>
          <a:xfrm>
            <a:off x="2316161" y="4522678"/>
            <a:ext cx="6300789" cy="496725"/>
          </a:xfrm>
        </p:spPr>
        <p:txBody>
          <a:bodyPr>
            <a:normAutofit/>
          </a:bodyPr>
          <a:lstStyle>
            <a:lvl1pPr marL="0" indent="0">
              <a:buNone/>
              <a:defRPr b="0">
                <a:solidFill>
                  <a:schemeClr val="bg2"/>
                </a:solidFill>
                <a:latin typeface="Inter SemiBold" panose="020B0502030000000004" pitchFamily="34" charset="0"/>
                <a:ea typeface="Inter SemiBold" panose="020B0502030000000004" pitchFamily="34" charset="0"/>
              </a:defRPr>
            </a:lvl1pPr>
          </a:lstStyle>
          <a:p>
            <a:pPr lvl="0"/>
            <a:r>
              <a:rPr lang="en-US" noProof="0"/>
              <a:t>Click to edit Master text styles</a:t>
            </a:r>
          </a:p>
        </p:txBody>
      </p:sp>
      <p:sp>
        <p:nvSpPr>
          <p:cNvPr id="25" name="Text Placeholder 23">
            <a:extLst>
              <a:ext uri="{FF2B5EF4-FFF2-40B4-BE49-F238E27FC236}">
                <a16:creationId xmlns:a16="http://schemas.microsoft.com/office/drawing/2014/main" id="{A8E95EAD-4D11-408C-A543-78867EDAC11E}"/>
              </a:ext>
            </a:extLst>
          </p:cNvPr>
          <p:cNvSpPr>
            <a:spLocks noGrp="1"/>
          </p:cNvSpPr>
          <p:nvPr>
            <p:ph type="body" sz="quarter" idx="11"/>
          </p:nvPr>
        </p:nvSpPr>
        <p:spPr>
          <a:xfrm>
            <a:off x="2325393" y="5403520"/>
            <a:ext cx="6283957" cy="797255"/>
          </a:xfrm>
        </p:spPr>
        <p:txBody>
          <a:bodyPr>
            <a:normAutofit/>
          </a:bodyPr>
          <a:lstStyle>
            <a:lvl1pPr marL="0" indent="0">
              <a:buNone/>
              <a:defRPr sz="1400">
                <a:solidFill>
                  <a:schemeClr val="bg2"/>
                </a:solidFill>
              </a:defRPr>
            </a:lvl1pPr>
          </a:lstStyle>
          <a:p>
            <a:pPr lvl="0"/>
            <a:r>
              <a:rPr lang="en-US" noProof="0"/>
              <a:t>Click to edit Master text styles</a:t>
            </a:r>
          </a:p>
        </p:txBody>
      </p:sp>
    </p:spTree>
    <p:extLst>
      <p:ext uri="{BB962C8B-B14F-4D97-AF65-F5344CB8AC3E}">
        <p14:creationId xmlns:p14="http://schemas.microsoft.com/office/powerpoint/2010/main" val="1577381885"/>
      </p:ext>
    </p:extLst>
  </p:cSld>
  <p:clrMapOvr>
    <a:masterClrMapping/>
  </p:clrMapOvr>
  <p:extLst>
    <p:ext uri="{DCECCB84-F9BA-43D5-87BE-67443E8EF086}">
      <p15:sldGuideLst xmlns:p15="http://schemas.microsoft.com/office/powerpoint/2012/main">
        <p15:guide id="1" pos="1459" userDrawn="1">
          <p15:clr>
            <a:srgbClr val="FBAE40"/>
          </p15:clr>
        </p15:guide>
        <p15:guide id="2" pos="5428" userDrawn="1">
          <p15:clr>
            <a:srgbClr val="FBAE40"/>
          </p15:clr>
        </p15:guide>
        <p15:guide id="3" orient="horz" pos="236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tel og innho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BB937F-B4E4-4D38-B9AE-ECCB527C97EB}"/>
              </a:ext>
            </a:extLst>
          </p:cNvPr>
          <p:cNvSpPr>
            <a:spLocks noGrp="1"/>
          </p:cNvSpPr>
          <p:nvPr>
            <p:ph type="sldNum" sz="quarter" idx="16"/>
          </p:nvPr>
        </p:nvSpPr>
        <p:spPr/>
        <p:txBody>
          <a:bodyPr/>
          <a:lstStyle/>
          <a:p>
            <a:fld id="{261FDEBC-E42D-42D0-B9CA-24127F1B2280}" type="slidenum">
              <a:rPr lang="nb-NO" noProof="0" smtClean="0"/>
              <a:pPr/>
              <a:t>‹#›</a:t>
            </a:fld>
            <a:endParaRPr lang="nb-NO" noProof="0"/>
          </a:p>
        </p:txBody>
      </p:sp>
      <p:sp>
        <p:nvSpPr>
          <p:cNvPr id="4" name="Title 3">
            <a:extLst>
              <a:ext uri="{FF2B5EF4-FFF2-40B4-BE49-F238E27FC236}">
                <a16:creationId xmlns:a16="http://schemas.microsoft.com/office/drawing/2014/main" id="{5054ACC8-2946-4D2A-9C31-A49E6D48BEE1}"/>
              </a:ext>
            </a:extLst>
          </p:cNvPr>
          <p:cNvSpPr>
            <a:spLocks noGrp="1"/>
          </p:cNvSpPr>
          <p:nvPr>
            <p:ph type="title"/>
          </p:nvPr>
        </p:nvSpPr>
        <p:spPr/>
        <p:txBody>
          <a:bodyPr>
            <a:normAutofit/>
          </a:bodyPr>
          <a:lstStyle/>
          <a:p>
            <a:r>
              <a:rPr lang="en-US" noProof="0"/>
              <a:t>Click to edit Master title style</a:t>
            </a:r>
            <a:endParaRPr lang="nb-NO" noProof="0"/>
          </a:p>
        </p:txBody>
      </p:sp>
      <p:sp>
        <p:nvSpPr>
          <p:cNvPr id="6" name="Content Placeholder 5">
            <a:extLst>
              <a:ext uri="{FF2B5EF4-FFF2-40B4-BE49-F238E27FC236}">
                <a16:creationId xmlns:a16="http://schemas.microsoft.com/office/drawing/2014/main" id="{611A7EBB-3399-4893-B2ED-2AB5528D3477}"/>
              </a:ext>
            </a:extLst>
          </p:cNvPr>
          <p:cNvSpPr>
            <a:spLocks noGrp="1"/>
          </p:cNvSpPr>
          <p:nvPr>
            <p:ph sz="quarter" idx="17"/>
          </p:nvPr>
        </p:nvSpPr>
        <p:spPr>
          <a:xfrm>
            <a:off x="839788" y="2097088"/>
            <a:ext cx="10514012" cy="410368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nb-NO" noProof="0"/>
          </a:p>
        </p:txBody>
      </p:sp>
      <p:sp>
        <p:nvSpPr>
          <p:cNvPr id="7" name="Text Placeholder 6">
            <a:extLst>
              <a:ext uri="{FF2B5EF4-FFF2-40B4-BE49-F238E27FC236}">
                <a16:creationId xmlns:a16="http://schemas.microsoft.com/office/drawing/2014/main" id="{13FDA777-9394-43C9-8CC2-A99E170B0927}"/>
              </a:ext>
            </a:extLst>
          </p:cNvPr>
          <p:cNvSpPr>
            <a:spLocks noGrp="1"/>
          </p:cNvSpPr>
          <p:nvPr>
            <p:ph type="body" sz="quarter" idx="18"/>
          </p:nvPr>
        </p:nvSpPr>
        <p:spPr>
          <a:xfrm>
            <a:off x="839788" y="1304925"/>
            <a:ext cx="10512425" cy="608014"/>
          </a:xfrm>
        </p:spPr>
        <p:txBody>
          <a:bodyPr>
            <a:normAutofit/>
          </a:bodyPr>
          <a:lstStyle>
            <a:lvl1pPr marL="0" indent="0">
              <a:buNone/>
              <a:defRPr sz="2800" b="0">
                <a:solidFill>
                  <a:schemeClr val="bg2"/>
                </a:solidFill>
                <a:latin typeface="Inter SemiBold" panose="020B0502030000000004" pitchFamily="34" charset="0"/>
                <a:ea typeface="Inter SemiBold" panose="020B0502030000000004" pitchFamily="34" charset="0"/>
              </a:defRPr>
            </a:lvl1pPr>
          </a:lstStyle>
          <a:p>
            <a:pPr lvl="0"/>
            <a:r>
              <a:rPr lang="en-US" noProof="0"/>
              <a:t>Click to edit Master text styles</a:t>
            </a:r>
          </a:p>
        </p:txBody>
      </p:sp>
    </p:spTree>
    <p:extLst>
      <p:ext uri="{BB962C8B-B14F-4D97-AF65-F5344CB8AC3E}">
        <p14:creationId xmlns:p14="http://schemas.microsoft.com/office/powerpoint/2010/main" val="2726927229"/>
      </p:ext>
    </p:extLst>
  </p:cSld>
  <p:clrMapOvr>
    <a:masterClrMapping/>
  </p:clrMapOvr>
  <p:extLst>
    <p:ext uri="{DCECCB84-F9BA-43D5-87BE-67443E8EF086}">
      <p15:sldGuideLst xmlns:p15="http://schemas.microsoft.com/office/powerpoint/2012/main">
        <p15:guide id="1" orient="horz" pos="82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tel og innhold to del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BB937F-B4E4-4D38-B9AE-ECCB527C97EB}"/>
              </a:ext>
            </a:extLst>
          </p:cNvPr>
          <p:cNvSpPr>
            <a:spLocks noGrp="1"/>
          </p:cNvSpPr>
          <p:nvPr>
            <p:ph type="sldNum" sz="quarter" idx="16"/>
          </p:nvPr>
        </p:nvSpPr>
        <p:spPr/>
        <p:txBody>
          <a:bodyPr/>
          <a:lstStyle/>
          <a:p>
            <a:fld id="{261FDEBC-E42D-42D0-B9CA-24127F1B2280}" type="slidenum">
              <a:rPr lang="nb-NO" noProof="0" smtClean="0"/>
              <a:pPr/>
              <a:t>‹#›</a:t>
            </a:fld>
            <a:endParaRPr lang="nb-NO" noProof="0"/>
          </a:p>
        </p:txBody>
      </p:sp>
      <p:sp>
        <p:nvSpPr>
          <p:cNvPr id="4" name="Title 3">
            <a:extLst>
              <a:ext uri="{FF2B5EF4-FFF2-40B4-BE49-F238E27FC236}">
                <a16:creationId xmlns:a16="http://schemas.microsoft.com/office/drawing/2014/main" id="{5054ACC8-2946-4D2A-9C31-A49E6D48BEE1}"/>
              </a:ext>
            </a:extLst>
          </p:cNvPr>
          <p:cNvSpPr>
            <a:spLocks noGrp="1"/>
          </p:cNvSpPr>
          <p:nvPr>
            <p:ph type="title"/>
          </p:nvPr>
        </p:nvSpPr>
        <p:spPr/>
        <p:txBody>
          <a:bodyPr>
            <a:normAutofit/>
          </a:bodyPr>
          <a:lstStyle/>
          <a:p>
            <a:r>
              <a:rPr lang="en-US" noProof="0"/>
              <a:t>Click to edit Master title style</a:t>
            </a:r>
            <a:endParaRPr lang="nb-NO" noProof="0"/>
          </a:p>
        </p:txBody>
      </p:sp>
      <p:sp>
        <p:nvSpPr>
          <p:cNvPr id="6" name="Content Placeholder 5">
            <a:extLst>
              <a:ext uri="{FF2B5EF4-FFF2-40B4-BE49-F238E27FC236}">
                <a16:creationId xmlns:a16="http://schemas.microsoft.com/office/drawing/2014/main" id="{611A7EBB-3399-4893-B2ED-2AB5528D3477}"/>
              </a:ext>
            </a:extLst>
          </p:cNvPr>
          <p:cNvSpPr>
            <a:spLocks noGrp="1"/>
          </p:cNvSpPr>
          <p:nvPr>
            <p:ph sz="quarter" idx="17"/>
          </p:nvPr>
        </p:nvSpPr>
        <p:spPr>
          <a:xfrm>
            <a:off x="839788" y="2097088"/>
            <a:ext cx="4932362" cy="410368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nb-NO" noProof="0"/>
          </a:p>
        </p:txBody>
      </p:sp>
      <p:sp>
        <p:nvSpPr>
          <p:cNvPr id="7" name="Text Placeholder 6">
            <a:extLst>
              <a:ext uri="{FF2B5EF4-FFF2-40B4-BE49-F238E27FC236}">
                <a16:creationId xmlns:a16="http://schemas.microsoft.com/office/drawing/2014/main" id="{13FDA777-9394-43C9-8CC2-A99E170B0927}"/>
              </a:ext>
            </a:extLst>
          </p:cNvPr>
          <p:cNvSpPr>
            <a:spLocks noGrp="1"/>
          </p:cNvSpPr>
          <p:nvPr>
            <p:ph type="body" sz="quarter" idx="18"/>
          </p:nvPr>
        </p:nvSpPr>
        <p:spPr>
          <a:xfrm>
            <a:off x="839788" y="1304925"/>
            <a:ext cx="10512425" cy="608014"/>
          </a:xfrm>
        </p:spPr>
        <p:txBody>
          <a:bodyPr>
            <a:normAutofit/>
          </a:bodyPr>
          <a:lstStyle>
            <a:lvl1pPr marL="0" indent="0">
              <a:buNone/>
              <a:defRPr sz="2800" b="0">
                <a:solidFill>
                  <a:schemeClr val="bg2"/>
                </a:solidFill>
                <a:latin typeface="Inter SemiBold" panose="020B0502030000000004" pitchFamily="34" charset="0"/>
                <a:ea typeface="Inter SemiBold" panose="020B0502030000000004" pitchFamily="34" charset="0"/>
              </a:defRPr>
            </a:lvl1pPr>
          </a:lstStyle>
          <a:p>
            <a:pPr lvl="0"/>
            <a:r>
              <a:rPr lang="en-US" noProof="0"/>
              <a:t>Click to edit Master text styles</a:t>
            </a:r>
          </a:p>
        </p:txBody>
      </p:sp>
      <p:sp>
        <p:nvSpPr>
          <p:cNvPr id="8" name="Content Placeholder 7">
            <a:extLst>
              <a:ext uri="{FF2B5EF4-FFF2-40B4-BE49-F238E27FC236}">
                <a16:creationId xmlns:a16="http://schemas.microsoft.com/office/drawing/2014/main" id="{B51E888E-743F-4571-9AFC-D2D0A84D79D0}"/>
              </a:ext>
            </a:extLst>
          </p:cNvPr>
          <p:cNvSpPr>
            <a:spLocks noGrp="1"/>
          </p:cNvSpPr>
          <p:nvPr>
            <p:ph sz="quarter" idx="19"/>
          </p:nvPr>
        </p:nvSpPr>
        <p:spPr>
          <a:xfrm>
            <a:off x="6419851" y="2097088"/>
            <a:ext cx="4933950" cy="410368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nb-NO" noProof="0"/>
          </a:p>
        </p:txBody>
      </p:sp>
    </p:spTree>
    <p:extLst>
      <p:ext uri="{BB962C8B-B14F-4D97-AF65-F5344CB8AC3E}">
        <p14:creationId xmlns:p14="http://schemas.microsoft.com/office/powerpoint/2010/main" val="1539213859"/>
      </p:ext>
    </p:extLst>
  </p:cSld>
  <p:clrMapOvr>
    <a:masterClrMapping/>
  </p:clrMapOvr>
  <p:extLst>
    <p:ext uri="{DCECCB84-F9BA-43D5-87BE-67443E8EF086}">
      <p15:sldGuideLst xmlns:p15="http://schemas.microsoft.com/office/powerpoint/2012/main">
        <p15:guide id="1" orient="horz" pos="822" userDrawn="1">
          <p15:clr>
            <a:srgbClr val="FBAE40"/>
          </p15:clr>
        </p15:guide>
        <p15:guide id="2" pos="3636" userDrawn="1">
          <p15:clr>
            <a:srgbClr val="FBAE40"/>
          </p15:clr>
        </p15:guide>
        <p15:guide id="3" pos="404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tel og innhold tre del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BB937F-B4E4-4D38-B9AE-ECCB527C97EB}"/>
              </a:ext>
            </a:extLst>
          </p:cNvPr>
          <p:cNvSpPr>
            <a:spLocks noGrp="1"/>
          </p:cNvSpPr>
          <p:nvPr>
            <p:ph type="sldNum" sz="quarter" idx="16"/>
          </p:nvPr>
        </p:nvSpPr>
        <p:spPr/>
        <p:txBody>
          <a:bodyPr/>
          <a:lstStyle/>
          <a:p>
            <a:fld id="{261FDEBC-E42D-42D0-B9CA-24127F1B2280}" type="slidenum">
              <a:rPr lang="nb-NO" noProof="0" smtClean="0"/>
              <a:pPr/>
              <a:t>‹#›</a:t>
            </a:fld>
            <a:endParaRPr lang="nb-NO" noProof="0"/>
          </a:p>
        </p:txBody>
      </p:sp>
      <p:sp>
        <p:nvSpPr>
          <p:cNvPr id="4" name="Title 3">
            <a:extLst>
              <a:ext uri="{FF2B5EF4-FFF2-40B4-BE49-F238E27FC236}">
                <a16:creationId xmlns:a16="http://schemas.microsoft.com/office/drawing/2014/main" id="{5054ACC8-2946-4D2A-9C31-A49E6D48BEE1}"/>
              </a:ext>
            </a:extLst>
          </p:cNvPr>
          <p:cNvSpPr>
            <a:spLocks noGrp="1"/>
          </p:cNvSpPr>
          <p:nvPr>
            <p:ph type="title"/>
          </p:nvPr>
        </p:nvSpPr>
        <p:spPr/>
        <p:txBody>
          <a:bodyPr>
            <a:normAutofit/>
          </a:bodyPr>
          <a:lstStyle/>
          <a:p>
            <a:r>
              <a:rPr lang="en-US" noProof="0"/>
              <a:t>Click to edit Master title style</a:t>
            </a:r>
            <a:endParaRPr lang="nb-NO" noProof="0"/>
          </a:p>
        </p:txBody>
      </p:sp>
      <p:sp>
        <p:nvSpPr>
          <p:cNvPr id="6" name="Content Placeholder 5">
            <a:extLst>
              <a:ext uri="{FF2B5EF4-FFF2-40B4-BE49-F238E27FC236}">
                <a16:creationId xmlns:a16="http://schemas.microsoft.com/office/drawing/2014/main" id="{611A7EBB-3399-4893-B2ED-2AB5528D3477}"/>
              </a:ext>
            </a:extLst>
          </p:cNvPr>
          <p:cNvSpPr>
            <a:spLocks noGrp="1"/>
          </p:cNvSpPr>
          <p:nvPr>
            <p:ph sz="quarter" idx="17"/>
          </p:nvPr>
        </p:nvSpPr>
        <p:spPr>
          <a:xfrm>
            <a:off x="839788" y="2097088"/>
            <a:ext cx="3060700" cy="410368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nb-NO" noProof="0"/>
          </a:p>
        </p:txBody>
      </p:sp>
      <p:sp>
        <p:nvSpPr>
          <p:cNvPr id="7" name="Text Placeholder 6">
            <a:extLst>
              <a:ext uri="{FF2B5EF4-FFF2-40B4-BE49-F238E27FC236}">
                <a16:creationId xmlns:a16="http://schemas.microsoft.com/office/drawing/2014/main" id="{13FDA777-9394-43C9-8CC2-A99E170B0927}"/>
              </a:ext>
            </a:extLst>
          </p:cNvPr>
          <p:cNvSpPr>
            <a:spLocks noGrp="1"/>
          </p:cNvSpPr>
          <p:nvPr>
            <p:ph type="body" sz="quarter" idx="18"/>
          </p:nvPr>
        </p:nvSpPr>
        <p:spPr>
          <a:xfrm>
            <a:off x="839788" y="1304925"/>
            <a:ext cx="10512425" cy="608014"/>
          </a:xfrm>
        </p:spPr>
        <p:txBody>
          <a:bodyPr>
            <a:normAutofit/>
          </a:bodyPr>
          <a:lstStyle>
            <a:lvl1pPr marL="0" indent="0">
              <a:buNone/>
              <a:defRPr sz="2800" b="0">
                <a:solidFill>
                  <a:schemeClr val="bg2"/>
                </a:solidFill>
                <a:latin typeface="Inter SemiBold" panose="020B0502030000000004" pitchFamily="34" charset="0"/>
                <a:ea typeface="Inter SemiBold" panose="020B0502030000000004" pitchFamily="34" charset="0"/>
              </a:defRPr>
            </a:lvl1pPr>
          </a:lstStyle>
          <a:p>
            <a:pPr lvl="0"/>
            <a:r>
              <a:rPr lang="en-US" noProof="0"/>
              <a:t>Click to edit Master text styles</a:t>
            </a:r>
          </a:p>
        </p:txBody>
      </p:sp>
      <p:sp>
        <p:nvSpPr>
          <p:cNvPr id="8" name="Content Placeholder 7">
            <a:extLst>
              <a:ext uri="{FF2B5EF4-FFF2-40B4-BE49-F238E27FC236}">
                <a16:creationId xmlns:a16="http://schemas.microsoft.com/office/drawing/2014/main" id="{B51E888E-743F-4571-9AFC-D2D0A84D79D0}"/>
              </a:ext>
            </a:extLst>
          </p:cNvPr>
          <p:cNvSpPr>
            <a:spLocks noGrp="1"/>
          </p:cNvSpPr>
          <p:nvPr>
            <p:ph sz="quarter" idx="19"/>
          </p:nvPr>
        </p:nvSpPr>
        <p:spPr>
          <a:xfrm>
            <a:off x="8291513" y="2097088"/>
            <a:ext cx="3062287" cy="410368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nb-NO" noProof="0"/>
          </a:p>
        </p:txBody>
      </p:sp>
      <p:sp>
        <p:nvSpPr>
          <p:cNvPr id="11" name="Content Placeholder 5">
            <a:extLst>
              <a:ext uri="{FF2B5EF4-FFF2-40B4-BE49-F238E27FC236}">
                <a16:creationId xmlns:a16="http://schemas.microsoft.com/office/drawing/2014/main" id="{B768B532-41DC-4774-AEC1-0AB166390D97}"/>
              </a:ext>
            </a:extLst>
          </p:cNvPr>
          <p:cNvSpPr>
            <a:spLocks noGrp="1"/>
          </p:cNvSpPr>
          <p:nvPr>
            <p:ph sz="quarter" idx="20"/>
          </p:nvPr>
        </p:nvSpPr>
        <p:spPr>
          <a:xfrm>
            <a:off x="4548187" y="2098677"/>
            <a:ext cx="3095625" cy="410368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nb-NO" noProof="0"/>
          </a:p>
        </p:txBody>
      </p:sp>
    </p:spTree>
    <p:extLst>
      <p:ext uri="{BB962C8B-B14F-4D97-AF65-F5344CB8AC3E}">
        <p14:creationId xmlns:p14="http://schemas.microsoft.com/office/powerpoint/2010/main" val="3983520175"/>
      </p:ext>
    </p:extLst>
  </p:cSld>
  <p:clrMapOvr>
    <a:masterClrMapping/>
  </p:clrMapOvr>
  <p:extLst>
    <p:ext uri="{DCECCB84-F9BA-43D5-87BE-67443E8EF086}">
      <p15:sldGuideLst xmlns:p15="http://schemas.microsoft.com/office/powerpoint/2012/main">
        <p15:guide id="1" orient="horz" pos="822" userDrawn="1">
          <p15:clr>
            <a:srgbClr val="FBAE40"/>
          </p15:clr>
        </p15:guide>
        <p15:guide id="2" pos="2457" userDrawn="1">
          <p15:clr>
            <a:srgbClr val="FBAE40"/>
          </p15:clr>
        </p15:guide>
        <p15:guide id="3" pos="5223" userDrawn="1">
          <p15:clr>
            <a:srgbClr val="FBAE40"/>
          </p15:clr>
        </p15:guide>
        <p15:guide id="4" pos="2865" userDrawn="1">
          <p15:clr>
            <a:srgbClr val="FBAE40"/>
          </p15:clr>
        </p15:guide>
        <p15:guide id="5" pos="481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tel">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BB937F-B4E4-4D38-B9AE-ECCB527C97EB}"/>
              </a:ext>
            </a:extLst>
          </p:cNvPr>
          <p:cNvSpPr>
            <a:spLocks noGrp="1"/>
          </p:cNvSpPr>
          <p:nvPr>
            <p:ph type="sldNum" sz="quarter" idx="16"/>
          </p:nvPr>
        </p:nvSpPr>
        <p:spPr/>
        <p:txBody>
          <a:bodyPr/>
          <a:lstStyle/>
          <a:p>
            <a:fld id="{261FDEBC-E42D-42D0-B9CA-24127F1B2280}" type="slidenum">
              <a:rPr lang="nb-NO" noProof="0" smtClean="0"/>
              <a:pPr/>
              <a:t>‹#›</a:t>
            </a:fld>
            <a:endParaRPr lang="nb-NO" noProof="0"/>
          </a:p>
        </p:txBody>
      </p:sp>
      <p:sp>
        <p:nvSpPr>
          <p:cNvPr id="4" name="Title 3">
            <a:extLst>
              <a:ext uri="{FF2B5EF4-FFF2-40B4-BE49-F238E27FC236}">
                <a16:creationId xmlns:a16="http://schemas.microsoft.com/office/drawing/2014/main" id="{5054ACC8-2946-4D2A-9C31-A49E6D48BEE1}"/>
              </a:ext>
            </a:extLst>
          </p:cNvPr>
          <p:cNvSpPr>
            <a:spLocks noGrp="1"/>
          </p:cNvSpPr>
          <p:nvPr>
            <p:ph type="title"/>
          </p:nvPr>
        </p:nvSpPr>
        <p:spPr/>
        <p:txBody>
          <a:bodyPr>
            <a:normAutofit/>
          </a:bodyPr>
          <a:lstStyle/>
          <a:p>
            <a:r>
              <a:rPr lang="en-US" noProof="0"/>
              <a:t>Click to edit Master title style</a:t>
            </a:r>
            <a:endParaRPr lang="nb-NO" noProof="0"/>
          </a:p>
        </p:txBody>
      </p:sp>
      <p:sp>
        <p:nvSpPr>
          <p:cNvPr id="7" name="Text Placeholder 6">
            <a:extLst>
              <a:ext uri="{FF2B5EF4-FFF2-40B4-BE49-F238E27FC236}">
                <a16:creationId xmlns:a16="http://schemas.microsoft.com/office/drawing/2014/main" id="{13FDA777-9394-43C9-8CC2-A99E170B0927}"/>
              </a:ext>
            </a:extLst>
          </p:cNvPr>
          <p:cNvSpPr>
            <a:spLocks noGrp="1"/>
          </p:cNvSpPr>
          <p:nvPr>
            <p:ph type="body" sz="quarter" idx="18"/>
          </p:nvPr>
        </p:nvSpPr>
        <p:spPr>
          <a:xfrm>
            <a:off x="839788" y="1304925"/>
            <a:ext cx="10512425" cy="608014"/>
          </a:xfrm>
        </p:spPr>
        <p:txBody>
          <a:bodyPr>
            <a:normAutofit/>
          </a:bodyPr>
          <a:lstStyle>
            <a:lvl1pPr marL="0" indent="0">
              <a:buNone/>
              <a:defRPr sz="2800" b="0">
                <a:solidFill>
                  <a:schemeClr val="bg2"/>
                </a:solidFill>
                <a:latin typeface="Inter SemiBold" panose="020B0502030000000004" pitchFamily="34" charset="0"/>
                <a:ea typeface="Inter SemiBold" panose="020B0502030000000004" pitchFamily="34" charset="0"/>
              </a:defRPr>
            </a:lvl1pPr>
          </a:lstStyle>
          <a:p>
            <a:pPr lvl="0"/>
            <a:r>
              <a:rPr lang="en-US" noProof="0"/>
              <a:t>Click to edit Master text styles</a:t>
            </a:r>
          </a:p>
        </p:txBody>
      </p:sp>
    </p:spTree>
    <p:extLst>
      <p:ext uri="{BB962C8B-B14F-4D97-AF65-F5344CB8AC3E}">
        <p14:creationId xmlns:p14="http://schemas.microsoft.com/office/powerpoint/2010/main" val="2829091909"/>
      </p:ext>
    </p:extLst>
  </p:cSld>
  <p:clrMapOvr>
    <a:masterClrMapping/>
  </p:clrMapOvr>
  <p:extLst>
    <p:ext uri="{DCECCB84-F9BA-43D5-87BE-67443E8EF086}">
      <p15:sldGuideLst xmlns:p15="http://schemas.microsoft.com/office/powerpoint/2012/main">
        <p15:guide id="1" orient="horz" pos="82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tel og tekst alternativ">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E829F-C6B1-4E47-BE73-78ADAC85651B}"/>
              </a:ext>
            </a:extLst>
          </p:cNvPr>
          <p:cNvSpPr>
            <a:spLocks noGrp="1"/>
          </p:cNvSpPr>
          <p:nvPr>
            <p:ph type="title"/>
          </p:nvPr>
        </p:nvSpPr>
        <p:spPr>
          <a:xfrm>
            <a:off x="839788" y="3012193"/>
            <a:ext cx="10512425" cy="992117"/>
          </a:xfrm>
        </p:spPr>
        <p:txBody>
          <a:bodyPr>
            <a:normAutofit/>
          </a:bodyPr>
          <a:lstStyle/>
          <a:p>
            <a:r>
              <a:rPr lang="en-US" noProof="0"/>
              <a:t>Click to edit Master title style</a:t>
            </a:r>
            <a:endParaRPr lang="nb-NO" noProof="0"/>
          </a:p>
        </p:txBody>
      </p:sp>
      <p:sp>
        <p:nvSpPr>
          <p:cNvPr id="4" name="Text Placeholder 3">
            <a:extLst>
              <a:ext uri="{FF2B5EF4-FFF2-40B4-BE49-F238E27FC236}">
                <a16:creationId xmlns:a16="http://schemas.microsoft.com/office/drawing/2014/main" id="{38B6F8E5-4F25-4B20-9C00-5D1EE30C25E3}"/>
              </a:ext>
            </a:extLst>
          </p:cNvPr>
          <p:cNvSpPr>
            <a:spLocks noGrp="1"/>
          </p:cNvSpPr>
          <p:nvPr>
            <p:ph type="body" sz="quarter" idx="10"/>
          </p:nvPr>
        </p:nvSpPr>
        <p:spPr>
          <a:xfrm>
            <a:off x="839788" y="4004310"/>
            <a:ext cx="10512425" cy="219646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nb-NO" noProof="0"/>
          </a:p>
        </p:txBody>
      </p:sp>
    </p:spTree>
    <p:extLst>
      <p:ext uri="{BB962C8B-B14F-4D97-AF65-F5344CB8AC3E}">
        <p14:creationId xmlns:p14="http://schemas.microsoft.com/office/powerpoint/2010/main" val="118192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tel og bilde helside">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21793A7B-AE56-C74D-83CD-6C0067FBC033}"/>
              </a:ext>
            </a:extLst>
          </p:cNvPr>
          <p:cNvSpPr>
            <a:spLocks noGrp="1"/>
          </p:cNvSpPr>
          <p:nvPr>
            <p:ph type="pic" sz="quarter" idx="15"/>
          </p:nvPr>
        </p:nvSpPr>
        <p:spPr>
          <a:xfrm>
            <a:off x="0" y="0"/>
            <a:ext cx="12192000" cy="6858000"/>
          </a:xfrm>
          <a:prstGeom prst="rect">
            <a:avLst/>
          </a:prstGeom>
        </p:spPr>
        <p:txBody>
          <a:bodyPr anchor="ctr"/>
          <a:lstStyle>
            <a:lvl1pPr marL="0" indent="0" algn="ctr">
              <a:buNone/>
              <a:defRPr sz="1600" b="1">
                <a:solidFill>
                  <a:schemeClr val="bg2"/>
                </a:solidFill>
                <a:latin typeface="Inter" panose="020B0502030000000004" pitchFamily="34" charset="0"/>
                <a:ea typeface="Inter" panose="020B0502030000000004" pitchFamily="34" charset="0"/>
              </a:defRPr>
            </a:lvl1pPr>
          </a:lstStyle>
          <a:p>
            <a:r>
              <a:rPr lang="en-US" noProof="0"/>
              <a:t>Click icon to add picture</a:t>
            </a:r>
            <a:endParaRPr lang="nb-NO" noProof="0"/>
          </a:p>
        </p:txBody>
      </p:sp>
      <p:sp>
        <p:nvSpPr>
          <p:cNvPr id="2" name="Title 1">
            <a:extLst>
              <a:ext uri="{FF2B5EF4-FFF2-40B4-BE49-F238E27FC236}">
                <a16:creationId xmlns:a16="http://schemas.microsoft.com/office/drawing/2014/main" id="{B154E7DB-23CD-4B89-B557-9FC8FFE20DF2}"/>
              </a:ext>
            </a:extLst>
          </p:cNvPr>
          <p:cNvSpPr>
            <a:spLocks noGrp="1"/>
          </p:cNvSpPr>
          <p:nvPr>
            <p:ph type="title"/>
          </p:nvPr>
        </p:nvSpPr>
        <p:spPr>
          <a:xfrm>
            <a:off x="839788" y="5016817"/>
            <a:ext cx="10512425" cy="1183958"/>
          </a:xfrm>
        </p:spPr>
        <p:txBody>
          <a:bodyPr anchor="b">
            <a:normAutofit/>
          </a:bodyPr>
          <a:lstStyle/>
          <a:p>
            <a:r>
              <a:rPr lang="en-US" noProof="0"/>
              <a:t>Click to edit Master title style</a:t>
            </a:r>
            <a:endParaRPr lang="nb-NO" noProof="0"/>
          </a:p>
        </p:txBody>
      </p:sp>
    </p:spTree>
    <p:extLst>
      <p:ext uri="{BB962C8B-B14F-4D97-AF65-F5344CB8AC3E}">
        <p14:creationId xmlns:p14="http://schemas.microsoft.com/office/powerpoint/2010/main" val="1113426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presentasjon">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ED25A7A-261A-0B43-A8E9-F01017A8A176}"/>
              </a:ext>
            </a:extLst>
          </p:cNvPr>
          <p:cNvSpPr>
            <a:spLocks noGrp="1"/>
          </p:cNvSpPr>
          <p:nvPr>
            <p:ph type="pic" sz="quarter" idx="11"/>
          </p:nvPr>
        </p:nvSpPr>
        <p:spPr>
          <a:xfrm>
            <a:off x="1464082" y="2663280"/>
            <a:ext cx="1212850" cy="1530350"/>
          </a:xfrm>
          <a:prstGeom prst="rect">
            <a:avLst/>
          </a:prstGeom>
        </p:spPr>
        <p:txBody>
          <a:bodyPr anchor="ctr"/>
          <a:lstStyle>
            <a:lvl1pPr marL="0" indent="0" algn="ctr">
              <a:buNone/>
              <a:defRPr sz="1400" b="1">
                <a:solidFill>
                  <a:schemeClr val="bg2"/>
                </a:solidFill>
                <a:latin typeface="Inter" panose="020B0502030000000004" pitchFamily="34" charset="0"/>
                <a:ea typeface="Inter" panose="020B0502030000000004" pitchFamily="34" charset="0"/>
              </a:defRPr>
            </a:lvl1pPr>
          </a:lstStyle>
          <a:p>
            <a:r>
              <a:rPr lang="en-US" noProof="0"/>
              <a:t>Click icon to add picture</a:t>
            </a:r>
            <a:endParaRPr lang="nb-NO" noProof="0"/>
          </a:p>
        </p:txBody>
      </p:sp>
      <p:sp>
        <p:nvSpPr>
          <p:cNvPr id="39" name="Picture Placeholder 8">
            <a:extLst>
              <a:ext uri="{FF2B5EF4-FFF2-40B4-BE49-F238E27FC236}">
                <a16:creationId xmlns:a16="http://schemas.microsoft.com/office/drawing/2014/main" id="{9166DD9E-55E8-7C4D-A3FB-F01421C54124}"/>
              </a:ext>
            </a:extLst>
          </p:cNvPr>
          <p:cNvSpPr>
            <a:spLocks noGrp="1"/>
          </p:cNvSpPr>
          <p:nvPr>
            <p:ph type="pic" sz="quarter" idx="12"/>
          </p:nvPr>
        </p:nvSpPr>
        <p:spPr>
          <a:xfrm>
            <a:off x="3070275" y="2663280"/>
            <a:ext cx="1212850" cy="1530350"/>
          </a:xfrm>
          <a:prstGeom prst="rect">
            <a:avLst/>
          </a:prstGeom>
        </p:spPr>
        <p:txBody>
          <a:bodyPr anchor="ctr"/>
          <a:lstStyle>
            <a:lvl1pPr marL="0" indent="0" algn="ctr">
              <a:buNone/>
              <a:defRPr sz="1400" b="1">
                <a:solidFill>
                  <a:schemeClr val="bg2"/>
                </a:solidFill>
                <a:latin typeface="Inter" panose="020B0502030000000004" pitchFamily="34" charset="0"/>
                <a:ea typeface="Inter" panose="020B0502030000000004" pitchFamily="34" charset="0"/>
              </a:defRPr>
            </a:lvl1pPr>
          </a:lstStyle>
          <a:p>
            <a:r>
              <a:rPr lang="en-US" noProof="0"/>
              <a:t>Click icon to add picture</a:t>
            </a:r>
            <a:endParaRPr lang="nb-NO" noProof="0"/>
          </a:p>
        </p:txBody>
      </p:sp>
      <p:sp>
        <p:nvSpPr>
          <p:cNvPr id="40" name="Picture Placeholder 8">
            <a:extLst>
              <a:ext uri="{FF2B5EF4-FFF2-40B4-BE49-F238E27FC236}">
                <a16:creationId xmlns:a16="http://schemas.microsoft.com/office/drawing/2014/main" id="{869A3281-93B9-D044-95C7-95EE88207E90}"/>
              </a:ext>
            </a:extLst>
          </p:cNvPr>
          <p:cNvSpPr>
            <a:spLocks noGrp="1"/>
          </p:cNvSpPr>
          <p:nvPr>
            <p:ph type="pic" sz="quarter" idx="13"/>
          </p:nvPr>
        </p:nvSpPr>
        <p:spPr>
          <a:xfrm>
            <a:off x="4676468" y="2663280"/>
            <a:ext cx="1212850" cy="1530350"/>
          </a:xfrm>
          <a:prstGeom prst="rect">
            <a:avLst/>
          </a:prstGeom>
        </p:spPr>
        <p:txBody>
          <a:bodyPr anchor="ctr"/>
          <a:lstStyle>
            <a:lvl1pPr marL="0" indent="0" algn="ctr">
              <a:buNone/>
              <a:defRPr sz="1400" b="1">
                <a:solidFill>
                  <a:schemeClr val="bg2"/>
                </a:solidFill>
                <a:latin typeface="Inter" panose="020B0502030000000004" pitchFamily="34" charset="0"/>
                <a:ea typeface="Inter" panose="020B0502030000000004" pitchFamily="34" charset="0"/>
              </a:defRPr>
            </a:lvl1pPr>
          </a:lstStyle>
          <a:p>
            <a:r>
              <a:rPr lang="en-US" noProof="0"/>
              <a:t>Click icon to add picture</a:t>
            </a:r>
            <a:endParaRPr lang="nb-NO" noProof="0"/>
          </a:p>
        </p:txBody>
      </p:sp>
      <p:sp>
        <p:nvSpPr>
          <p:cNvPr id="41" name="Picture Placeholder 8">
            <a:extLst>
              <a:ext uri="{FF2B5EF4-FFF2-40B4-BE49-F238E27FC236}">
                <a16:creationId xmlns:a16="http://schemas.microsoft.com/office/drawing/2014/main" id="{04C4C85B-DBC6-1C48-8254-CC69EED702D3}"/>
              </a:ext>
            </a:extLst>
          </p:cNvPr>
          <p:cNvSpPr>
            <a:spLocks noGrp="1"/>
          </p:cNvSpPr>
          <p:nvPr>
            <p:ph type="pic" sz="quarter" idx="14"/>
          </p:nvPr>
        </p:nvSpPr>
        <p:spPr>
          <a:xfrm>
            <a:off x="6282661" y="2663280"/>
            <a:ext cx="1212850" cy="1530350"/>
          </a:xfrm>
          <a:prstGeom prst="rect">
            <a:avLst/>
          </a:prstGeom>
        </p:spPr>
        <p:txBody>
          <a:bodyPr anchor="ctr"/>
          <a:lstStyle>
            <a:lvl1pPr marL="0" indent="0" algn="ctr">
              <a:buNone/>
              <a:defRPr sz="1400" b="1">
                <a:solidFill>
                  <a:schemeClr val="bg2"/>
                </a:solidFill>
                <a:latin typeface="Inter" panose="020B0502030000000004" pitchFamily="34" charset="0"/>
                <a:ea typeface="Inter" panose="020B0502030000000004" pitchFamily="34" charset="0"/>
              </a:defRPr>
            </a:lvl1pPr>
          </a:lstStyle>
          <a:p>
            <a:r>
              <a:rPr lang="en-US" noProof="0"/>
              <a:t>Click icon to add picture</a:t>
            </a:r>
            <a:endParaRPr lang="nb-NO" noProof="0"/>
          </a:p>
        </p:txBody>
      </p:sp>
      <p:sp>
        <p:nvSpPr>
          <p:cNvPr id="42" name="Picture Placeholder 8">
            <a:extLst>
              <a:ext uri="{FF2B5EF4-FFF2-40B4-BE49-F238E27FC236}">
                <a16:creationId xmlns:a16="http://schemas.microsoft.com/office/drawing/2014/main" id="{E176FB11-84E3-7D49-9208-B88D1A3862F9}"/>
              </a:ext>
            </a:extLst>
          </p:cNvPr>
          <p:cNvSpPr>
            <a:spLocks noGrp="1"/>
          </p:cNvSpPr>
          <p:nvPr>
            <p:ph type="pic" sz="quarter" idx="15"/>
          </p:nvPr>
        </p:nvSpPr>
        <p:spPr>
          <a:xfrm>
            <a:off x="7888854" y="2663280"/>
            <a:ext cx="1212850" cy="1530350"/>
          </a:xfrm>
          <a:prstGeom prst="rect">
            <a:avLst/>
          </a:prstGeom>
        </p:spPr>
        <p:txBody>
          <a:bodyPr anchor="ctr"/>
          <a:lstStyle>
            <a:lvl1pPr marL="0" indent="0" algn="ctr">
              <a:buNone/>
              <a:defRPr sz="1400" b="1">
                <a:solidFill>
                  <a:schemeClr val="bg2"/>
                </a:solidFill>
                <a:latin typeface="Inter" panose="020B0502030000000004" pitchFamily="34" charset="0"/>
                <a:ea typeface="Inter" panose="020B0502030000000004" pitchFamily="34" charset="0"/>
              </a:defRPr>
            </a:lvl1pPr>
          </a:lstStyle>
          <a:p>
            <a:r>
              <a:rPr lang="en-US" noProof="0"/>
              <a:t>Click icon to add picture</a:t>
            </a:r>
            <a:endParaRPr lang="nb-NO" noProof="0"/>
          </a:p>
        </p:txBody>
      </p:sp>
      <p:sp>
        <p:nvSpPr>
          <p:cNvPr id="43" name="Picture Placeholder 8">
            <a:extLst>
              <a:ext uri="{FF2B5EF4-FFF2-40B4-BE49-F238E27FC236}">
                <a16:creationId xmlns:a16="http://schemas.microsoft.com/office/drawing/2014/main" id="{51E255ED-408C-D643-901C-F53FAC705403}"/>
              </a:ext>
            </a:extLst>
          </p:cNvPr>
          <p:cNvSpPr>
            <a:spLocks noGrp="1"/>
          </p:cNvSpPr>
          <p:nvPr>
            <p:ph type="pic" sz="quarter" idx="16"/>
          </p:nvPr>
        </p:nvSpPr>
        <p:spPr>
          <a:xfrm>
            <a:off x="9495047" y="2663280"/>
            <a:ext cx="1212850" cy="1530350"/>
          </a:xfrm>
          <a:prstGeom prst="rect">
            <a:avLst/>
          </a:prstGeom>
        </p:spPr>
        <p:txBody>
          <a:bodyPr anchor="ctr"/>
          <a:lstStyle>
            <a:lvl1pPr marL="0" indent="0" algn="ctr">
              <a:buNone/>
              <a:defRPr sz="1400" b="1">
                <a:solidFill>
                  <a:schemeClr val="bg2"/>
                </a:solidFill>
                <a:latin typeface="Inter" panose="020B0502030000000004" pitchFamily="34" charset="0"/>
                <a:ea typeface="Inter" panose="020B0502030000000004" pitchFamily="34" charset="0"/>
              </a:defRPr>
            </a:lvl1pPr>
          </a:lstStyle>
          <a:p>
            <a:r>
              <a:rPr lang="en-US" noProof="0"/>
              <a:t>Click icon to add picture</a:t>
            </a:r>
            <a:endParaRPr lang="nb-NO" noProof="0"/>
          </a:p>
        </p:txBody>
      </p:sp>
      <p:sp>
        <p:nvSpPr>
          <p:cNvPr id="23" name="Text Placeholder 43">
            <a:extLst>
              <a:ext uri="{FF2B5EF4-FFF2-40B4-BE49-F238E27FC236}">
                <a16:creationId xmlns:a16="http://schemas.microsoft.com/office/drawing/2014/main" id="{35CFAD26-538C-DC40-8739-EEB6E082782A}"/>
              </a:ext>
            </a:extLst>
          </p:cNvPr>
          <p:cNvSpPr>
            <a:spLocks noGrp="1"/>
          </p:cNvSpPr>
          <p:nvPr>
            <p:ph type="body" sz="quarter" idx="17" hasCustomPrompt="1"/>
          </p:nvPr>
        </p:nvSpPr>
        <p:spPr>
          <a:xfrm>
            <a:off x="1464082" y="4625082"/>
            <a:ext cx="1440287" cy="256481"/>
          </a:xfrm>
          <a:prstGeom prst="rect">
            <a:avLst/>
          </a:prstGeom>
        </p:spPr>
        <p:txBody>
          <a:bodyPr>
            <a:normAutofit/>
          </a:bodyPr>
          <a:lstStyle>
            <a:lvl1pPr marL="0" indent="0">
              <a:buNone/>
              <a:defRPr lang="en-NO" sz="1050" kern="1200" cap="all" baseline="0" dirty="0" smtClean="0">
                <a:solidFill>
                  <a:schemeClr val="bg2"/>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TITTEL</a:t>
            </a:r>
          </a:p>
        </p:txBody>
      </p:sp>
      <p:sp>
        <p:nvSpPr>
          <p:cNvPr id="2" name="Title 1">
            <a:extLst>
              <a:ext uri="{FF2B5EF4-FFF2-40B4-BE49-F238E27FC236}">
                <a16:creationId xmlns:a16="http://schemas.microsoft.com/office/drawing/2014/main" id="{669511DB-D674-420C-B7DB-FCE430DD65E2}"/>
              </a:ext>
            </a:extLst>
          </p:cNvPr>
          <p:cNvSpPr>
            <a:spLocks noGrp="1"/>
          </p:cNvSpPr>
          <p:nvPr>
            <p:ph type="title"/>
          </p:nvPr>
        </p:nvSpPr>
        <p:spPr/>
        <p:txBody>
          <a:bodyPr>
            <a:normAutofit/>
          </a:bodyPr>
          <a:lstStyle/>
          <a:p>
            <a:r>
              <a:rPr lang="en-US" noProof="0"/>
              <a:t>Click to edit Master title style</a:t>
            </a:r>
            <a:endParaRPr lang="nb-NO" noProof="0"/>
          </a:p>
        </p:txBody>
      </p:sp>
      <p:sp>
        <p:nvSpPr>
          <p:cNvPr id="15" name="Text Placeholder 6">
            <a:extLst>
              <a:ext uri="{FF2B5EF4-FFF2-40B4-BE49-F238E27FC236}">
                <a16:creationId xmlns:a16="http://schemas.microsoft.com/office/drawing/2014/main" id="{078EE076-7091-4FDF-9F9F-12213C717D1E}"/>
              </a:ext>
            </a:extLst>
          </p:cNvPr>
          <p:cNvSpPr>
            <a:spLocks noGrp="1"/>
          </p:cNvSpPr>
          <p:nvPr>
            <p:ph type="body" sz="quarter" idx="23"/>
          </p:nvPr>
        </p:nvSpPr>
        <p:spPr>
          <a:xfrm>
            <a:off x="839788" y="1304925"/>
            <a:ext cx="10512425" cy="608014"/>
          </a:xfrm>
        </p:spPr>
        <p:txBody>
          <a:bodyPr>
            <a:normAutofit/>
          </a:bodyPr>
          <a:lstStyle>
            <a:lvl1pPr marL="0" indent="0">
              <a:buNone/>
              <a:defRPr sz="2800" b="0">
                <a:solidFill>
                  <a:schemeClr val="bg2"/>
                </a:solidFill>
                <a:latin typeface="Inter SemiBold" panose="020B0502030000000004" pitchFamily="34" charset="0"/>
                <a:ea typeface="Inter SemiBold" panose="020B0502030000000004" pitchFamily="34" charset="0"/>
              </a:defRPr>
            </a:lvl1pPr>
          </a:lstStyle>
          <a:p>
            <a:pPr lvl="0"/>
            <a:r>
              <a:rPr lang="en-US" noProof="0"/>
              <a:t>Click to edit Master text styles</a:t>
            </a:r>
          </a:p>
        </p:txBody>
      </p:sp>
      <p:sp>
        <p:nvSpPr>
          <p:cNvPr id="16" name="Text Placeholder 43">
            <a:extLst>
              <a:ext uri="{FF2B5EF4-FFF2-40B4-BE49-F238E27FC236}">
                <a16:creationId xmlns:a16="http://schemas.microsoft.com/office/drawing/2014/main" id="{5B6A213F-AF74-4411-8EC9-FBC6D18337B4}"/>
              </a:ext>
            </a:extLst>
          </p:cNvPr>
          <p:cNvSpPr>
            <a:spLocks noGrp="1"/>
          </p:cNvSpPr>
          <p:nvPr>
            <p:ph type="body" sz="quarter" idx="24" hasCustomPrompt="1"/>
          </p:nvPr>
        </p:nvSpPr>
        <p:spPr>
          <a:xfrm>
            <a:off x="1464489" y="4958953"/>
            <a:ext cx="1440287" cy="256481"/>
          </a:xfrm>
          <a:prstGeom prst="rect">
            <a:avLst/>
          </a:prstGeom>
        </p:spPr>
        <p:txBody>
          <a:bodyPr>
            <a:normAutofit/>
          </a:bodyPr>
          <a:lstStyle>
            <a:lvl1pPr marL="0" indent="0">
              <a:buNone/>
              <a:defRPr lang="en-NO" sz="1050" kern="1200" dirty="0" smtClean="0">
                <a:solidFill>
                  <a:schemeClr val="bg2"/>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Hen </a:t>
            </a:r>
            <a:r>
              <a:rPr lang="nb-NO" noProof="0" err="1"/>
              <a:t>Hennesen</a:t>
            </a:r>
            <a:endParaRPr lang="nb-NO" noProof="0"/>
          </a:p>
        </p:txBody>
      </p:sp>
      <p:sp>
        <p:nvSpPr>
          <p:cNvPr id="17" name="Text Placeholder 43">
            <a:extLst>
              <a:ext uri="{FF2B5EF4-FFF2-40B4-BE49-F238E27FC236}">
                <a16:creationId xmlns:a16="http://schemas.microsoft.com/office/drawing/2014/main" id="{AD9DFCE4-B57B-41AC-85B4-D7B137AA223C}"/>
              </a:ext>
            </a:extLst>
          </p:cNvPr>
          <p:cNvSpPr>
            <a:spLocks noGrp="1"/>
          </p:cNvSpPr>
          <p:nvPr>
            <p:ph type="body" sz="quarter" idx="25" hasCustomPrompt="1"/>
          </p:nvPr>
        </p:nvSpPr>
        <p:spPr>
          <a:xfrm>
            <a:off x="3070275" y="4625082"/>
            <a:ext cx="1440287" cy="256481"/>
          </a:xfrm>
          <a:prstGeom prst="rect">
            <a:avLst/>
          </a:prstGeom>
        </p:spPr>
        <p:txBody>
          <a:bodyPr>
            <a:normAutofit/>
          </a:bodyPr>
          <a:lstStyle>
            <a:lvl1pPr marL="0" indent="0">
              <a:buNone/>
              <a:defRPr lang="en-NO" sz="1050" kern="1200" cap="all" baseline="0" dirty="0" smtClean="0">
                <a:solidFill>
                  <a:schemeClr val="bg2"/>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TITTEL</a:t>
            </a:r>
          </a:p>
        </p:txBody>
      </p:sp>
      <p:sp>
        <p:nvSpPr>
          <p:cNvPr id="18" name="Text Placeholder 43">
            <a:extLst>
              <a:ext uri="{FF2B5EF4-FFF2-40B4-BE49-F238E27FC236}">
                <a16:creationId xmlns:a16="http://schemas.microsoft.com/office/drawing/2014/main" id="{77751DDC-CE5B-46CC-99BB-D2098F0C4005}"/>
              </a:ext>
            </a:extLst>
          </p:cNvPr>
          <p:cNvSpPr>
            <a:spLocks noGrp="1"/>
          </p:cNvSpPr>
          <p:nvPr>
            <p:ph type="body" sz="quarter" idx="26" hasCustomPrompt="1"/>
          </p:nvPr>
        </p:nvSpPr>
        <p:spPr>
          <a:xfrm>
            <a:off x="3070682" y="4958953"/>
            <a:ext cx="1440287" cy="256481"/>
          </a:xfrm>
          <a:prstGeom prst="rect">
            <a:avLst/>
          </a:prstGeom>
        </p:spPr>
        <p:txBody>
          <a:bodyPr>
            <a:normAutofit/>
          </a:bodyPr>
          <a:lstStyle>
            <a:lvl1pPr marL="0" indent="0">
              <a:buNone/>
              <a:defRPr lang="en-NO" sz="1050" kern="1200" dirty="0" smtClean="0">
                <a:solidFill>
                  <a:schemeClr val="bg2"/>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Hen </a:t>
            </a:r>
            <a:r>
              <a:rPr lang="nb-NO" noProof="0" err="1"/>
              <a:t>Hennesen</a:t>
            </a:r>
            <a:endParaRPr lang="nb-NO" noProof="0"/>
          </a:p>
        </p:txBody>
      </p:sp>
      <p:sp>
        <p:nvSpPr>
          <p:cNvPr id="19" name="Text Placeholder 43">
            <a:extLst>
              <a:ext uri="{FF2B5EF4-FFF2-40B4-BE49-F238E27FC236}">
                <a16:creationId xmlns:a16="http://schemas.microsoft.com/office/drawing/2014/main" id="{854A9599-0E03-4F99-A393-2B726FC1CF1D}"/>
              </a:ext>
            </a:extLst>
          </p:cNvPr>
          <p:cNvSpPr>
            <a:spLocks noGrp="1"/>
          </p:cNvSpPr>
          <p:nvPr>
            <p:ph type="body" sz="quarter" idx="27" hasCustomPrompt="1"/>
          </p:nvPr>
        </p:nvSpPr>
        <p:spPr>
          <a:xfrm>
            <a:off x="4676468" y="4625082"/>
            <a:ext cx="1440287" cy="256481"/>
          </a:xfrm>
          <a:prstGeom prst="rect">
            <a:avLst/>
          </a:prstGeom>
        </p:spPr>
        <p:txBody>
          <a:bodyPr>
            <a:normAutofit/>
          </a:bodyPr>
          <a:lstStyle>
            <a:lvl1pPr marL="0" indent="0">
              <a:buNone/>
              <a:defRPr lang="en-NO" sz="1050" kern="1200" cap="all" baseline="0" dirty="0" smtClean="0">
                <a:solidFill>
                  <a:schemeClr val="bg2"/>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TITTEL</a:t>
            </a:r>
          </a:p>
        </p:txBody>
      </p:sp>
      <p:sp>
        <p:nvSpPr>
          <p:cNvPr id="20" name="Text Placeholder 43">
            <a:extLst>
              <a:ext uri="{FF2B5EF4-FFF2-40B4-BE49-F238E27FC236}">
                <a16:creationId xmlns:a16="http://schemas.microsoft.com/office/drawing/2014/main" id="{8A717B5A-B8B7-4B69-B200-CC98D5A8CE52}"/>
              </a:ext>
            </a:extLst>
          </p:cNvPr>
          <p:cNvSpPr>
            <a:spLocks noGrp="1"/>
          </p:cNvSpPr>
          <p:nvPr>
            <p:ph type="body" sz="quarter" idx="28" hasCustomPrompt="1"/>
          </p:nvPr>
        </p:nvSpPr>
        <p:spPr>
          <a:xfrm>
            <a:off x="4676875" y="4958953"/>
            <a:ext cx="1440287" cy="256481"/>
          </a:xfrm>
          <a:prstGeom prst="rect">
            <a:avLst/>
          </a:prstGeom>
        </p:spPr>
        <p:txBody>
          <a:bodyPr>
            <a:normAutofit/>
          </a:bodyPr>
          <a:lstStyle>
            <a:lvl1pPr marL="0" indent="0">
              <a:buNone/>
              <a:defRPr lang="en-NO" sz="1050" kern="1200" dirty="0" smtClean="0">
                <a:solidFill>
                  <a:schemeClr val="bg2"/>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Hen </a:t>
            </a:r>
            <a:r>
              <a:rPr lang="nb-NO" noProof="0" err="1"/>
              <a:t>Hennesen</a:t>
            </a:r>
            <a:endParaRPr lang="nb-NO" noProof="0"/>
          </a:p>
        </p:txBody>
      </p:sp>
      <p:sp>
        <p:nvSpPr>
          <p:cNvPr id="21" name="Text Placeholder 43">
            <a:extLst>
              <a:ext uri="{FF2B5EF4-FFF2-40B4-BE49-F238E27FC236}">
                <a16:creationId xmlns:a16="http://schemas.microsoft.com/office/drawing/2014/main" id="{275E3578-3468-479F-967C-85961611429A}"/>
              </a:ext>
            </a:extLst>
          </p:cNvPr>
          <p:cNvSpPr>
            <a:spLocks noGrp="1"/>
          </p:cNvSpPr>
          <p:nvPr>
            <p:ph type="body" sz="quarter" idx="29" hasCustomPrompt="1"/>
          </p:nvPr>
        </p:nvSpPr>
        <p:spPr>
          <a:xfrm>
            <a:off x="6282661" y="4625082"/>
            <a:ext cx="1440287" cy="256481"/>
          </a:xfrm>
          <a:prstGeom prst="rect">
            <a:avLst/>
          </a:prstGeom>
        </p:spPr>
        <p:txBody>
          <a:bodyPr>
            <a:normAutofit/>
          </a:bodyPr>
          <a:lstStyle>
            <a:lvl1pPr marL="0" indent="0">
              <a:buNone/>
              <a:defRPr lang="en-NO" sz="1050" kern="1200" cap="all" baseline="0" dirty="0" smtClean="0">
                <a:solidFill>
                  <a:schemeClr val="bg2"/>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TITTEL</a:t>
            </a:r>
          </a:p>
        </p:txBody>
      </p:sp>
      <p:sp>
        <p:nvSpPr>
          <p:cNvPr id="22" name="Text Placeholder 43">
            <a:extLst>
              <a:ext uri="{FF2B5EF4-FFF2-40B4-BE49-F238E27FC236}">
                <a16:creationId xmlns:a16="http://schemas.microsoft.com/office/drawing/2014/main" id="{D7680D0C-9FF8-4EA2-A750-FD4B1E08B933}"/>
              </a:ext>
            </a:extLst>
          </p:cNvPr>
          <p:cNvSpPr>
            <a:spLocks noGrp="1"/>
          </p:cNvSpPr>
          <p:nvPr>
            <p:ph type="body" sz="quarter" idx="30" hasCustomPrompt="1"/>
          </p:nvPr>
        </p:nvSpPr>
        <p:spPr>
          <a:xfrm>
            <a:off x="6283068" y="4958953"/>
            <a:ext cx="1440287" cy="256481"/>
          </a:xfrm>
          <a:prstGeom prst="rect">
            <a:avLst/>
          </a:prstGeom>
        </p:spPr>
        <p:txBody>
          <a:bodyPr>
            <a:normAutofit/>
          </a:bodyPr>
          <a:lstStyle>
            <a:lvl1pPr marL="0" indent="0">
              <a:buNone/>
              <a:defRPr lang="en-NO" sz="1050" kern="1200" dirty="0" smtClean="0">
                <a:solidFill>
                  <a:schemeClr val="bg2"/>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Hen </a:t>
            </a:r>
            <a:r>
              <a:rPr lang="nb-NO" noProof="0" err="1"/>
              <a:t>Hennesen</a:t>
            </a:r>
            <a:endParaRPr lang="nb-NO" noProof="0"/>
          </a:p>
        </p:txBody>
      </p:sp>
      <p:sp>
        <p:nvSpPr>
          <p:cNvPr id="29" name="Text Placeholder 43">
            <a:extLst>
              <a:ext uri="{FF2B5EF4-FFF2-40B4-BE49-F238E27FC236}">
                <a16:creationId xmlns:a16="http://schemas.microsoft.com/office/drawing/2014/main" id="{2174DF87-DD9C-4F26-9739-C96B8CA14ECD}"/>
              </a:ext>
            </a:extLst>
          </p:cNvPr>
          <p:cNvSpPr>
            <a:spLocks noGrp="1"/>
          </p:cNvSpPr>
          <p:nvPr>
            <p:ph type="body" sz="quarter" idx="31" hasCustomPrompt="1"/>
          </p:nvPr>
        </p:nvSpPr>
        <p:spPr>
          <a:xfrm>
            <a:off x="7888854" y="4625082"/>
            <a:ext cx="1440287" cy="256481"/>
          </a:xfrm>
          <a:prstGeom prst="rect">
            <a:avLst/>
          </a:prstGeom>
        </p:spPr>
        <p:txBody>
          <a:bodyPr>
            <a:normAutofit/>
          </a:bodyPr>
          <a:lstStyle>
            <a:lvl1pPr marL="0" indent="0">
              <a:buNone/>
              <a:defRPr lang="en-NO" sz="1050" kern="1200" cap="all" baseline="0" dirty="0" smtClean="0">
                <a:solidFill>
                  <a:schemeClr val="bg2"/>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TITTEL</a:t>
            </a:r>
          </a:p>
        </p:txBody>
      </p:sp>
      <p:sp>
        <p:nvSpPr>
          <p:cNvPr id="30" name="Text Placeholder 43">
            <a:extLst>
              <a:ext uri="{FF2B5EF4-FFF2-40B4-BE49-F238E27FC236}">
                <a16:creationId xmlns:a16="http://schemas.microsoft.com/office/drawing/2014/main" id="{6C5C1C35-FF3B-4752-9875-71C26C964E7A}"/>
              </a:ext>
            </a:extLst>
          </p:cNvPr>
          <p:cNvSpPr>
            <a:spLocks noGrp="1"/>
          </p:cNvSpPr>
          <p:nvPr>
            <p:ph type="body" sz="quarter" idx="32" hasCustomPrompt="1"/>
          </p:nvPr>
        </p:nvSpPr>
        <p:spPr>
          <a:xfrm>
            <a:off x="7889261" y="4958953"/>
            <a:ext cx="1440287" cy="256481"/>
          </a:xfrm>
          <a:prstGeom prst="rect">
            <a:avLst/>
          </a:prstGeom>
        </p:spPr>
        <p:txBody>
          <a:bodyPr>
            <a:normAutofit/>
          </a:bodyPr>
          <a:lstStyle>
            <a:lvl1pPr marL="0" indent="0">
              <a:buNone/>
              <a:defRPr lang="en-NO" sz="1050" kern="1200" dirty="0" smtClean="0">
                <a:solidFill>
                  <a:schemeClr val="bg2"/>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Hen </a:t>
            </a:r>
            <a:r>
              <a:rPr lang="nb-NO" noProof="0" err="1"/>
              <a:t>Hennesen</a:t>
            </a:r>
            <a:endParaRPr lang="nb-NO" noProof="0"/>
          </a:p>
        </p:txBody>
      </p:sp>
      <p:sp>
        <p:nvSpPr>
          <p:cNvPr id="31" name="Text Placeholder 43">
            <a:extLst>
              <a:ext uri="{FF2B5EF4-FFF2-40B4-BE49-F238E27FC236}">
                <a16:creationId xmlns:a16="http://schemas.microsoft.com/office/drawing/2014/main" id="{A518452F-E319-4DBC-B581-65606C70A8A7}"/>
              </a:ext>
            </a:extLst>
          </p:cNvPr>
          <p:cNvSpPr>
            <a:spLocks noGrp="1"/>
          </p:cNvSpPr>
          <p:nvPr>
            <p:ph type="body" sz="quarter" idx="33" hasCustomPrompt="1"/>
          </p:nvPr>
        </p:nvSpPr>
        <p:spPr>
          <a:xfrm>
            <a:off x="9495047" y="4625082"/>
            <a:ext cx="1440287" cy="256481"/>
          </a:xfrm>
          <a:prstGeom prst="rect">
            <a:avLst/>
          </a:prstGeom>
        </p:spPr>
        <p:txBody>
          <a:bodyPr>
            <a:normAutofit/>
          </a:bodyPr>
          <a:lstStyle>
            <a:lvl1pPr marL="0" indent="0">
              <a:buNone/>
              <a:defRPr lang="en-NO" sz="1050" kern="1200" cap="all" baseline="0" dirty="0" smtClean="0">
                <a:solidFill>
                  <a:schemeClr val="bg2"/>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TITTEL</a:t>
            </a:r>
          </a:p>
        </p:txBody>
      </p:sp>
      <p:sp>
        <p:nvSpPr>
          <p:cNvPr id="32" name="Text Placeholder 43">
            <a:extLst>
              <a:ext uri="{FF2B5EF4-FFF2-40B4-BE49-F238E27FC236}">
                <a16:creationId xmlns:a16="http://schemas.microsoft.com/office/drawing/2014/main" id="{A4039489-543D-4674-867A-98A71D5E040A}"/>
              </a:ext>
            </a:extLst>
          </p:cNvPr>
          <p:cNvSpPr>
            <a:spLocks noGrp="1"/>
          </p:cNvSpPr>
          <p:nvPr>
            <p:ph type="body" sz="quarter" idx="34" hasCustomPrompt="1"/>
          </p:nvPr>
        </p:nvSpPr>
        <p:spPr>
          <a:xfrm>
            <a:off x="9495454" y="4958953"/>
            <a:ext cx="1440287" cy="256481"/>
          </a:xfrm>
          <a:prstGeom prst="rect">
            <a:avLst/>
          </a:prstGeom>
        </p:spPr>
        <p:txBody>
          <a:bodyPr>
            <a:normAutofit/>
          </a:bodyPr>
          <a:lstStyle>
            <a:lvl1pPr marL="0" indent="0">
              <a:buNone/>
              <a:defRPr lang="en-NO" sz="1050" kern="1200" dirty="0" smtClean="0">
                <a:solidFill>
                  <a:schemeClr val="bg2"/>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Hen </a:t>
            </a:r>
            <a:r>
              <a:rPr lang="nb-NO" noProof="0" err="1"/>
              <a:t>Hennesen</a:t>
            </a:r>
            <a:endParaRPr lang="nb-NO" noProof="0"/>
          </a:p>
        </p:txBody>
      </p:sp>
    </p:spTree>
    <p:extLst>
      <p:ext uri="{BB962C8B-B14F-4D97-AF65-F5344CB8AC3E}">
        <p14:creationId xmlns:p14="http://schemas.microsoft.com/office/powerpoint/2010/main" val="1945745544"/>
      </p:ext>
    </p:extLst>
  </p:cSld>
  <p:clrMapOvr>
    <a:masterClrMapping/>
  </p:clrMapOvr>
  <p:extLst>
    <p:ext uri="{DCECCB84-F9BA-43D5-87BE-67443E8EF086}">
      <p15:sldGuideLst xmlns:p15="http://schemas.microsoft.com/office/powerpoint/2012/main">
        <p15:guide id="1" orient="horz" pos="82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lde og teks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9FE7617F-1713-6E46-B84A-8052BACCF13F}"/>
              </a:ext>
            </a:extLst>
          </p:cNvPr>
          <p:cNvSpPr>
            <a:spLocks noGrp="1"/>
          </p:cNvSpPr>
          <p:nvPr>
            <p:ph type="pic" sz="quarter" idx="12"/>
          </p:nvPr>
        </p:nvSpPr>
        <p:spPr>
          <a:xfrm>
            <a:off x="839788" y="728663"/>
            <a:ext cx="6958012" cy="3959225"/>
          </a:xfrm>
          <a:prstGeom prst="rect">
            <a:avLst/>
          </a:prstGeom>
        </p:spPr>
        <p:txBody>
          <a:bodyPr anchor="ctr"/>
          <a:lstStyle>
            <a:lvl1pPr marL="0" indent="0" algn="ctr">
              <a:buNone/>
              <a:defRPr sz="1600" b="1">
                <a:solidFill>
                  <a:schemeClr val="bg2"/>
                </a:solidFill>
                <a:latin typeface="Inter" panose="020B0502030000000004" pitchFamily="34" charset="0"/>
                <a:ea typeface="Inter" panose="020B0502030000000004" pitchFamily="34" charset="0"/>
              </a:defRPr>
            </a:lvl1pPr>
          </a:lstStyle>
          <a:p>
            <a:r>
              <a:rPr lang="en-US" noProof="0"/>
              <a:t>Click icon to add picture</a:t>
            </a:r>
            <a:endParaRPr lang="nb-NO" noProof="0"/>
          </a:p>
        </p:txBody>
      </p:sp>
      <p:sp>
        <p:nvSpPr>
          <p:cNvPr id="3" name="Content Placeholder 2">
            <a:extLst>
              <a:ext uri="{FF2B5EF4-FFF2-40B4-BE49-F238E27FC236}">
                <a16:creationId xmlns:a16="http://schemas.microsoft.com/office/drawing/2014/main" id="{B3758083-FE02-453F-821F-FBDFB3E24326}"/>
              </a:ext>
            </a:extLst>
          </p:cNvPr>
          <p:cNvSpPr>
            <a:spLocks noGrp="1"/>
          </p:cNvSpPr>
          <p:nvPr>
            <p:ph sz="quarter" idx="14"/>
          </p:nvPr>
        </p:nvSpPr>
        <p:spPr>
          <a:xfrm>
            <a:off x="839788" y="5083175"/>
            <a:ext cx="10512425" cy="1117600"/>
          </a:xfrm>
        </p:spPr>
        <p:txBody>
          <a:bodyPr/>
          <a:lstStyle>
            <a:lvl1pPr marL="0" indent="0">
              <a:buNone/>
              <a:defRPr/>
            </a:lvl1pPr>
          </a:lstStyle>
          <a:p>
            <a:pPr lvl="0"/>
            <a:r>
              <a:rPr lang="en-US" noProof="0"/>
              <a:t>Click to edit Master text styles</a:t>
            </a:r>
          </a:p>
        </p:txBody>
      </p:sp>
    </p:spTree>
    <p:extLst>
      <p:ext uri="{BB962C8B-B14F-4D97-AF65-F5344CB8AC3E}">
        <p14:creationId xmlns:p14="http://schemas.microsoft.com/office/powerpoint/2010/main" val="3125555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e, tittel og tekst">
    <p:spTree>
      <p:nvGrpSpPr>
        <p:cNvPr id="1" name=""/>
        <p:cNvGrpSpPr/>
        <p:nvPr/>
      </p:nvGrpSpPr>
      <p:grpSpPr>
        <a:xfrm>
          <a:off x="0" y="0"/>
          <a:ext cx="0" cy="0"/>
          <a:chOff x="0" y="0"/>
          <a:chExt cx="0" cy="0"/>
        </a:xfrm>
      </p:grpSpPr>
      <p:sp>
        <p:nvSpPr>
          <p:cNvPr id="11" name="Picture Placeholder 7">
            <a:extLst>
              <a:ext uri="{FF2B5EF4-FFF2-40B4-BE49-F238E27FC236}">
                <a16:creationId xmlns:a16="http://schemas.microsoft.com/office/drawing/2014/main" id="{FBDFA3C1-F872-0847-9544-A55FC81CE32D}"/>
              </a:ext>
            </a:extLst>
          </p:cNvPr>
          <p:cNvSpPr>
            <a:spLocks noGrp="1"/>
          </p:cNvSpPr>
          <p:nvPr>
            <p:ph type="pic" sz="quarter" idx="14"/>
          </p:nvPr>
        </p:nvSpPr>
        <p:spPr>
          <a:xfrm>
            <a:off x="0" y="0"/>
            <a:ext cx="6095999" cy="6858000"/>
          </a:xfrm>
          <a:prstGeom prst="rect">
            <a:avLst/>
          </a:prstGeom>
        </p:spPr>
        <p:txBody>
          <a:bodyPr anchor="ctr"/>
          <a:lstStyle>
            <a:lvl1pPr marL="0" indent="0" algn="ctr">
              <a:buNone/>
              <a:defRPr sz="1600" b="1">
                <a:solidFill>
                  <a:schemeClr val="bg2"/>
                </a:solidFill>
                <a:latin typeface="Inter" panose="020B0502030000000004" pitchFamily="34" charset="0"/>
                <a:ea typeface="Inter" panose="020B0502030000000004" pitchFamily="34" charset="0"/>
              </a:defRPr>
            </a:lvl1pPr>
          </a:lstStyle>
          <a:p>
            <a:r>
              <a:rPr lang="en-US" noProof="0"/>
              <a:t>Click icon to add picture</a:t>
            </a:r>
            <a:endParaRPr lang="nb-NO" noProof="0"/>
          </a:p>
        </p:txBody>
      </p:sp>
      <p:sp>
        <p:nvSpPr>
          <p:cNvPr id="2" name="Title 1">
            <a:extLst>
              <a:ext uri="{FF2B5EF4-FFF2-40B4-BE49-F238E27FC236}">
                <a16:creationId xmlns:a16="http://schemas.microsoft.com/office/drawing/2014/main" id="{FD747144-F823-49DE-9E9C-B4AF1D0F00C6}"/>
              </a:ext>
            </a:extLst>
          </p:cNvPr>
          <p:cNvSpPr>
            <a:spLocks noGrp="1"/>
          </p:cNvSpPr>
          <p:nvPr>
            <p:ph type="title"/>
          </p:nvPr>
        </p:nvSpPr>
        <p:spPr>
          <a:xfrm>
            <a:off x="7356475" y="2097088"/>
            <a:ext cx="3995737" cy="1027112"/>
          </a:xfrm>
        </p:spPr>
        <p:txBody>
          <a:bodyPr>
            <a:normAutofit/>
          </a:bodyPr>
          <a:lstStyle>
            <a:lvl1pPr>
              <a:defRPr sz="2400"/>
            </a:lvl1pPr>
          </a:lstStyle>
          <a:p>
            <a:r>
              <a:rPr lang="en-US" noProof="0"/>
              <a:t>Click to edit Master title style</a:t>
            </a:r>
            <a:endParaRPr lang="nb-NO" noProof="0"/>
          </a:p>
        </p:txBody>
      </p:sp>
      <p:sp>
        <p:nvSpPr>
          <p:cNvPr id="4" name="Text Placeholder 3">
            <a:extLst>
              <a:ext uri="{FF2B5EF4-FFF2-40B4-BE49-F238E27FC236}">
                <a16:creationId xmlns:a16="http://schemas.microsoft.com/office/drawing/2014/main" id="{A21E14F4-85CE-49B2-9FE4-DB9D47B88617}"/>
              </a:ext>
            </a:extLst>
          </p:cNvPr>
          <p:cNvSpPr>
            <a:spLocks noGrp="1"/>
          </p:cNvSpPr>
          <p:nvPr>
            <p:ph type="body" sz="quarter" idx="19"/>
          </p:nvPr>
        </p:nvSpPr>
        <p:spPr>
          <a:xfrm>
            <a:off x="7356475" y="3124200"/>
            <a:ext cx="3995737" cy="3076575"/>
          </a:xfrm>
        </p:spPr>
        <p:txBody>
          <a:bodyPr>
            <a:normAutofit/>
          </a:bodyPr>
          <a:lstStyle>
            <a:lvl1pPr>
              <a:defRPr sz="1800"/>
            </a:lvl1pPr>
          </a:lstStyle>
          <a:p>
            <a:pPr lvl="0"/>
            <a:r>
              <a:rPr lang="en-US" noProof="0"/>
              <a:t>Click to edit Master text styles</a:t>
            </a:r>
          </a:p>
        </p:txBody>
      </p:sp>
    </p:spTree>
    <p:extLst>
      <p:ext uri="{BB962C8B-B14F-4D97-AF65-F5344CB8AC3E}">
        <p14:creationId xmlns:p14="http://schemas.microsoft.com/office/powerpoint/2010/main" val="3345340653"/>
      </p:ext>
    </p:extLst>
  </p:cSld>
  <p:clrMapOvr>
    <a:masterClrMapping/>
  </p:clrMapOvr>
  <p:extLst>
    <p:ext uri="{DCECCB84-F9BA-43D5-87BE-67443E8EF086}">
      <p15:sldGuideLst xmlns:p15="http://schemas.microsoft.com/office/powerpoint/2012/main">
        <p15:guide id="1" pos="3840" userDrawn="1">
          <p15:clr>
            <a:srgbClr val="FBAE40"/>
          </p15:clr>
        </p15:guide>
        <p15:guide id="2" pos="463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e helside og tekst i boks">
    <p:spTree>
      <p:nvGrpSpPr>
        <p:cNvPr id="1" name=""/>
        <p:cNvGrpSpPr/>
        <p:nvPr/>
      </p:nvGrpSpPr>
      <p:grpSpPr>
        <a:xfrm>
          <a:off x="0" y="0"/>
          <a:ext cx="0" cy="0"/>
          <a:chOff x="0" y="0"/>
          <a:chExt cx="0" cy="0"/>
        </a:xfrm>
      </p:grpSpPr>
      <p:sp>
        <p:nvSpPr>
          <p:cNvPr id="16" name="Picture Placeholder 7">
            <a:extLst>
              <a:ext uri="{FF2B5EF4-FFF2-40B4-BE49-F238E27FC236}">
                <a16:creationId xmlns:a16="http://schemas.microsoft.com/office/drawing/2014/main" id="{DDC61C69-7FAC-EB45-A815-46BB22141150}"/>
              </a:ext>
            </a:extLst>
          </p:cNvPr>
          <p:cNvSpPr>
            <a:spLocks noGrp="1"/>
          </p:cNvSpPr>
          <p:nvPr>
            <p:ph type="pic" sz="quarter" idx="15"/>
          </p:nvPr>
        </p:nvSpPr>
        <p:spPr>
          <a:xfrm>
            <a:off x="0" y="0"/>
            <a:ext cx="12192000" cy="6858000"/>
          </a:xfrm>
          <a:prstGeom prst="rect">
            <a:avLst/>
          </a:prstGeom>
        </p:spPr>
        <p:txBody>
          <a:bodyPr anchor="ctr"/>
          <a:lstStyle>
            <a:lvl1pPr marL="0" indent="0" algn="ctr">
              <a:buNone/>
              <a:defRPr sz="1600" b="1">
                <a:solidFill>
                  <a:schemeClr val="bg2"/>
                </a:solidFill>
                <a:latin typeface="Inter" panose="020B0502030000000004" pitchFamily="34" charset="0"/>
                <a:ea typeface="Inter" panose="020B0502030000000004" pitchFamily="34" charset="0"/>
              </a:defRPr>
            </a:lvl1pPr>
          </a:lstStyle>
          <a:p>
            <a:r>
              <a:rPr lang="en-US" noProof="0"/>
              <a:t>Click icon to add picture</a:t>
            </a:r>
            <a:endParaRPr lang="nb-NO" noProof="0"/>
          </a:p>
        </p:txBody>
      </p:sp>
      <p:sp>
        <p:nvSpPr>
          <p:cNvPr id="8" name="Text Placeholder 7">
            <a:extLst>
              <a:ext uri="{FF2B5EF4-FFF2-40B4-BE49-F238E27FC236}">
                <a16:creationId xmlns:a16="http://schemas.microsoft.com/office/drawing/2014/main" id="{B506C54D-ABD6-4B86-9BD8-3EF0CB94059E}"/>
              </a:ext>
            </a:extLst>
          </p:cNvPr>
          <p:cNvSpPr>
            <a:spLocks noGrp="1"/>
          </p:cNvSpPr>
          <p:nvPr>
            <p:ph type="body" sz="quarter" idx="20" hasCustomPrompt="1"/>
          </p:nvPr>
        </p:nvSpPr>
        <p:spPr>
          <a:xfrm>
            <a:off x="839788" y="3457575"/>
            <a:ext cx="4583112" cy="2743200"/>
          </a:xfrm>
          <a:solidFill>
            <a:schemeClr val="tx2"/>
          </a:solidFill>
        </p:spPr>
        <p:txBody>
          <a:bodyPr/>
          <a:lstStyle>
            <a:lvl1pPr marL="0" indent="0">
              <a:buNone/>
              <a:defRPr/>
            </a:lvl1pPr>
          </a:lstStyle>
          <a:p>
            <a:pPr lvl="0"/>
            <a:r>
              <a:rPr lang="nb-NO" noProof="0"/>
              <a:t> </a:t>
            </a:r>
          </a:p>
        </p:txBody>
      </p:sp>
      <p:sp>
        <p:nvSpPr>
          <p:cNvPr id="2" name="Title 1">
            <a:extLst>
              <a:ext uri="{FF2B5EF4-FFF2-40B4-BE49-F238E27FC236}">
                <a16:creationId xmlns:a16="http://schemas.microsoft.com/office/drawing/2014/main" id="{73389121-44BA-433B-83C4-D11B94CACB42}"/>
              </a:ext>
            </a:extLst>
          </p:cNvPr>
          <p:cNvSpPr>
            <a:spLocks noGrp="1"/>
          </p:cNvSpPr>
          <p:nvPr>
            <p:ph type="title"/>
          </p:nvPr>
        </p:nvSpPr>
        <p:spPr>
          <a:xfrm>
            <a:off x="1189073" y="3838188"/>
            <a:ext cx="3884612" cy="901451"/>
          </a:xfrm>
        </p:spPr>
        <p:txBody>
          <a:bodyPr>
            <a:normAutofit/>
          </a:bodyPr>
          <a:lstStyle>
            <a:lvl1pPr>
              <a:defRPr sz="2400"/>
            </a:lvl1pPr>
          </a:lstStyle>
          <a:p>
            <a:r>
              <a:rPr lang="en-US" noProof="0"/>
              <a:t>Click to edit Master title style</a:t>
            </a:r>
            <a:endParaRPr lang="nb-NO" noProof="0"/>
          </a:p>
        </p:txBody>
      </p:sp>
      <p:sp>
        <p:nvSpPr>
          <p:cNvPr id="7" name="Text Placeholder 3">
            <a:extLst>
              <a:ext uri="{FF2B5EF4-FFF2-40B4-BE49-F238E27FC236}">
                <a16:creationId xmlns:a16="http://schemas.microsoft.com/office/drawing/2014/main" id="{C0D75F25-8BE2-4558-8378-251C0277BCA1}"/>
              </a:ext>
            </a:extLst>
          </p:cNvPr>
          <p:cNvSpPr>
            <a:spLocks noGrp="1"/>
          </p:cNvSpPr>
          <p:nvPr>
            <p:ph type="body" sz="quarter" idx="19"/>
          </p:nvPr>
        </p:nvSpPr>
        <p:spPr>
          <a:xfrm>
            <a:off x="1189074" y="4865300"/>
            <a:ext cx="3884612" cy="1027113"/>
          </a:xfrm>
        </p:spPr>
        <p:txBody>
          <a:bodyPr>
            <a:normAutofit/>
          </a:bodyPr>
          <a:lstStyle>
            <a:lvl1pPr marL="0" indent="0">
              <a:buNone/>
              <a:defRPr sz="1800"/>
            </a:lvl1pPr>
          </a:lstStyle>
          <a:p>
            <a:pPr lvl="0"/>
            <a:r>
              <a:rPr lang="en-US" noProof="0"/>
              <a:t>Click to edit Master text styles</a:t>
            </a:r>
          </a:p>
        </p:txBody>
      </p:sp>
    </p:spTree>
    <p:extLst>
      <p:ext uri="{BB962C8B-B14F-4D97-AF65-F5344CB8AC3E}">
        <p14:creationId xmlns:p14="http://schemas.microsoft.com/office/powerpoint/2010/main" val="325076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Kapittel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normAutofit/>
          </a:bodyPr>
          <a:lstStyle>
            <a:lvl1pPr>
              <a:defRPr cap="all" baseline="0"/>
            </a:lvl1pPr>
          </a:lstStyle>
          <a:p>
            <a:r>
              <a:rPr lang="en-US" noProof="0"/>
              <a:t>Click to edit Master title style</a:t>
            </a:r>
            <a:endParaRPr lang="nb-NO" noProof="0"/>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en-US" noProof="0"/>
              <a:t>Click to edit Master text styles</a:t>
            </a:r>
          </a:p>
        </p:txBody>
      </p:sp>
    </p:spTree>
    <p:extLst>
      <p:ext uri="{BB962C8B-B14F-4D97-AF65-F5344CB8AC3E}">
        <p14:creationId xmlns:p14="http://schemas.microsoft.com/office/powerpoint/2010/main" val="3950084058"/>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apittel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normAutofit/>
          </a:bodyPr>
          <a:lstStyle>
            <a:lvl1pPr>
              <a:defRPr cap="all" baseline="0"/>
            </a:lvl1pPr>
          </a:lstStyle>
          <a:p>
            <a:r>
              <a:rPr lang="en-US" noProof="0"/>
              <a:t>Click to edit Master title style</a:t>
            </a:r>
            <a:endParaRPr lang="nb-NO" noProof="0"/>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en-US" noProof="0"/>
              <a:t>Click to edit Master text styles</a:t>
            </a:r>
          </a:p>
        </p:txBody>
      </p:sp>
      <p:grpSp>
        <p:nvGrpSpPr>
          <p:cNvPr id="3" name="Group 2">
            <a:extLst>
              <a:ext uri="{FF2B5EF4-FFF2-40B4-BE49-F238E27FC236}">
                <a16:creationId xmlns:a16="http://schemas.microsoft.com/office/drawing/2014/main" id="{F3AC0D0B-6F84-4D31-A25F-04E1D9B501A5}"/>
              </a:ext>
            </a:extLst>
          </p:cNvPr>
          <p:cNvGrpSpPr/>
          <p:nvPr userDrawn="1"/>
        </p:nvGrpSpPr>
        <p:grpSpPr>
          <a:xfrm>
            <a:off x="660300" y="2885033"/>
            <a:ext cx="3312004" cy="3338170"/>
            <a:chOff x="660300" y="2885033"/>
            <a:chExt cx="3312004" cy="3338170"/>
          </a:xfrm>
        </p:grpSpPr>
        <p:sp>
          <p:nvSpPr>
            <p:cNvPr id="8" name="Freeform: Shape 7">
              <a:extLst>
                <a:ext uri="{FF2B5EF4-FFF2-40B4-BE49-F238E27FC236}">
                  <a16:creationId xmlns:a16="http://schemas.microsoft.com/office/drawing/2014/main" id="{6FFD3805-A73E-48C5-8D29-6B8002E43B18}"/>
                </a:ext>
              </a:extLst>
            </p:cNvPr>
            <p:cNvSpPr/>
            <p:nvPr/>
          </p:nvSpPr>
          <p:spPr>
            <a:xfrm>
              <a:off x="1395615" y="3633814"/>
              <a:ext cx="2576689" cy="2589389"/>
            </a:xfrm>
            <a:custGeom>
              <a:avLst/>
              <a:gdLst>
                <a:gd name="connsiteX0" fmla="*/ 2576690 w 2576689"/>
                <a:gd name="connsiteY0" fmla="*/ 2589389 h 2589389"/>
                <a:gd name="connsiteX1" fmla="*/ 0 w 2576689"/>
                <a:gd name="connsiteY1" fmla="*/ 2589389 h 2589389"/>
                <a:gd name="connsiteX2" fmla="*/ 0 w 2576689"/>
                <a:gd name="connsiteY2" fmla="*/ 0 h 2589389"/>
                <a:gd name="connsiteX3" fmla="*/ 11599 w 2576689"/>
                <a:gd name="connsiteY3" fmla="*/ 874 h 2589389"/>
                <a:gd name="connsiteX4" fmla="*/ 990588 w 2576689"/>
                <a:gd name="connsiteY4" fmla="*/ 766757 h 2589389"/>
                <a:gd name="connsiteX5" fmla="*/ 2290581 w 2576689"/>
                <a:gd name="connsiteY5" fmla="*/ 2273846 h 2589389"/>
                <a:gd name="connsiteX6" fmla="*/ 2568112 w 2576689"/>
                <a:gd name="connsiteY6" fmla="*/ 2573475 h 2589389"/>
                <a:gd name="connsiteX7" fmla="*/ 21579 w 2576689"/>
                <a:gd name="connsiteY7" fmla="*/ 2567810 h 2589389"/>
                <a:gd name="connsiteX8" fmla="*/ 2540286 w 2576689"/>
                <a:gd name="connsiteY8" fmla="*/ 2567810 h 2589389"/>
                <a:gd name="connsiteX9" fmla="*/ 2278539 w 2576689"/>
                <a:gd name="connsiteY9" fmla="*/ 2291757 h 2589389"/>
                <a:gd name="connsiteX10" fmla="*/ 970832 w 2576689"/>
                <a:gd name="connsiteY10" fmla="*/ 775431 h 2589389"/>
                <a:gd name="connsiteX11" fmla="*/ 21579 w 2576689"/>
                <a:gd name="connsiteY11" fmla="*/ 23273 h 258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76689" h="2589389">
                  <a:moveTo>
                    <a:pt x="2576690" y="2589389"/>
                  </a:moveTo>
                  <a:lnTo>
                    <a:pt x="0" y="2589389"/>
                  </a:lnTo>
                  <a:lnTo>
                    <a:pt x="0" y="0"/>
                  </a:lnTo>
                  <a:lnTo>
                    <a:pt x="11599" y="874"/>
                  </a:lnTo>
                  <a:cubicBezTo>
                    <a:pt x="516339" y="38983"/>
                    <a:pt x="754230" y="225083"/>
                    <a:pt x="990588" y="766757"/>
                  </a:cubicBezTo>
                  <a:cubicBezTo>
                    <a:pt x="1276956" y="1416219"/>
                    <a:pt x="1653591" y="1852801"/>
                    <a:pt x="2290581" y="2273846"/>
                  </a:cubicBezTo>
                  <a:cubicBezTo>
                    <a:pt x="2412450" y="2357045"/>
                    <a:pt x="2505780" y="2457831"/>
                    <a:pt x="2568112" y="2573475"/>
                  </a:cubicBezTo>
                  <a:close/>
                  <a:moveTo>
                    <a:pt x="21579" y="2567810"/>
                  </a:moveTo>
                  <a:lnTo>
                    <a:pt x="2540286" y="2567810"/>
                  </a:lnTo>
                  <a:cubicBezTo>
                    <a:pt x="2479745" y="2461866"/>
                    <a:pt x="2391776" y="2369065"/>
                    <a:pt x="2278539" y="2291757"/>
                  </a:cubicBezTo>
                  <a:cubicBezTo>
                    <a:pt x="1637935" y="1868327"/>
                    <a:pt x="1259024" y="1428994"/>
                    <a:pt x="970832" y="775431"/>
                  </a:cubicBezTo>
                  <a:cubicBezTo>
                    <a:pt x="740214" y="246921"/>
                    <a:pt x="508538" y="62655"/>
                    <a:pt x="21579" y="23273"/>
                  </a:cubicBezTo>
                  <a:close/>
                </a:path>
              </a:pathLst>
            </a:custGeom>
            <a:solidFill>
              <a:schemeClr val="bg1"/>
            </a:solidFill>
            <a:ln w="10781"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9B77F8E-5EE5-4409-A445-67FC53D39443}"/>
                </a:ext>
              </a:extLst>
            </p:cNvPr>
            <p:cNvSpPr/>
            <p:nvPr/>
          </p:nvSpPr>
          <p:spPr>
            <a:xfrm>
              <a:off x="1901726" y="5383573"/>
              <a:ext cx="727687" cy="626318"/>
            </a:xfrm>
            <a:custGeom>
              <a:avLst/>
              <a:gdLst>
                <a:gd name="connsiteX0" fmla="*/ 363860 w 727687"/>
                <a:gd name="connsiteY0" fmla="*/ 0 h 626318"/>
                <a:gd name="connsiteX1" fmla="*/ 727687 w 727687"/>
                <a:gd name="connsiteY1" fmla="*/ 626318 h 626318"/>
                <a:gd name="connsiteX2" fmla="*/ 0 w 727687"/>
                <a:gd name="connsiteY2" fmla="*/ 626318 h 626318"/>
              </a:gdLst>
              <a:ahLst/>
              <a:cxnLst>
                <a:cxn ang="0">
                  <a:pos x="connsiteX0" y="connsiteY0"/>
                </a:cxn>
                <a:cxn ang="0">
                  <a:pos x="connsiteX1" y="connsiteY1"/>
                </a:cxn>
                <a:cxn ang="0">
                  <a:pos x="connsiteX2" y="connsiteY2"/>
                </a:cxn>
              </a:cxnLst>
              <a:rect l="l" t="t" r="r" b="b"/>
              <a:pathLst>
                <a:path w="727687" h="626318">
                  <a:moveTo>
                    <a:pt x="363860" y="0"/>
                  </a:moveTo>
                  <a:lnTo>
                    <a:pt x="727687" y="626318"/>
                  </a:lnTo>
                  <a:lnTo>
                    <a:pt x="0" y="626318"/>
                  </a:lnTo>
                  <a:close/>
                </a:path>
              </a:pathLst>
            </a:custGeom>
            <a:solidFill>
              <a:schemeClr val="accent2"/>
            </a:solidFill>
            <a:ln w="10781"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D929F0D6-100E-48B8-8537-F06E249EB5EE}"/>
                </a:ext>
              </a:extLst>
            </p:cNvPr>
            <p:cNvSpPr/>
            <p:nvPr/>
          </p:nvSpPr>
          <p:spPr>
            <a:xfrm>
              <a:off x="2408149" y="5383573"/>
              <a:ext cx="727730" cy="626318"/>
            </a:xfrm>
            <a:custGeom>
              <a:avLst/>
              <a:gdLst>
                <a:gd name="connsiteX0" fmla="*/ 363860 w 727730"/>
                <a:gd name="connsiteY0" fmla="*/ 0 h 626318"/>
                <a:gd name="connsiteX1" fmla="*/ 727730 w 727730"/>
                <a:gd name="connsiteY1" fmla="*/ 626318 h 626318"/>
                <a:gd name="connsiteX2" fmla="*/ 0 w 727730"/>
                <a:gd name="connsiteY2" fmla="*/ 626318 h 626318"/>
              </a:gdLst>
              <a:ahLst/>
              <a:cxnLst>
                <a:cxn ang="0">
                  <a:pos x="connsiteX0" y="connsiteY0"/>
                </a:cxn>
                <a:cxn ang="0">
                  <a:pos x="connsiteX1" y="connsiteY1"/>
                </a:cxn>
                <a:cxn ang="0">
                  <a:pos x="connsiteX2" y="connsiteY2"/>
                </a:cxn>
              </a:cxnLst>
              <a:rect l="l" t="t" r="r" b="b"/>
              <a:pathLst>
                <a:path w="727730" h="626318">
                  <a:moveTo>
                    <a:pt x="363860" y="0"/>
                  </a:moveTo>
                  <a:lnTo>
                    <a:pt x="727730" y="626318"/>
                  </a:lnTo>
                  <a:lnTo>
                    <a:pt x="0" y="626318"/>
                  </a:lnTo>
                  <a:close/>
                </a:path>
              </a:pathLst>
            </a:custGeom>
            <a:solidFill>
              <a:schemeClr val="accent2"/>
            </a:solidFill>
            <a:ln w="10781"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0EF8AA0-24FF-46DD-861B-53C5A07732F4}"/>
                </a:ext>
              </a:extLst>
            </p:cNvPr>
            <p:cNvSpPr/>
            <p:nvPr/>
          </p:nvSpPr>
          <p:spPr>
            <a:xfrm>
              <a:off x="965548" y="2885033"/>
              <a:ext cx="882294" cy="1860137"/>
            </a:xfrm>
            <a:custGeom>
              <a:avLst/>
              <a:gdLst>
                <a:gd name="connsiteX0" fmla="*/ 882294 w 882294"/>
                <a:gd name="connsiteY0" fmla="*/ 0 h 1860137"/>
                <a:gd name="connsiteX1" fmla="*/ 882294 w 882294"/>
                <a:gd name="connsiteY1" fmla="*/ 0 h 1860137"/>
                <a:gd name="connsiteX2" fmla="*/ 1318 w 882294"/>
                <a:gd name="connsiteY2" fmla="*/ 979162 h 1860137"/>
                <a:gd name="connsiteX3" fmla="*/ 882294 w 882294"/>
                <a:gd name="connsiteY3" fmla="*/ 1860138 h 1860137"/>
                <a:gd name="connsiteX4" fmla="*/ 882294 w 882294"/>
                <a:gd name="connsiteY4" fmla="*/ 0 h 1860137"/>
                <a:gd name="connsiteX5" fmla="*/ 882294 w 882294"/>
                <a:gd name="connsiteY5" fmla="*/ 0 h 186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2294" h="1860137">
                  <a:moveTo>
                    <a:pt x="882294" y="0"/>
                  </a:moveTo>
                  <a:lnTo>
                    <a:pt x="882294" y="0"/>
                  </a:lnTo>
                  <a:cubicBezTo>
                    <a:pt x="368632" y="27113"/>
                    <a:pt x="-25795" y="465499"/>
                    <a:pt x="1318" y="979162"/>
                  </a:cubicBezTo>
                  <a:cubicBezTo>
                    <a:pt x="26431" y="1454922"/>
                    <a:pt x="406534" y="1835025"/>
                    <a:pt x="882294" y="1860138"/>
                  </a:cubicBezTo>
                  <a:lnTo>
                    <a:pt x="882294" y="0"/>
                  </a:lnTo>
                  <a:lnTo>
                    <a:pt x="882294" y="0"/>
                  </a:lnTo>
                  <a:close/>
                </a:path>
              </a:pathLst>
            </a:custGeom>
            <a:solidFill>
              <a:schemeClr val="accent3"/>
            </a:solidFill>
            <a:ln w="10781"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3C69646-F568-4729-972C-0E5394F25F80}"/>
                </a:ext>
              </a:extLst>
            </p:cNvPr>
            <p:cNvSpPr/>
            <p:nvPr/>
          </p:nvSpPr>
          <p:spPr>
            <a:xfrm>
              <a:off x="660300" y="4764635"/>
              <a:ext cx="1187542" cy="1247501"/>
            </a:xfrm>
            <a:custGeom>
              <a:avLst/>
              <a:gdLst>
                <a:gd name="connsiteX0" fmla="*/ 1187543 w 1187542"/>
                <a:gd name="connsiteY0" fmla="*/ 1247501 h 1247501"/>
                <a:gd name="connsiteX1" fmla="*/ 1187543 w 1187542"/>
                <a:gd name="connsiteY1" fmla="*/ 1247501 h 1247501"/>
                <a:gd name="connsiteX2" fmla="*/ 1187543 w 1187542"/>
                <a:gd name="connsiteY2" fmla="*/ 0 h 1247501"/>
                <a:gd name="connsiteX3" fmla="*/ 0 w 1187542"/>
                <a:gd name="connsiteY3" fmla="*/ 0 h 1247501"/>
                <a:gd name="connsiteX4" fmla="*/ 0 w 1187542"/>
                <a:gd name="connsiteY4" fmla="*/ 637 h 1247501"/>
                <a:gd name="connsiteX5" fmla="*/ 946469 w 1187542"/>
                <a:gd name="connsiteY5" fmla="*/ 1210935 h 1247501"/>
                <a:gd name="connsiteX6" fmla="*/ 1187542 w 1187542"/>
                <a:gd name="connsiteY6" fmla="*/ 1247501 h 124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7542" h="1247501">
                  <a:moveTo>
                    <a:pt x="1187543" y="1247501"/>
                  </a:moveTo>
                  <a:lnTo>
                    <a:pt x="1187543" y="1247501"/>
                  </a:lnTo>
                  <a:lnTo>
                    <a:pt x="1187543" y="0"/>
                  </a:lnTo>
                  <a:lnTo>
                    <a:pt x="0" y="0"/>
                  </a:lnTo>
                  <a:lnTo>
                    <a:pt x="0" y="637"/>
                  </a:lnTo>
                  <a:cubicBezTo>
                    <a:pt x="2143" y="572850"/>
                    <a:pt x="391645" y="1070926"/>
                    <a:pt x="946469" y="1210935"/>
                  </a:cubicBezTo>
                  <a:cubicBezTo>
                    <a:pt x="1025466" y="1230837"/>
                    <a:pt x="1106197" y="1243083"/>
                    <a:pt x="1187542" y="1247501"/>
                  </a:cubicBezTo>
                  <a:close/>
                </a:path>
              </a:pathLst>
            </a:custGeom>
            <a:solidFill>
              <a:schemeClr val="bg2"/>
            </a:solidFill>
            <a:ln w="10781" cap="flat">
              <a:noFill/>
              <a:prstDash val="solid"/>
              <a:miter/>
            </a:ln>
          </p:spPr>
          <p:txBody>
            <a:bodyPr rtlCol="0" anchor="ctr"/>
            <a:lstStyle/>
            <a:p>
              <a:endParaRPr lang="en-US"/>
            </a:p>
          </p:txBody>
        </p:sp>
      </p:grpSp>
    </p:spTree>
    <p:extLst>
      <p:ext uri="{BB962C8B-B14F-4D97-AF65-F5344CB8AC3E}">
        <p14:creationId xmlns:p14="http://schemas.microsoft.com/office/powerpoint/2010/main" val="3899531308"/>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apittel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normAutofit/>
          </a:bodyPr>
          <a:lstStyle>
            <a:lvl1pPr>
              <a:defRPr cap="all" baseline="0"/>
            </a:lvl1pPr>
          </a:lstStyle>
          <a:p>
            <a:r>
              <a:rPr lang="en-US" noProof="0"/>
              <a:t>Click to edit Master title style</a:t>
            </a:r>
            <a:endParaRPr lang="nb-NO" noProof="0"/>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en-US" noProof="0"/>
              <a:t>Click to edit Master text styles</a:t>
            </a:r>
          </a:p>
        </p:txBody>
      </p:sp>
      <p:grpSp>
        <p:nvGrpSpPr>
          <p:cNvPr id="3" name="Group 2">
            <a:extLst>
              <a:ext uri="{FF2B5EF4-FFF2-40B4-BE49-F238E27FC236}">
                <a16:creationId xmlns:a16="http://schemas.microsoft.com/office/drawing/2014/main" id="{812A921C-B8BF-4561-8982-2D1A032AA17E}"/>
              </a:ext>
            </a:extLst>
          </p:cNvPr>
          <p:cNvGrpSpPr/>
          <p:nvPr userDrawn="1"/>
        </p:nvGrpSpPr>
        <p:grpSpPr>
          <a:xfrm>
            <a:off x="8730248" y="4495606"/>
            <a:ext cx="2972304" cy="1825959"/>
            <a:chOff x="8730248" y="4495606"/>
            <a:chExt cx="2972304" cy="1825959"/>
          </a:xfrm>
        </p:grpSpPr>
        <p:sp>
          <p:nvSpPr>
            <p:cNvPr id="7" name="Freeform: Shape 6">
              <a:extLst>
                <a:ext uri="{FF2B5EF4-FFF2-40B4-BE49-F238E27FC236}">
                  <a16:creationId xmlns:a16="http://schemas.microsoft.com/office/drawing/2014/main" id="{5FB70C33-473A-4FBA-B104-7347AC4ECF1D}"/>
                </a:ext>
              </a:extLst>
            </p:cNvPr>
            <p:cNvSpPr/>
            <p:nvPr/>
          </p:nvSpPr>
          <p:spPr>
            <a:xfrm>
              <a:off x="10524563" y="4846082"/>
              <a:ext cx="874726" cy="1475483"/>
            </a:xfrm>
            <a:custGeom>
              <a:avLst/>
              <a:gdLst>
                <a:gd name="connsiteX0" fmla="*/ 0 w 874726"/>
                <a:gd name="connsiteY0" fmla="*/ 0 h 1475483"/>
                <a:gd name="connsiteX1" fmla="*/ 874726 w 874726"/>
                <a:gd name="connsiteY1" fmla="*/ 0 h 1475483"/>
                <a:gd name="connsiteX2" fmla="*/ 874726 w 874726"/>
                <a:gd name="connsiteY2" fmla="*/ 1475484 h 1475483"/>
                <a:gd name="connsiteX3" fmla="*/ 0 w 874726"/>
                <a:gd name="connsiteY3" fmla="*/ 1475484 h 1475483"/>
              </a:gdLst>
              <a:ahLst/>
              <a:cxnLst>
                <a:cxn ang="0">
                  <a:pos x="connsiteX0" y="connsiteY0"/>
                </a:cxn>
                <a:cxn ang="0">
                  <a:pos x="connsiteX1" y="connsiteY1"/>
                </a:cxn>
                <a:cxn ang="0">
                  <a:pos x="connsiteX2" y="connsiteY2"/>
                </a:cxn>
                <a:cxn ang="0">
                  <a:pos x="connsiteX3" y="connsiteY3"/>
                </a:cxn>
              </a:cxnLst>
              <a:rect l="l" t="t" r="r" b="b"/>
              <a:pathLst>
                <a:path w="874726" h="1475483">
                  <a:moveTo>
                    <a:pt x="0" y="0"/>
                  </a:moveTo>
                  <a:lnTo>
                    <a:pt x="874726" y="0"/>
                  </a:lnTo>
                  <a:lnTo>
                    <a:pt x="874726" y="1475484"/>
                  </a:lnTo>
                  <a:lnTo>
                    <a:pt x="0" y="1475484"/>
                  </a:lnTo>
                  <a:close/>
                </a:path>
              </a:pathLst>
            </a:custGeom>
            <a:solidFill>
              <a:schemeClr val="accent4"/>
            </a:solidFill>
            <a:ln w="8043"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5AAF6BB-5C96-42D5-BC42-4B3E5BF03DFE}"/>
                </a:ext>
              </a:extLst>
            </p:cNvPr>
            <p:cNvSpPr/>
            <p:nvPr/>
          </p:nvSpPr>
          <p:spPr>
            <a:xfrm>
              <a:off x="9172953" y="5935535"/>
              <a:ext cx="447227" cy="386030"/>
            </a:xfrm>
            <a:custGeom>
              <a:avLst/>
              <a:gdLst>
                <a:gd name="connsiteX0" fmla="*/ 223618 w 447227"/>
                <a:gd name="connsiteY0" fmla="*/ 0 h 386030"/>
                <a:gd name="connsiteX1" fmla="*/ 447227 w 447227"/>
                <a:gd name="connsiteY1" fmla="*/ 386031 h 386030"/>
                <a:gd name="connsiteX2" fmla="*/ 0 w 447227"/>
                <a:gd name="connsiteY2" fmla="*/ 386031 h 386030"/>
              </a:gdLst>
              <a:ahLst/>
              <a:cxnLst>
                <a:cxn ang="0">
                  <a:pos x="connsiteX0" y="connsiteY0"/>
                </a:cxn>
                <a:cxn ang="0">
                  <a:pos x="connsiteX1" y="connsiteY1"/>
                </a:cxn>
                <a:cxn ang="0">
                  <a:pos x="connsiteX2" y="connsiteY2"/>
                </a:cxn>
              </a:cxnLst>
              <a:rect l="l" t="t" r="r" b="b"/>
              <a:pathLst>
                <a:path w="447227" h="386030">
                  <a:moveTo>
                    <a:pt x="223618" y="0"/>
                  </a:moveTo>
                  <a:lnTo>
                    <a:pt x="447227" y="386031"/>
                  </a:lnTo>
                  <a:lnTo>
                    <a:pt x="0" y="386031"/>
                  </a:lnTo>
                  <a:close/>
                </a:path>
              </a:pathLst>
            </a:custGeom>
            <a:solidFill>
              <a:schemeClr val="tx2"/>
            </a:solidFill>
            <a:ln w="8043"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588BC80-2B36-46F4-8583-16176C3379F7}"/>
                </a:ext>
              </a:extLst>
            </p:cNvPr>
            <p:cNvSpPr/>
            <p:nvPr/>
          </p:nvSpPr>
          <p:spPr>
            <a:xfrm>
              <a:off x="8730248" y="4846082"/>
              <a:ext cx="1337151" cy="998350"/>
            </a:xfrm>
            <a:custGeom>
              <a:avLst/>
              <a:gdLst>
                <a:gd name="connsiteX0" fmla="*/ 0 w 1337151"/>
                <a:gd name="connsiteY0" fmla="*/ 0 h 998350"/>
                <a:gd name="connsiteX1" fmla="*/ 1337152 w 1337151"/>
                <a:gd name="connsiteY1" fmla="*/ 0 h 998350"/>
                <a:gd name="connsiteX2" fmla="*/ 1337152 w 1337151"/>
                <a:gd name="connsiteY2" fmla="*/ 998350 h 998350"/>
                <a:gd name="connsiteX3" fmla="*/ 0 w 1337151"/>
                <a:gd name="connsiteY3" fmla="*/ 998350 h 998350"/>
              </a:gdLst>
              <a:ahLst/>
              <a:cxnLst>
                <a:cxn ang="0">
                  <a:pos x="connsiteX0" y="connsiteY0"/>
                </a:cxn>
                <a:cxn ang="0">
                  <a:pos x="connsiteX1" y="connsiteY1"/>
                </a:cxn>
                <a:cxn ang="0">
                  <a:pos x="connsiteX2" y="connsiteY2"/>
                </a:cxn>
                <a:cxn ang="0">
                  <a:pos x="connsiteX3" y="connsiteY3"/>
                </a:cxn>
              </a:cxnLst>
              <a:rect l="l" t="t" r="r" b="b"/>
              <a:pathLst>
                <a:path w="1337151" h="998350">
                  <a:moveTo>
                    <a:pt x="0" y="0"/>
                  </a:moveTo>
                  <a:lnTo>
                    <a:pt x="1337152" y="0"/>
                  </a:lnTo>
                  <a:lnTo>
                    <a:pt x="1337152" y="998350"/>
                  </a:lnTo>
                  <a:lnTo>
                    <a:pt x="0" y="998350"/>
                  </a:lnTo>
                  <a:close/>
                </a:path>
              </a:pathLst>
            </a:custGeom>
            <a:solidFill>
              <a:schemeClr val="tx2"/>
            </a:solidFill>
            <a:ln w="8043"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FE2ED06-723E-4085-97AF-63CFA4097EF3}"/>
                </a:ext>
              </a:extLst>
            </p:cNvPr>
            <p:cNvSpPr/>
            <p:nvPr/>
          </p:nvSpPr>
          <p:spPr>
            <a:xfrm>
              <a:off x="9508963" y="5211081"/>
              <a:ext cx="268344" cy="268344"/>
            </a:xfrm>
            <a:custGeom>
              <a:avLst/>
              <a:gdLst>
                <a:gd name="connsiteX0" fmla="*/ 268344 w 268344"/>
                <a:gd name="connsiteY0" fmla="*/ 134172 h 268344"/>
                <a:gd name="connsiteX1" fmla="*/ 134172 w 268344"/>
                <a:gd name="connsiteY1" fmla="*/ 268344 h 268344"/>
                <a:gd name="connsiteX2" fmla="*/ 0 w 268344"/>
                <a:gd name="connsiteY2" fmla="*/ 134172 h 268344"/>
                <a:gd name="connsiteX3" fmla="*/ 134172 w 268344"/>
                <a:gd name="connsiteY3" fmla="*/ 0 h 268344"/>
                <a:gd name="connsiteX4" fmla="*/ 268344 w 268344"/>
                <a:gd name="connsiteY4" fmla="*/ 134172 h 268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44" h="268344">
                  <a:moveTo>
                    <a:pt x="268344" y="134172"/>
                  </a:moveTo>
                  <a:cubicBezTo>
                    <a:pt x="268344" y="208273"/>
                    <a:pt x="208273" y="268344"/>
                    <a:pt x="134172" y="268344"/>
                  </a:cubicBezTo>
                  <a:cubicBezTo>
                    <a:pt x="60071" y="268344"/>
                    <a:pt x="0" y="208273"/>
                    <a:pt x="0" y="134172"/>
                  </a:cubicBezTo>
                  <a:cubicBezTo>
                    <a:pt x="0" y="60071"/>
                    <a:pt x="60071" y="0"/>
                    <a:pt x="134172" y="0"/>
                  </a:cubicBezTo>
                  <a:cubicBezTo>
                    <a:pt x="208273" y="0"/>
                    <a:pt x="268344" y="60071"/>
                    <a:pt x="268344" y="134172"/>
                  </a:cubicBezTo>
                  <a:close/>
                </a:path>
              </a:pathLst>
            </a:custGeom>
            <a:solidFill>
              <a:schemeClr val="accent1"/>
            </a:solidFill>
            <a:ln w="8043"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B553942-F495-40B9-9482-B2A1AB7C8D5F}"/>
                </a:ext>
              </a:extLst>
            </p:cNvPr>
            <p:cNvSpPr/>
            <p:nvPr/>
          </p:nvSpPr>
          <p:spPr>
            <a:xfrm>
              <a:off x="9915526" y="5211081"/>
              <a:ext cx="268344" cy="268344"/>
            </a:xfrm>
            <a:custGeom>
              <a:avLst/>
              <a:gdLst>
                <a:gd name="connsiteX0" fmla="*/ 268344 w 268344"/>
                <a:gd name="connsiteY0" fmla="*/ 134172 h 268344"/>
                <a:gd name="connsiteX1" fmla="*/ 134172 w 268344"/>
                <a:gd name="connsiteY1" fmla="*/ 268344 h 268344"/>
                <a:gd name="connsiteX2" fmla="*/ 0 w 268344"/>
                <a:gd name="connsiteY2" fmla="*/ 134172 h 268344"/>
                <a:gd name="connsiteX3" fmla="*/ 134172 w 268344"/>
                <a:gd name="connsiteY3" fmla="*/ 0 h 268344"/>
                <a:gd name="connsiteX4" fmla="*/ 268344 w 268344"/>
                <a:gd name="connsiteY4" fmla="*/ 134172 h 268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44" h="268344">
                  <a:moveTo>
                    <a:pt x="268344" y="134172"/>
                  </a:moveTo>
                  <a:cubicBezTo>
                    <a:pt x="268344" y="208273"/>
                    <a:pt x="208273" y="268344"/>
                    <a:pt x="134172" y="268344"/>
                  </a:cubicBezTo>
                  <a:cubicBezTo>
                    <a:pt x="60071" y="268344"/>
                    <a:pt x="0" y="208273"/>
                    <a:pt x="0" y="134172"/>
                  </a:cubicBezTo>
                  <a:cubicBezTo>
                    <a:pt x="0" y="60071"/>
                    <a:pt x="60071" y="0"/>
                    <a:pt x="134172" y="0"/>
                  </a:cubicBezTo>
                  <a:cubicBezTo>
                    <a:pt x="208273" y="0"/>
                    <a:pt x="268344" y="60071"/>
                    <a:pt x="268344" y="134172"/>
                  </a:cubicBezTo>
                  <a:close/>
                </a:path>
              </a:pathLst>
            </a:custGeom>
            <a:solidFill>
              <a:schemeClr val="accent1"/>
            </a:solidFill>
            <a:ln w="8043"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6CE56C9B-D98F-4C6A-8914-230A752FB809}"/>
                </a:ext>
              </a:extLst>
            </p:cNvPr>
            <p:cNvSpPr/>
            <p:nvPr/>
          </p:nvSpPr>
          <p:spPr>
            <a:xfrm>
              <a:off x="10367267" y="5211081"/>
              <a:ext cx="268344" cy="268344"/>
            </a:xfrm>
            <a:custGeom>
              <a:avLst/>
              <a:gdLst>
                <a:gd name="connsiteX0" fmla="*/ 268344 w 268344"/>
                <a:gd name="connsiteY0" fmla="*/ 134172 h 268344"/>
                <a:gd name="connsiteX1" fmla="*/ 134172 w 268344"/>
                <a:gd name="connsiteY1" fmla="*/ 268344 h 268344"/>
                <a:gd name="connsiteX2" fmla="*/ 0 w 268344"/>
                <a:gd name="connsiteY2" fmla="*/ 134172 h 268344"/>
                <a:gd name="connsiteX3" fmla="*/ 134172 w 268344"/>
                <a:gd name="connsiteY3" fmla="*/ 0 h 268344"/>
                <a:gd name="connsiteX4" fmla="*/ 268344 w 268344"/>
                <a:gd name="connsiteY4" fmla="*/ 134172 h 268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44" h="268344">
                  <a:moveTo>
                    <a:pt x="268344" y="134172"/>
                  </a:moveTo>
                  <a:cubicBezTo>
                    <a:pt x="268344" y="208273"/>
                    <a:pt x="208273" y="268344"/>
                    <a:pt x="134172" y="268344"/>
                  </a:cubicBezTo>
                  <a:cubicBezTo>
                    <a:pt x="60071" y="268344"/>
                    <a:pt x="0" y="208273"/>
                    <a:pt x="0" y="134172"/>
                  </a:cubicBezTo>
                  <a:cubicBezTo>
                    <a:pt x="0" y="60071"/>
                    <a:pt x="60071" y="0"/>
                    <a:pt x="134172" y="0"/>
                  </a:cubicBezTo>
                  <a:cubicBezTo>
                    <a:pt x="208273" y="0"/>
                    <a:pt x="268344" y="60071"/>
                    <a:pt x="268344" y="134172"/>
                  </a:cubicBezTo>
                  <a:close/>
                </a:path>
              </a:pathLst>
            </a:custGeom>
            <a:solidFill>
              <a:schemeClr val="accent1"/>
            </a:solidFill>
            <a:ln w="8043"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9BF9855-E9D6-4881-B7AB-23E8BB560929}"/>
                </a:ext>
              </a:extLst>
            </p:cNvPr>
            <p:cNvSpPr/>
            <p:nvPr userDrawn="1"/>
          </p:nvSpPr>
          <p:spPr>
            <a:xfrm>
              <a:off x="10810182" y="4495606"/>
              <a:ext cx="892370" cy="1493120"/>
            </a:xfrm>
            <a:custGeom>
              <a:avLst/>
              <a:gdLst>
                <a:gd name="connsiteX0" fmla="*/ 892371 w 892370"/>
                <a:gd name="connsiteY0" fmla="*/ 1493120 h 1493120"/>
                <a:gd name="connsiteX1" fmla="*/ 0 w 892370"/>
                <a:gd name="connsiteY1" fmla="*/ 1493120 h 1493120"/>
                <a:gd name="connsiteX2" fmla="*/ 0 w 892370"/>
                <a:gd name="connsiteY2" fmla="*/ 0 h 1493120"/>
                <a:gd name="connsiteX3" fmla="*/ 892371 w 892370"/>
                <a:gd name="connsiteY3" fmla="*/ 0 h 1493120"/>
                <a:gd name="connsiteX4" fmla="*/ 40229 w 892370"/>
                <a:gd name="connsiteY4" fmla="*/ 1452891 h 1493120"/>
                <a:gd name="connsiteX5" fmla="*/ 852142 w 892370"/>
                <a:gd name="connsiteY5" fmla="*/ 1452891 h 1493120"/>
                <a:gd name="connsiteX6" fmla="*/ 852142 w 892370"/>
                <a:gd name="connsiteY6" fmla="*/ 40229 h 1493120"/>
                <a:gd name="connsiteX7" fmla="*/ 40229 w 892370"/>
                <a:gd name="connsiteY7" fmla="*/ 40229 h 149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2370" h="1493120">
                  <a:moveTo>
                    <a:pt x="892371" y="1493120"/>
                  </a:moveTo>
                  <a:lnTo>
                    <a:pt x="0" y="1493120"/>
                  </a:lnTo>
                  <a:lnTo>
                    <a:pt x="0" y="0"/>
                  </a:lnTo>
                  <a:lnTo>
                    <a:pt x="892371" y="0"/>
                  </a:lnTo>
                  <a:close/>
                  <a:moveTo>
                    <a:pt x="40229" y="1452891"/>
                  </a:moveTo>
                  <a:lnTo>
                    <a:pt x="852142" y="1452891"/>
                  </a:lnTo>
                  <a:lnTo>
                    <a:pt x="852142" y="40229"/>
                  </a:lnTo>
                  <a:lnTo>
                    <a:pt x="40229" y="40229"/>
                  </a:lnTo>
                  <a:close/>
                </a:path>
              </a:pathLst>
            </a:custGeom>
            <a:solidFill>
              <a:schemeClr val="accent4"/>
            </a:solidFill>
            <a:ln w="8043" cap="flat">
              <a:noFill/>
              <a:prstDash val="solid"/>
              <a:miter/>
            </a:ln>
          </p:spPr>
          <p:txBody>
            <a:bodyPr rtlCol="0" anchor="ctr"/>
            <a:lstStyle/>
            <a:p>
              <a:endParaRPr lang="en-US"/>
            </a:p>
          </p:txBody>
        </p:sp>
      </p:grpSp>
    </p:spTree>
    <p:extLst>
      <p:ext uri="{BB962C8B-B14F-4D97-AF65-F5344CB8AC3E}">
        <p14:creationId xmlns:p14="http://schemas.microsoft.com/office/powerpoint/2010/main" val="3864525767"/>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Kapittel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normAutofit/>
          </a:bodyPr>
          <a:lstStyle>
            <a:lvl1pPr>
              <a:defRPr cap="all" baseline="0"/>
            </a:lvl1pPr>
          </a:lstStyle>
          <a:p>
            <a:r>
              <a:rPr lang="en-US" noProof="0"/>
              <a:t>Click to edit Master title style</a:t>
            </a:r>
            <a:endParaRPr lang="nb-NO" noProof="0"/>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en-US" noProof="0"/>
              <a:t>Click to edit Master text styles</a:t>
            </a:r>
          </a:p>
        </p:txBody>
      </p:sp>
      <p:grpSp>
        <p:nvGrpSpPr>
          <p:cNvPr id="3" name="Group 2">
            <a:extLst>
              <a:ext uri="{FF2B5EF4-FFF2-40B4-BE49-F238E27FC236}">
                <a16:creationId xmlns:a16="http://schemas.microsoft.com/office/drawing/2014/main" id="{7391F02B-B53B-4219-A213-FA244B1B9DF2}"/>
              </a:ext>
            </a:extLst>
          </p:cNvPr>
          <p:cNvGrpSpPr/>
          <p:nvPr userDrawn="1"/>
        </p:nvGrpSpPr>
        <p:grpSpPr>
          <a:xfrm>
            <a:off x="-193141" y="4703130"/>
            <a:ext cx="3851014" cy="2239479"/>
            <a:chOff x="-193141" y="4703130"/>
            <a:chExt cx="3851014" cy="2239479"/>
          </a:xfrm>
        </p:grpSpPr>
        <p:sp>
          <p:nvSpPr>
            <p:cNvPr id="8" name="Freeform: Shape 7">
              <a:extLst>
                <a:ext uri="{FF2B5EF4-FFF2-40B4-BE49-F238E27FC236}">
                  <a16:creationId xmlns:a16="http://schemas.microsoft.com/office/drawing/2014/main" id="{6EDA9B97-14EE-4EFC-82F6-A0C048F043E8}"/>
                </a:ext>
              </a:extLst>
            </p:cNvPr>
            <p:cNvSpPr/>
            <p:nvPr/>
          </p:nvSpPr>
          <p:spPr>
            <a:xfrm>
              <a:off x="1076598" y="4703130"/>
              <a:ext cx="2581275" cy="2235450"/>
            </a:xfrm>
            <a:custGeom>
              <a:avLst/>
              <a:gdLst>
                <a:gd name="connsiteX0" fmla="*/ 2581275 w 2581275"/>
                <a:gd name="connsiteY0" fmla="*/ 2235451 h 2235450"/>
                <a:gd name="connsiteX1" fmla="*/ 0 w 2581275"/>
                <a:gd name="connsiteY1" fmla="*/ 2235451 h 2235450"/>
                <a:gd name="connsiteX2" fmla="*/ 1290638 w 2581275"/>
                <a:gd name="connsiteY2" fmla="*/ 0 h 2235450"/>
                <a:gd name="connsiteX3" fmla="*/ 16507 w 2581275"/>
                <a:gd name="connsiteY3" fmla="*/ 2225926 h 2235450"/>
                <a:gd name="connsiteX4" fmla="*/ 2564778 w 2581275"/>
                <a:gd name="connsiteY4" fmla="*/ 2225926 h 2235450"/>
                <a:gd name="connsiteX5" fmla="*/ 1290638 w 2581275"/>
                <a:gd name="connsiteY5" fmla="*/ 19050 h 223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81275" h="2235450">
                  <a:moveTo>
                    <a:pt x="2581275" y="2235451"/>
                  </a:moveTo>
                  <a:lnTo>
                    <a:pt x="0" y="2235451"/>
                  </a:lnTo>
                  <a:lnTo>
                    <a:pt x="1290638" y="0"/>
                  </a:lnTo>
                  <a:close/>
                  <a:moveTo>
                    <a:pt x="16507" y="2225926"/>
                  </a:moveTo>
                  <a:lnTo>
                    <a:pt x="2564778" y="2225926"/>
                  </a:lnTo>
                  <a:lnTo>
                    <a:pt x="1290638" y="19050"/>
                  </a:lnTo>
                  <a:close/>
                </a:path>
              </a:pathLst>
            </a:custGeom>
            <a:solidFill>
              <a:schemeClr val="bg1"/>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FF77E99-435F-4373-904A-0B8840F0B5F4}"/>
                </a:ext>
              </a:extLst>
            </p:cNvPr>
            <p:cNvSpPr/>
            <p:nvPr/>
          </p:nvSpPr>
          <p:spPr>
            <a:xfrm>
              <a:off x="1577870" y="5551293"/>
              <a:ext cx="1378371" cy="1391136"/>
            </a:xfrm>
            <a:custGeom>
              <a:avLst/>
              <a:gdLst>
                <a:gd name="connsiteX0" fmla="*/ 0 w 1378371"/>
                <a:gd name="connsiteY0" fmla="*/ 0 h 1391136"/>
                <a:gd name="connsiteX1" fmla="*/ 521513 w 1378371"/>
                <a:gd name="connsiteY1" fmla="*/ 411318 h 1391136"/>
                <a:gd name="connsiteX2" fmla="*/ 1233230 w 1378371"/>
                <a:gd name="connsiteY2" fmla="*/ 1236583 h 1391136"/>
                <a:gd name="connsiteX3" fmla="*/ 1378372 w 1378371"/>
                <a:gd name="connsiteY3" fmla="*/ 1391136 h 1391136"/>
                <a:gd name="connsiteX4" fmla="*/ 0 w 1378371"/>
                <a:gd name="connsiteY4" fmla="*/ 1391136 h 1391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8371" h="1391136">
                  <a:moveTo>
                    <a:pt x="0" y="0"/>
                  </a:moveTo>
                  <a:cubicBezTo>
                    <a:pt x="267995" y="21079"/>
                    <a:pt x="395078" y="121520"/>
                    <a:pt x="521513" y="411318"/>
                  </a:cubicBezTo>
                  <a:cubicBezTo>
                    <a:pt x="678380" y="766972"/>
                    <a:pt x="884501" y="1006126"/>
                    <a:pt x="1233230" y="1236583"/>
                  </a:cubicBezTo>
                  <a:cubicBezTo>
                    <a:pt x="1292984" y="1276098"/>
                    <a:pt x="1342684" y="1329021"/>
                    <a:pt x="1378372" y="1391136"/>
                  </a:cubicBezTo>
                  <a:lnTo>
                    <a:pt x="0" y="1391136"/>
                  </a:lnTo>
                  <a:close/>
                </a:path>
              </a:pathLst>
            </a:custGeom>
            <a:solidFill>
              <a:schemeClr val="accent2"/>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D4B90A55-43F2-44C4-8FA8-6B258D4852E8}"/>
                </a:ext>
              </a:extLst>
            </p:cNvPr>
            <p:cNvSpPr/>
            <p:nvPr/>
          </p:nvSpPr>
          <p:spPr>
            <a:xfrm>
              <a:off x="-193141" y="4721446"/>
              <a:ext cx="2564777" cy="2221163"/>
            </a:xfrm>
            <a:custGeom>
              <a:avLst/>
              <a:gdLst>
                <a:gd name="connsiteX0" fmla="*/ 1282389 w 2564777"/>
                <a:gd name="connsiteY0" fmla="*/ 2221163 h 2221163"/>
                <a:gd name="connsiteX1" fmla="*/ 0 w 2564777"/>
                <a:gd name="connsiteY1" fmla="*/ 2221163 h 2221163"/>
                <a:gd name="connsiteX2" fmla="*/ 641194 w 2564777"/>
                <a:gd name="connsiteY2" fmla="*/ 1110577 h 2221163"/>
                <a:gd name="connsiteX3" fmla="*/ 1282389 w 2564777"/>
                <a:gd name="connsiteY3" fmla="*/ 0 h 2221163"/>
                <a:gd name="connsiteX4" fmla="*/ 1923583 w 2564777"/>
                <a:gd name="connsiteY4" fmla="*/ 1110577 h 2221163"/>
                <a:gd name="connsiteX5" fmla="*/ 2564778 w 2564777"/>
                <a:gd name="connsiteY5" fmla="*/ 2221163 h 2221163"/>
                <a:gd name="connsiteX6" fmla="*/ 1282389 w 2564777"/>
                <a:gd name="connsiteY6" fmla="*/ 2221163 h 222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64777" h="2221163">
                  <a:moveTo>
                    <a:pt x="1282389" y="2221163"/>
                  </a:moveTo>
                  <a:lnTo>
                    <a:pt x="0" y="2221163"/>
                  </a:lnTo>
                  <a:lnTo>
                    <a:pt x="641194" y="1110577"/>
                  </a:lnTo>
                  <a:lnTo>
                    <a:pt x="1282389" y="0"/>
                  </a:lnTo>
                  <a:lnTo>
                    <a:pt x="1923583" y="1110577"/>
                  </a:lnTo>
                  <a:lnTo>
                    <a:pt x="2564778" y="2221163"/>
                  </a:lnTo>
                  <a:lnTo>
                    <a:pt x="1282389" y="2221163"/>
                  </a:lnTo>
                  <a:close/>
                </a:path>
              </a:pathLst>
            </a:custGeom>
            <a:solidFill>
              <a:schemeClr val="accent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41610967"/>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Kapittel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normAutofit/>
          </a:bodyPr>
          <a:lstStyle>
            <a:lvl1pPr>
              <a:defRPr cap="all" baseline="0"/>
            </a:lvl1pPr>
          </a:lstStyle>
          <a:p>
            <a:r>
              <a:rPr lang="en-US" noProof="0"/>
              <a:t>Click to edit Master title style</a:t>
            </a:r>
            <a:endParaRPr lang="nb-NO" noProof="0"/>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en-US" noProof="0"/>
              <a:t>Click to edit Master text styles</a:t>
            </a:r>
          </a:p>
        </p:txBody>
      </p:sp>
      <p:grpSp>
        <p:nvGrpSpPr>
          <p:cNvPr id="3" name="Group 2">
            <a:extLst>
              <a:ext uri="{FF2B5EF4-FFF2-40B4-BE49-F238E27FC236}">
                <a16:creationId xmlns:a16="http://schemas.microsoft.com/office/drawing/2014/main" id="{D3678B2A-2F48-4D27-93CA-F25ECA71B716}"/>
              </a:ext>
            </a:extLst>
          </p:cNvPr>
          <p:cNvGrpSpPr/>
          <p:nvPr userDrawn="1"/>
        </p:nvGrpSpPr>
        <p:grpSpPr>
          <a:xfrm>
            <a:off x="553506" y="4275628"/>
            <a:ext cx="3020870" cy="2292828"/>
            <a:chOff x="553506" y="4275628"/>
            <a:chExt cx="3020870" cy="2292828"/>
          </a:xfrm>
        </p:grpSpPr>
        <p:sp>
          <p:nvSpPr>
            <p:cNvPr id="7" name="Freeform: Shape 6">
              <a:extLst>
                <a:ext uri="{FF2B5EF4-FFF2-40B4-BE49-F238E27FC236}">
                  <a16:creationId xmlns:a16="http://schemas.microsoft.com/office/drawing/2014/main" id="{35CD9FC8-2928-4A44-8CD6-48ACDB02C858}"/>
                </a:ext>
              </a:extLst>
            </p:cNvPr>
            <p:cNvSpPr/>
            <p:nvPr userDrawn="1"/>
          </p:nvSpPr>
          <p:spPr>
            <a:xfrm>
              <a:off x="2731107" y="5842664"/>
              <a:ext cx="843269" cy="725792"/>
            </a:xfrm>
            <a:custGeom>
              <a:avLst/>
              <a:gdLst>
                <a:gd name="connsiteX0" fmla="*/ 421635 w 843269"/>
                <a:gd name="connsiteY0" fmla="*/ 0 h 725792"/>
                <a:gd name="connsiteX1" fmla="*/ 843270 w 843269"/>
                <a:gd name="connsiteY1" fmla="*/ 725793 h 725792"/>
                <a:gd name="connsiteX2" fmla="*/ 0 w 843269"/>
                <a:gd name="connsiteY2" fmla="*/ 725793 h 725792"/>
              </a:gdLst>
              <a:ahLst/>
              <a:cxnLst>
                <a:cxn ang="0">
                  <a:pos x="connsiteX0" y="connsiteY0"/>
                </a:cxn>
                <a:cxn ang="0">
                  <a:pos x="connsiteX1" y="connsiteY1"/>
                </a:cxn>
                <a:cxn ang="0">
                  <a:pos x="connsiteX2" y="connsiteY2"/>
                </a:cxn>
              </a:cxnLst>
              <a:rect l="l" t="t" r="r" b="b"/>
              <a:pathLst>
                <a:path w="843269" h="725792">
                  <a:moveTo>
                    <a:pt x="421635" y="0"/>
                  </a:moveTo>
                  <a:lnTo>
                    <a:pt x="843270" y="725793"/>
                  </a:lnTo>
                  <a:lnTo>
                    <a:pt x="0" y="725793"/>
                  </a:lnTo>
                  <a:close/>
                </a:path>
              </a:pathLst>
            </a:custGeom>
            <a:solidFill>
              <a:schemeClr val="accent1"/>
            </a:solidFill>
            <a:ln w="7941"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6A6FA39-8755-4AD9-9AC7-36CB646BBCDB}"/>
                </a:ext>
              </a:extLst>
            </p:cNvPr>
            <p:cNvSpPr/>
            <p:nvPr userDrawn="1"/>
          </p:nvSpPr>
          <p:spPr>
            <a:xfrm>
              <a:off x="2144286" y="5842664"/>
              <a:ext cx="843269" cy="725792"/>
            </a:xfrm>
            <a:custGeom>
              <a:avLst/>
              <a:gdLst>
                <a:gd name="connsiteX0" fmla="*/ 421635 w 843269"/>
                <a:gd name="connsiteY0" fmla="*/ 0 h 725792"/>
                <a:gd name="connsiteX1" fmla="*/ 843270 w 843269"/>
                <a:gd name="connsiteY1" fmla="*/ 725793 h 725792"/>
                <a:gd name="connsiteX2" fmla="*/ 0 w 843269"/>
                <a:gd name="connsiteY2" fmla="*/ 725793 h 725792"/>
              </a:gdLst>
              <a:ahLst/>
              <a:cxnLst>
                <a:cxn ang="0">
                  <a:pos x="connsiteX0" y="connsiteY0"/>
                </a:cxn>
                <a:cxn ang="0">
                  <a:pos x="connsiteX1" y="connsiteY1"/>
                </a:cxn>
                <a:cxn ang="0">
                  <a:pos x="connsiteX2" y="connsiteY2"/>
                </a:cxn>
              </a:cxnLst>
              <a:rect l="l" t="t" r="r" b="b"/>
              <a:pathLst>
                <a:path w="843269" h="725792">
                  <a:moveTo>
                    <a:pt x="421635" y="0"/>
                  </a:moveTo>
                  <a:lnTo>
                    <a:pt x="843270" y="725793"/>
                  </a:lnTo>
                  <a:lnTo>
                    <a:pt x="0" y="725793"/>
                  </a:lnTo>
                  <a:close/>
                </a:path>
              </a:pathLst>
            </a:custGeom>
            <a:solidFill>
              <a:schemeClr val="accent1"/>
            </a:solidFill>
            <a:ln w="7941"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2EE18E7-8CC1-45D9-9E6D-94675A6D04AC}"/>
                </a:ext>
              </a:extLst>
            </p:cNvPr>
            <p:cNvSpPr/>
            <p:nvPr userDrawn="1"/>
          </p:nvSpPr>
          <p:spPr>
            <a:xfrm>
              <a:off x="553506" y="4275628"/>
              <a:ext cx="1596046" cy="1750762"/>
            </a:xfrm>
            <a:custGeom>
              <a:avLst/>
              <a:gdLst>
                <a:gd name="connsiteX0" fmla="*/ 9858 w 1596046"/>
                <a:gd name="connsiteY0" fmla="*/ 1733398 h 1750762"/>
                <a:gd name="connsiteX1" fmla="*/ 1596046 w 1596046"/>
                <a:gd name="connsiteY1" fmla="*/ 1750763 h 1750762"/>
                <a:gd name="connsiteX2" fmla="*/ 1391405 w 1596046"/>
                <a:gd name="connsiteY2" fmla="*/ 1424617 h 1750762"/>
                <a:gd name="connsiteX3" fmla="*/ 0 w 1596046"/>
                <a:gd name="connsiteY3" fmla="*/ 0 h 1750762"/>
              </a:gdLst>
              <a:ahLst/>
              <a:cxnLst>
                <a:cxn ang="0">
                  <a:pos x="connsiteX0" y="connsiteY0"/>
                </a:cxn>
                <a:cxn ang="0">
                  <a:pos x="connsiteX1" y="connsiteY1"/>
                </a:cxn>
                <a:cxn ang="0">
                  <a:pos x="connsiteX2" y="connsiteY2"/>
                </a:cxn>
                <a:cxn ang="0">
                  <a:pos x="connsiteX3" y="connsiteY3"/>
                </a:cxn>
              </a:cxnLst>
              <a:rect l="l" t="t" r="r" b="b"/>
              <a:pathLst>
                <a:path w="1596046" h="1750762">
                  <a:moveTo>
                    <a:pt x="9858" y="1733398"/>
                  </a:moveTo>
                  <a:lnTo>
                    <a:pt x="1596046" y="1750763"/>
                  </a:lnTo>
                  <a:cubicBezTo>
                    <a:pt x="1583472" y="1623166"/>
                    <a:pt x="1519749" y="1509891"/>
                    <a:pt x="1391405" y="1424617"/>
                  </a:cubicBezTo>
                  <a:cubicBezTo>
                    <a:pt x="303983" y="701128"/>
                    <a:pt x="822156" y="30813"/>
                    <a:pt x="0" y="0"/>
                  </a:cubicBezTo>
                  <a:close/>
                </a:path>
              </a:pathLst>
            </a:custGeom>
            <a:solidFill>
              <a:srgbClr val="1D43C6"/>
            </a:solidFill>
            <a:ln w="7941"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BC3C6A5D-2EAC-4E0C-851F-F5AFA7FFE4B4}"/>
                </a:ext>
              </a:extLst>
            </p:cNvPr>
            <p:cNvSpPr/>
            <p:nvPr userDrawn="1"/>
          </p:nvSpPr>
          <p:spPr>
            <a:xfrm>
              <a:off x="2261358" y="5121669"/>
              <a:ext cx="1142748" cy="569248"/>
            </a:xfrm>
            <a:custGeom>
              <a:avLst/>
              <a:gdLst>
                <a:gd name="connsiteX0" fmla="*/ 8 w 1142748"/>
                <a:gd name="connsiteY0" fmla="*/ 0 h 569248"/>
                <a:gd name="connsiteX1" fmla="*/ 1142749 w 1142748"/>
                <a:gd name="connsiteY1" fmla="*/ 0 h 569248"/>
                <a:gd name="connsiteX2" fmla="*/ 569244 w 1142748"/>
                <a:gd name="connsiteY2" fmla="*/ 569244 h 569248"/>
                <a:gd name="connsiteX3" fmla="*/ 0 w 1142748"/>
                <a:gd name="connsiteY3" fmla="*/ 0 h 569248"/>
              </a:gdLst>
              <a:ahLst/>
              <a:cxnLst>
                <a:cxn ang="0">
                  <a:pos x="connsiteX0" y="connsiteY0"/>
                </a:cxn>
                <a:cxn ang="0">
                  <a:pos x="connsiteX1" y="connsiteY1"/>
                </a:cxn>
                <a:cxn ang="0">
                  <a:pos x="connsiteX2" y="connsiteY2"/>
                </a:cxn>
                <a:cxn ang="0">
                  <a:pos x="connsiteX3" y="connsiteY3"/>
                </a:cxn>
              </a:cxnLst>
              <a:rect l="l" t="t" r="r" b="b"/>
              <a:pathLst>
                <a:path w="1142748" h="569248">
                  <a:moveTo>
                    <a:pt x="8" y="0"/>
                  </a:moveTo>
                  <a:lnTo>
                    <a:pt x="1142749" y="0"/>
                  </a:lnTo>
                  <a:cubicBezTo>
                    <a:pt x="1141572" y="315561"/>
                    <a:pt x="884806" y="570420"/>
                    <a:pt x="569244" y="569244"/>
                  </a:cubicBezTo>
                  <a:cubicBezTo>
                    <a:pt x="255345" y="568074"/>
                    <a:pt x="1170" y="313899"/>
                    <a:pt x="0" y="0"/>
                  </a:cubicBezTo>
                  <a:close/>
                </a:path>
              </a:pathLst>
            </a:custGeom>
            <a:solidFill>
              <a:schemeClr val="accent3"/>
            </a:solidFill>
            <a:ln w="7941"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C04C87B-AF0D-4CA8-9EF0-3E415581B6D5}"/>
                </a:ext>
              </a:extLst>
            </p:cNvPr>
            <p:cNvSpPr/>
            <p:nvPr userDrawn="1"/>
          </p:nvSpPr>
          <p:spPr>
            <a:xfrm>
              <a:off x="2258379" y="5118722"/>
              <a:ext cx="1148706" cy="577296"/>
            </a:xfrm>
            <a:custGeom>
              <a:avLst/>
              <a:gdLst>
                <a:gd name="connsiteX0" fmla="*/ 574365 w 1148706"/>
                <a:gd name="connsiteY0" fmla="*/ 577296 h 577296"/>
                <a:gd name="connsiteX1" fmla="*/ 0 w 1148706"/>
                <a:gd name="connsiteY1" fmla="*/ 2979 h 577296"/>
                <a:gd name="connsiteX2" fmla="*/ 2947 w 1148706"/>
                <a:gd name="connsiteY2" fmla="*/ 2979 h 577296"/>
                <a:gd name="connsiteX3" fmla="*/ 2947 w 1148706"/>
                <a:gd name="connsiteY3" fmla="*/ 0 h 577296"/>
                <a:gd name="connsiteX4" fmla="*/ 1148706 w 1148706"/>
                <a:gd name="connsiteY4" fmla="*/ 0 h 577296"/>
                <a:gd name="connsiteX5" fmla="*/ 1148706 w 1148706"/>
                <a:gd name="connsiteY5" fmla="*/ 2979 h 577296"/>
                <a:gd name="connsiteX6" fmla="*/ 574365 w 1148706"/>
                <a:gd name="connsiteY6" fmla="*/ 577296 h 577296"/>
                <a:gd name="connsiteX7" fmla="*/ 5965 w 1148706"/>
                <a:gd name="connsiteY7" fmla="*/ 5966 h 577296"/>
                <a:gd name="connsiteX8" fmla="*/ 576478 w 1148706"/>
                <a:gd name="connsiteY8" fmla="*/ 572228 h 577296"/>
                <a:gd name="connsiteX9" fmla="*/ 1142741 w 1148706"/>
                <a:gd name="connsiteY9" fmla="*/ 5966 h 577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8706" h="577296">
                  <a:moveTo>
                    <a:pt x="574365" y="577296"/>
                  </a:moveTo>
                  <a:cubicBezTo>
                    <a:pt x="257318" y="576942"/>
                    <a:pt x="381" y="320026"/>
                    <a:pt x="0" y="2979"/>
                  </a:cubicBezTo>
                  <a:lnTo>
                    <a:pt x="2947" y="2979"/>
                  </a:lnTo>
                  <a:lnTo>
                    <a:pt x="2947" y="0"/>
                  </a:lnTo>
                  <a:lnTo>
                    <a:pt x="1148706" y="0"/>
                  </a:lnTo>
                  <a:lnTo>
                    <a:pt x="1148706" y="2979"/>
                  </a:lnTo>
                  <a:cubicBezTo>
                    <a:pt x="1148330" y="320019"/>
                    <a:pt x="891405" y="576933"/>
                    <a:pt x="574365" y="577296"/>
                  </a:cubicBezTo>
                  <a:close/>
                  <a:moveTo>
                    <a:pt x="5965" y="5966"/>
                  </a:moveTo>
                  <a:cubicBezTo>
                    <a:pt x="7139" y="319878"/>
                    <a:pt x="262566" y="573402"/>
                    <a:pt x="576478" y="572228"/>
                  </a:cubicBezTo>
                  <a:cubicBezTo>
                    <a:pt x="888732" y="571061"/>
                    <a:pt x="1141573" y="318219"/>
                    <a:pt x="1142741" y="5966"/>
                  </a:cubicBezTo>
                  <a:close/>
                </a:path>
              </a:pathLst>
            </a:custGeom>
            <a:solidFill>
              <a:srgbClr val="FBAC66"/>
            </a:solidFill>
            <a:ln w="7941"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3F905877-2A9A-461C-9C7A-17DBCB0BB485}"/>
                </a:ext>
              </a:extLst>
            </p:cNvPr>
            <p:cNvSpPr/>
            <p:nvPr userDrawn="1"/>
          </p:nvSpPr>
          <p:spPr>
            <a:xfrm>
              <a:off x="553506" y="4275628"/>
              <a:ext cx="1596046" cy="1750762"/>
            </a:xfrm>
            <a:custGeom>
              <a:avLst/>
              <a:gdLst>
                <a:gd name="connsiteX0" fmla="*/ 9858 w 1596046"/>
                <a:gd name="connsiteY0" fmla="*/ 1733390 h 1750762"/>
                <a:gd name="connsiteX1" fmla="*/ 1596046 w 1596046"/>
                <a:gd name="connsiteY1" fmla="*/ 1750763 h 1750762"/>
                <a:gd name="connsiteX2" fmla="*/ 1391405 w 1596046"/>
                <a:gd name="connsiteY2" fmla="*/ 1424617 h 1750762"/>
                <a:gd name="connsiteX3" fmla="*/ 0 w 1596046"/>
                <a:gd name="connsiteY3" fmla="*/ 0 h 1750762"/>
              </a:gdLst>
              <a:ahLst/>
              <a:cxnLst>
                <a:cxn ang="0">
                  <a:pos x="connsiteX0" y="connsiteY0"/>
                </a:cxn>
                <a:cxn ang="0">
                  <a:pos x="connsiteX1" y="connsiteY1"/>
                </a:cxn>
                <a:cxn ang="0">
                  <a:pos x="connsiteX2" y="connsiteY2"/>
                </a:cxn>
                <a:cxn ang="0">
                  <a:pos x="connsiteX3" y="connsiteY3"/>
                </a:cxn>
              </a:cxnLst>
              <a:rect l="l" t="t" r="r" b="b"/>
              <a:pathLst>
                <a:path w="1596046" h="1750762">
                  <a:moveTo>
                    <a:pt x="9858" y="1733390"/>
                  </a:moveTo>
                  <a:lnTo>
                    <a:pt x="1596046" y="1750763"/>
                  </a:lnTo>
                  <a:cubicBezTo>
                    <a:pt x="1583472" y="1623166"/>
                    <a:pt x="1519749" y="1509883"/>
                    <a:pt x="1391405" y="1424617"/>
                  </a:cubicBezTo>
                  <a:cubicBezTo>
                    <a:pt x="303983" y="701120"/>
                    <a:pt x="822156" y="30813"/>
                    <a:pt x="0" y="0"/>
                  </a:cubicBezTo>
                  <a:close/>
                </a:path>
              </a:pathLst>
            </a:custGeom>
            <a:solidFill>
              <a:schemeClr val="accent2"/>
            </a:solidFill>
            <a:ln w="7941" cap="flat">
              <a:noFill/>
              <a:prstDash val="solid"/>
              <a:miter/>
            </a:ln>
          </p:spPr>
          <p:txBody>
            <a:bodyPr rtlCol="0" anchor="ctr"/>
            <a:lstStyle/>
            <a:p>
              <a:endParaRPr lang="en-US"/>
            </a:p>
          </p:txBody>
        </p:sp>
      </p:grpSp>
    </p:spTree>
    <p:extLst>
      <p:ext uri="{BB962C8B-B14F-4D97-AF65-F5344CB8AC3E}">
        <p14:creationId xmlns:p14="http://schemas.microsoft.com/office/powerpoint/2010/main" val="1214891578"/>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apittel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normAutofit/>
          </a:bodyPr>
          <a:lstStyle>
            <a:lvl1pPr>
              <a:defRPr cap="all" baseline="0"/>
            </a:lvl1pPr>
          </a:lstStyle>
          <a:p>
            <a:r>
              <a:rPr lang="en-US" noProof="0"/>
              <a:t>Click to edit Master title style</a:t>
            </a:r>
            <a:endParaRPr lang="nb-NO" noProof="0"/>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en-US" noProof="0"/>
              <a:t>Click to edit Master text styles</a:t>
            </a:r>
          </a:p>
        </p:txBody>
      </p:sp>
      <p:grpSp>
        <p:nvGrpSpPr>
          <p:cNvPr id="3" name="Group 2">
            <a:extLst>
              <a:ext uri="{FF2B5EF4-FFF2-40B4-BE49-F238E27FC236}">
                <a16:creationId xmlns:a16="http://schemas.microsoft.com/office/drawing/2014/main" id="{ED83404B-9696-4894-8EBB-5A5ADB66B4C6}"/>
              </a:ext>
            </a:extLst>
          </p:cNvPr>
          <p:cNvGrpSpPr/>
          <p:nvPr userDrawn="1"/>
        </p:nvGrpSpPr>
        <p:grpSpPr>
          <a:xfrm>
            <a:off x="1002014" y="668472"/>
            <a:ext cx="2173294" cy="2346804"/>
            <a:chOff x="1002014" y="668472"/>
            <a:chExt cx="2173294" cy="2346804"/>
          </a:xfrm>
        </p:grpSpPr>
        <p:sp>
          <p:nvSpPr>
            <p:cNvPr id="10" name="Freeform: Shape 9">
              <a:extLst>
                <a:ext uri="{FF2B5EF4-FFF2-40B4-BE49-F238E27FC236}">
                  <a16:creationId xmlns:a16="http://schemas.microsoft.com/office/drawing/2014/main" id="{35853E15-4F9F-40AD-AC61-5A3023E3CE69}"/>
                </a:ext>
              </a:extLst>
            </p:cNvPr>
            <p:cNvSpPr/>
            <p:nvPr userDrawn="1"/>
          </p:nvSpPr>
          <p:spPr>
            <a:xfrm>
              <a:off x="1769489" y="953964"/>
              <a:ext cx="393799" cy="393799"/>
            </a:xfrm>
            <a:custGeom>
              <a:avLst/>
              <a:gdLst>
                <a:gd name="connsiteX0" fmla="*/ 393799 w 393799"/>
                <a:gd name="connsiteY0" fmla="*/ 196900 h 393799"/>
                <a:gd name="connsiteX1" fmla="*/ 196900 w 393799"/>
                <a:gd name="connsiteY1" fmla="*/ 393799 h 393799"/>
                <a:gd name="connsiteX2" fmla="*/ 0 w 393799"/>
                <a:gd name="connsiteY2" fmla="*/ 196900 h 393799"/>
                <a:gd name="connsiteX3" fmla="*/ 196900 w 393799"/>
                <a:gd name="connsiteY3" fmla="*/ 0 h 393799"/>
                <a:gd name="connsiteX4" fmla="*/ 393799 w 393799"/>
                <a:gd name="connsiteY4" fmla="*/ 196900 h 393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799" h="393799">
                  <a:moveTo>
                    <a:pt x="393799" y="196900"/>
                  </a:moveTo>
                  <a:cubicBezTo>
                    <a:pt x="393799" y="305644"/>
                    <a:pt x="305644" y="393799"/>
                    <a:pt x="196900" y="393799"/>
                  </a:cubicBezTo>
                  <a:cubicBezTo>
                    <a:pt x="88155" y="393799"/>
                    <a:pt x="0" y="305644"/>
                    <a:pt x="0" y="196900"/>
                  </a:cubicBezTo>
                  <a:cubicBezTo>
                    <a:pt x="0" y="88155"/>
                    <a:pt x="88155" y="0"/>
                    <a:pt x="196900" y="0"/>
                  </a:cubicBezTo>
                  <a:cubicBezTo>
                    <a:pt x="305644" y="0"/>
                    <a:pt x="393799" y="88155"/>
                    <a:pt x="393799" y="196900"/>
                  </a:cubicBezTo>
                  <a:close/>
                </a:path>
              </a:pathLst>
            </a:custGeom>
            <a:solidFill>
              <a:schemeClr val="accent1"/>
            </a:solidFill>
            <a:ln w="6493"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CACC864-1604-4E31-BB73-59849F948F41}"/>
                </a:ext>
              </a:extLst>
            </p:cNvPr>
            <p:cNvSpPr/>
            <p:nvPr userDrawn="1"/>
          </p:nvSpPr>
          <p:spPr>
            <a:xfrm>
              <a:off x="2781509" y="1734600"/>
              <a:ext cx="393799" cy="393799"/>
            </a:xfrm>
            <a:custGeom>
              <a:avLst/>
              <a:gdLst>
                <a:gd name="connsiteX0" fmla="*/ 393800 w 393799"/>
                <a:gd name="connsiteY0" fmla="*/ 196900 h 393799"/>
                <a:gd name="connsiteX1" fmla="*/ 196900 w 393799"/>
                <a:gd name="connsiteY1" fmla="*/ 393799 h 393799"/>
                <a:gd name="connsiteX2" fmla="*/ 0 w 393799"/>
                <a:gd name="connsiteY2" fmla="*/ 196900 h 393799"/>
                <a:gd name="connsiteX3" fmla="*/ 196900 w 393799"/>
                <a:gd name="connsiteY3" fmla="*/ 0 h 393799"/>
                <a:gd name="connsiteX4" fmla="*/ 393800 w 393799"/>
                <a:gd name="connsiteY4" fmla="*/ 196900 h 393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799" h="393799">
                  <a:moveTo>
                    <a:pt x="393800" y="196900"/>
                  </a:moveTo>
                  <a:cubicBezTo>
                    <a:pt x="393800" y="305644"/>
                    <a:pt x="305645" y="393799"/>
                    <a:pt x="196900" y="393799"/>
                  </a:cubicBezTo>
                  <a:cubicBezTo>
                    <a:pt x="88155" y="393799"/>
                    <a:pt x="0" y="305644"/>
                    <a:pt x="0" y="196900"/>
                  </a:cubicBezTo>
                  <a:cubicBezTo>
                    <a:pt x="0" y="88155"/>
                    <a:pt x="88155" y="0"/>
                    <a:pt x="196900" y="0"/>
                  </a:cubicBezTo>
                  <a:cubicBezTo>
                    <a:pt x="305645" y="0"/>
                    <a:pt x="393800" y="88155"/>
                    <a:pt x="393800" y="196900"/>
                  </a:cubicBezTo>
                  <a:close/>
                </a:path>
              </a:pathLst>
            </a:custGeom>
            <a:solidFill>
              <a:schemeClr val="accent1"/>
            </a:solidFill>
            <a:ln w="6493"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076D2472-5715-45F4-88D6-068E73038E62}"/>
                </a:ext>
              </a:extLst>
            </p:cNvPr>
            <p:cNvSpPr/>
            <p:nvPr userDrawn="1"/>
          </p:nvSpPr>
          <p:spPr>
            <a:xfrm>
              <a:off x="1845032" y="668472"/>
              <a:ext cx="242725" cy="242725"/>
            </a:xfrm>
            <a:custGeom>
              <a:avLst/>
              <a:gdLst>
                <a:gd name="connsiteX0" fmla="*/ 242726 w 242725"/>
                <a:gd name="connsiteY0" fmla="*/ 121363 h 242725"/>
                <a:gd name="connsiteX1" fmla="*/ 121363 w 242725"/>
                <a:gd name="connsiteY1" fmla="*/ 242726 h 242725"/>
                <a:gd name="connsiteX2" fmla="*/ 0 w 242725"/>
                <a:gd name="connsiteY2" fmla="*/ 121363 h 242725"/>
                <a:gd name="connsiteX3" fmla="*/ 121363 w 242725"/>
                <a:gd name="connsiteY3" fmla="*/ 0 h 242725"/>
                <a:gd name="connsiteX4" fmla="*/ 242726 w 242725"/>
                <a:gd name="connsiteY4" fmla="*/ 121363 h 242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725" h="242725">
                  <a:moveTo>
                    <a:pt x="242726" y="121363"/>
                  </a:moveTo>
                  <a:cubicBezTo>
                    <a:pt x="242726" y="188390"/>
                    <a:pt x="188390" y="242726"/>
                    <a:pt x="121363" y="242726"/>
                  </a:cubicBezTo>
                  <a:cubicBezTo>
                    <a:pt x="54336" y="242726"/>
                    <a:pt x="0" y="188390"/>
                    <a:pt x="0" y="121363"/>
                  </a:cubicBezTo>
                  <a:cubicBezTo>
                    <a:pt x="0" y="54336"/>
                    <a:pt x="54336" y="0"/>
                    <a:pt x="121363" y="0"/>
                  </a:cubicBezTo>
                  <a:cubicBezTo>
                    <a:pt x="188390" y="0"/>
                    <a:pt x="242726" y="54336"/>
                    <a:pt x="242726" y="121363"/>
                  </a:cubicBezTo>
                  <a:close/>
                </a:path>
              </a:pathLst>
            </a:custGeom>
            <a:solidFill>
              <a:schemeClr val="accent1"/>
            </a:solidFill>
            <a:ln w="6493"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2ED72A7-C4EB-4B09-B530-ACD057C2B22F}"/>
                </a:ext>
              </a:extLst>
            </p:cNvPr>
            <p:cNvSpPr/>
            <p:nvPr userDrawn="1"/>
          </p:nvSpPr>
          <p:spPr>
            <a:xfrm>
              <a:off x="2857052" y="1449107"/>
              <a:ext cx="242725" cy="242725"/>
            </a:xfrm>
            <a:custGeom>
              <a:avLst/>
              <a:gdLst>
                <a:gd name="connsiteX0" fmla="*/ 242726 w 242725"/>
                <a:gd name="connsiteY0" fmla="*/ 121363 h 242725"/>
                <a:gd name="connsiteX1" fmla="*/ 121363 w 242725"/>
                <a:gd name="connsiteY1" fmla="*/ 242726 h 242725"/>
                <a:gd name="connsiteX2" fmla="*/ 0 w 242725"/>
                <a:gd name="connsiteY2" fmla="*/ 121363 h 242725"/>
                <a:gd name="connsiteX3" fmla="*/ 121363 w 242725"/>
                <a:gd name="connsiteY3" fmla="*/ 0 h 242725"/>
                <a:gd name="connsiteX4" fmla="*/ 242726 w 242725"/>
                <a:gd name="connsiteY4" fmla="*/ 121363 h 242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725" h="242725">
                  <a:moveTo>
                    <a:pt x="242726" y="121363"/>
                  </a:moveTo>
                  <a:cubicBezTo>
                    <a:pt x="242726" y="188390"/>
                    <a:pt x="188390" y="242726"/>
                    <a:pt x="121363" y="242726"/>
                  </a:cubicBezTo>
                  <a:cubicBezTo>
                    <a:pt x="54336" y="242726"/>
                    <a:pt x="0" y="188390"/>
                    <a:pt x="0" y="121363"/>
                  </a:cubicBezTo>
                  <a:cubicBezTo>
                    <a:pt x="0" y="54336"/>
                    <a:pt x="54336" y="0"/>
                    <a:pt x="121363" y="0"/>
                  </a:cubicBezTo>
                  <a:cubicBezTo>
                    <a:pt x="188390" y="0"/>
                    <a:pt x="242726" y="54336"/>
                    <a:pt x="242726" y="121363"/>
                  </a:cubicBezTo>
                  <a:close/>
                </a:path>
              </a:pathLst>
            </a:custGeom>
            <a:solidFill>
              <a:schemeClr val="accent1"/>
            </a:solidFill>
            <a:ln w="6493"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E395C42C-FD55-40FB-A002-AC953099CD99}"/>
                </a:ext>
              </a:extLst>
            </p:cNvPr>
            <p:cNvSpPr/>
            <p:nvPr userDrawn="1"/>
          </p:nvSpPr>
          <p:spPr>
            <a:xfrm>
              <a:off x="1002014" y="1086526"/>
              <a:ext cx="1928750" cy="1928750"/>
            </a:xfrm>
            <a:custGeom>
              <a:avLst/>
              <a:gdLst>
                <a:gd name="connsiteX0" fmla="*/ 1928750 w 1928750"/>
                <a:gd name="connsiteY0" fmla="*/ 964375 h 1928750"/>
                <a:gd name="connsiteX1" fmla="*/ 964375 w 1928750"/>
                <a:gd name="connsiteY1" fmla="*/ 1928751 h 1928750"/>
                <a:gd name="connsiteX2" fmla="*/ 0 w 1928750"/>
                <a:gd name="connsiteY2" fmla="*/ 964375 h 1928750"/>
                <a:gd name="connsiteX3" fmla="*/ 964375 w 1928750"/>
                <a:gd name="connsiteY3" fmla="*/ 0 h 1928750"/>
                <a:gd name="connsiteX4" fmla="*/ 1928750 w 1928750"/>
                <a:gd name="connsiteY4" fmla="*/ 964375 h 1928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8750" h="1928750">
                  <a:moveTo>
                    <a:pt x="1928750" y="964375"/>
                  </a:moveTo>
                  <a:cubicBezTo>
                    <a:pt x="1928750" y="1496985"/>
                    <a:pt x="1496985" y="1928751"/>
                    <a:pt x="964375" y="1928751"/>
                  </a:cubicBezTo>
                  <a:cubicBezTo>
                    <a:pt x="431765" y="1928751"/>
                    <a:pt x="0" y="1496985"/>
                    <a:pt x="0" y="964375"/>
                  </a:cubicBezTo>
                  <a:cubicBezTo>
                    <a:pt x="0" y="431765"/>
                    <a:pt x="431765" y="0"/>
                    <a:pt x="964375" y="0"/>
                  </a:cubicBezTo>
                  <a:cubicBezTo>
                    <a:pt x="1496985" y="0"/>
                    <a:pt x="1928750" y="431765"/>
                    <a:pt x="1928750" y="964375"/>
                  </a:cubicBezTo>
                  <a:close/>
                </a:path>
              </a:pathLst>
            </a:custGeom>
            <a:solidFill>
              <a:schemeClr val="accent4"/>
            </a:solidFill>
            <a:ln w="6493"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F781C5F-5BA1-4BE6-8892-0AF3185F8E32}"/>
                </a:ext>
              </a:extLst>
            </p:cNvPr>
            <p:cNvSpPr/>
            <p:nvPr userDrawn="1"/>
          </p:nvSpPr>
          <p:spPr>
            <a:xfrm>
              <a:off x="1966408" y="1617868"/>
              <a:ext cx="392279" cy="412110"/>
            </a:xfrm>
            <a:custGeom>
              <a:avLst/>
              <a:gdLst>
                <a:gd name="connsiteX0" fmla="*/ 392279 w 392279"/>
                <a:gd name="connsiteY0" fmla="*/ 0 h 412110"/>
                <a:gd name="connsiteX1" fmla="*/ 392279 w 392279"/>
                <a:gd name="connsiteY1" fmla="*/ 0 h 412110"/>
                <a:gd name="connsiteX2" fmla="*/ 392279 w 392279"/>
                <a:gd name="connsiteY2" fmla="*/ 412110 h 412110"/>
                <a:gd name="connsiteX3" fmla="*/ 0 w 392279"/>
                <a:gd name="connsiteY3" fmla="*/ 412110 h 412110"/>
                <a:gd name="connsiteX4" fmla="*/ 0 w 392279"/>
                <a:gd name="connsiteY4" fmla="*/ 411902 h 412110"/>
                <a:gd name="connsiteX5" fmla="*/ 312638 w 392279"/>
                <a:gd name="connsiteY5" fmla="*/ 12062 h 412110"/>
                <a:gd name="connsiteX6" fmla="*/ 392279 w 392279"/>
                <a:gd name="connsiteY6" fmla="*/ 0 h 412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2279" h="412110">
                  <a:moveTo>
                    <a:pt x="392279" y="0"/>
                  </a:moveTo>
                  <a:lnTo>
                    <a:pt x="392279" y="0"/>
                  </a:lnTo>
                  <a:lnTo>
                    <a:pt x="392279" y="412110"/>
                  </a:lnTo>
                  <a:lnTo>
                    <a:pt x="0" y="412110"/>
                  </a:lnTo>
                  <a:lnTo>
                    <a:pt x="0" y="411902"/>
                  </a:lnTo>
                  <a:cubicBezTo>
                    <a:pt x="703" y="222876"/>
                    <a:pt x="129360" y="58333"/>
                    <a:pt x="312638" y="12062"/>
                  </a:cubicBezTo>
                  <a:cubicBezTo>
                    <a:pt x="338736" y="5495"/>
                    <a:pt x="365407" y="1456"/>
                    <a:pt x="392279" y="0"/>
                  </a:cubicBezTo>
                  <a:close/>
                </a:path>
              </a:pathLst>
            </a:custGeom>
            <a:solidFill>
              <a:schemeClr val="accent3"/>
            </a:solidFill>
            <a:ln w="6493"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E3703D7-8338-4B96-913A-F1BA7ABBEAAB}"/>
                </a:ext>
              </a:extLst>
            </p:cNvPr>
            <p:cNvSpPr/>
            <p:nvPr userDrawn="1"/>
          </p:nvSpPr>
          <p:spPr>
            <a:xfrm>
              <a:off x="1405446" y="1518941"/>
              <a:ext cx="711866" cy="779154"/>
            </a:xfrm>
            <a:custGeom>
              <a:avLst/>
              <a:gdLst>
                <a:gd name="connsiteX0" fmla="*/ 711867 w 711866"/>
                <a:gd name="connsiteY0" fmla="*/ 779155 h 779154"/>
                <a:gd name="connsiteX1" fmla="*/ 705131 w 711866"/>
                <a:gd name="connsiteY1" fmla="*/ 778901 h 779154"/>
                <a:gd name="connsiteX2" fmla="*/ 437514 w 711866"/>
                <a:gd name="connsiteY2" fmla="*/ 574408 h 779154"/>
                <a:gd name="connsiteX3" fmla="*/ 93107 w 711866"/>
                <a:gd name="connsiteY3" fmla="*/ 154594 h 779154"/>
                <a:gd name="connsiteX4" fmla="*/ 708 w 711866"/>
                <a:gd name="connsiteY4" fmla="*/ 7145 h 779154"/>
                <a:gd name="connsiteX5" fmla="*/ 0 w 711866"/>
                <a:gd name="connsiteY5" fmla="*/ 0 h 779154"/>
                <a:gd name="connsiteX6" fmla="*/ 711867 w 711866"/>
                <a:gd name="connsiteY6" fmla="*/ 0 h 779154"/>
                <a:gd name="connsiteX7" fmla="*/ 14453 w 711866"/>
                <a:gd name="connsiteY7" fmla="*/ 12965 h 779154"/>
                <a:gd name="connsiteX8" fmla="*/ 100291 w 711866"/>
                <a:gd name="connsiteY8" fmla="*/ 143747 h 779154"/>
                <a:gd name="connsiteX9" fmla="*/ 449486 w 711866"/>
                <a:gd name="connsiteY9" fmla="*/ 569381 h 779154"/>
                <a:gd name="connsiteX10" fmla="*/ 698876 w 711866"/>
                <a:gd name="connsiteY10" fmla="*/ 765631 h 779154"/>
                <a:gd name="connsiteX11" fmla="*/ 698876 w 711866"/>
                <a:gd name="connsiteY11" fmla="*/ 12965 h 779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866" h="779154">
                  <a:moveTo>
                    <a:pt x="711867" y="779155"/>
                  </a:moveTo>
                  <a:lnTo>
                    <a:pt x="705131" y="778901"/>
                  </a:lnTo>
                  <a:cubicBezTo>
                    <a:pt x="519813" y="771964"/>
                    <a:pt x="485289" y="689094"/>
                    <a:pt x="437514" y="574408"/>
                  </a:cubicBezTo>
                  <a:cubicBezTo>
                    <a:pt x="391117" y="463068"/>
                    <a:pt x="327577" y="310591"/>
                    <a:pt x="93107" y="154594"/>
                  </a:cubicBezTo>
                  <a:cubicBezTo>
                    <a:pt x="37811" y="117842"/>
                    <a:pt x="6716" y="68203"/>
                    <a:pt x="708" y="7145"/>
                  </a:cubicBezTo>
                  <a:lnTo>
                    <a:pt x="0" y="0"/>
                  </a:lnTo>
                  <a:lnTo>
                    <a:pt x="711867" y="0"/>
                  </a:lnTo>
                  <a:close/>
                  <a:moveTo>
                    <a:pt x="14453" y="12965"/>
                  </a:moveTo>
                  <a:cubicBezTo>
                    <a:pt x="21728" y="66742"/>
                    <a:pt x="50574" y="110710"/>
                    <a:pt x="100291" y="143747"/>
                  </a:cubicBezTo>
                  <a:cubicBezTo>
                    <a:pt x="338029" y="301933"/>
                    <a:pt x="402458" y="456507"/>
                    <a:pt x="449486" y="569381"/>
                  </a:cubicBezTo>
                  <a:cubicBezTo>
                    <a:pt x="496514" y="682254"/>
                    <a:pt x="527803" y="757356"/>
                    <a:pt x="698876" y="765631"/>
                  </a:cubicBezTo>
                  <a:lnTo>
                    <a:pt x="698876" y="12965"/>
                  </a:lnTo>
                  <a:close/>
                </a:path>
              </a:pathLst>
            </a:custGeom>
            <a:solidFill>
              <a:schemeClr val="tx1"/>
            </a:solidFill>
            <a:ln w="6493"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148ACA4-6A84-45D4-B1D3-5C0C4293D02A}"/>
                </a:ext>
              </a:extLst>
            </p:cNvPr>
            <p:cNvSpPr/>
            <p:nvPr userDrawn="1"/>
          </p:nvSpPr>
          <p:spPr>
            <a:xfrm>
              <a:off x="2206542" y="2150283"/>
              <a:ext cx="487095" cy="511706"/>
            </a:xfrm>
            <a:custGeom>
              <a:avLst/>
              <a:gdLst>
                <a:gd name="connsiteX0" fmla="*/ 0 w 487095"/>
                <a:gd name="connsiteY0" fmla="*/ 511707 h 511706"/>
                <a:gd name="connsiteX1" fmla="*/ 0 w 487095"/>
                <a:gd name="connsiteY1" fmla="*/ 511707 h 511706"/>
                <a:gd name="connsiteX2" fmla="*/ 0 w 487095"/>
                <a:gd name="connsiteY2" fmla="*/ 0 h 511706"/>
                <a:gd name="connsiteX3" fmla="*/ 487095 w 487095"/>
                <a:gd name="connsiteY3" fmla="*/ 0 h 511706"/>
                <a:gd name="connsiteX4" fmla="*/ 487095 w 487095"/>
                <a:gd name="connsiteY4" fmla="*/ 260 h 511706"/>
                <a:gd name="connsiteX5" fmla="*/ 98888 w 487095"/>
                <a:gd name="connsiteY5" fmla="*/ 496702 h 511706"/>
                <a:gd name="connsiteX6" fmla="*/ 0 w 487095"/>
                <a:gd name="connsiteY6" fmla="*/ 511707 h 511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7095" h="511706">
                  <a:moveTo>
                    <a:pt x="0" y="511707"/>
                  </a:moveTo>
                  <a:lnTo>
                    <a:pt x="0" y="511707"/>
                  </a:lnTo>
                  <a:lnTo>
                    <a:pt x="0" y="0"/>
                  </a:lnTo>
                  <a:lnTo>
                    <a:pt x="487095" y="0"/>
                  </a:lnTo>
                  <a:lnTo>
                    <a:pt x="487095" y="260"/>
                  </a:lnTo>
                  <a:cubicBezTo>
                    <a:pt x="486219" y="234967"/>
                    <a:pt x="326461" y="439267"/>
                    <a:pt x="98888" y="496702"/>
                  </a:cubicBezTo>
                  <a:cubicBezTo>
                    <a:pt x="66484" y="504868"/>
                    <a:pt x="33368" y="509893"/>
                    <a:pt x="0" y="511707"/>
                  </a:cubicBezTo>
                  <a:close/>
                </a:path>
              </a:pathLst>
            </a:custGeom>
            <a:solidFill>
              <a:schemeClr val="tx2"/>
            </a:solidFill>
            <a:ln w="6493"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1E08FF9-CB1A-4976-8A44-7E36B0ECFFB2}"/>
                </a:ext>
              </a:extLst>
            </p:cNvPr>
            <p:cNvSpPr/>
            <p:nvPr userDrawn="1"/>
          </p:nvSpPr>
          <p:spPr>
            <a:xfrm>
              <a:off x="1426582" y="2309249"/>
              <a:ext cx="352779" cy="155152"/>
            </a:xfrm>
            <a:custGeom>
              <a:avLst/>
              <a:gdLst>
                <a:gd name="connsiteX0" fmla="*/ 0 w 352779"/>
                <a:gd name="connsiteY0" fmla="*/ 0 h 155152"/>
                <a:gd name="connsiteX1" fmla="*/ 352780 w 352779"/>
                <a:gd name="connsiteY1" fmla="*/ 0 h 155152"/>
                <a:gd name="connsiteX2" fmla="*/ 352780 w 352779"/>
                <a:gd name="connsiteY2" fmla="*/ 155153 h 155152"/>
                <a:gd name="connsiteX3" fmla="*/ 0 w 352779"/>
                <a:gd name="connsiteY3" fmla="*/ 155153 h 155152"/>
              </a:gdLst>
              <a:ahLst/>
              <a:cxnLst>
                <a:cxn ang="0">
                  <a:pos x="connsiteX0" y="connsiteY0"/>
                </a:cxn>
                <a:cxn ang="0">
                  <a:pos x="connsiteX1" y="connsiteY1"/>
                </a:cxn>
                <a:cxn ang="0">
                  <a:pos x="connsiteX2" y="connsiteY2"/>
                </a:cxn>
                <a:cxn ang="0">
                  <a:pos x="connsiteX3" y="connsiteY3"/>
                </a:cxn>
              </a:cxnLst>
              <a:rect l="l" t="t" r="r" b="b"/>
              <a:pathLst>
                <a:path w="352779" h="155152">
                  <a:moveTo>
                    <a:pt x="0" y="0"/>
                  </a:moveTo>
                  <a:lnTo>
                    <a:pt x="352780" y="0"/>
                  </a:lnTo>
                  <a:lnTo>
                    <a:pt x="352780" y="155153"/>
                  </a:lnTo>
                  <a:lnTo>
                    <a:pt x="0" y="155153"/>
                  </a:lnTo>
                  <a:close/>
                </a:path>
              </a:pathLst>
            </a:custGeom>
            <a:solidFill>
              <a:schemeClr val="tx2"/>
            </a:solidFill>
            <a:ln w="6493"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6155C04-0C27-41D9-ADA1-B02E1F7EAA82}"/>
                </a:ext>
              </a:extLst>
            </p:cNvPr>
            <p:cNvSpPr/>
            <p:nvPr userDrawn="1"/>
          </p:nvSpPr>
          <p:spPr>
            <a:xfrm>
              <a:off x="1799076" y="2309463"/>
              <a:ext cx="134360" cy="154769"/>
            </a:xfrm>
            <a:custGeom>
              <a:avLst/>
              <a:gdLst>
                <a:gd name="connsiteX0" fmla="*/ 221 w 134360"/>
                <a:gd name="connsiteY0" fmla="*/ 154770 h 154769"/>
                <a:gd name="connsiteX1" fmla="*/ 0 w 134360"/>
                <a:gd name="connsiteY1" fmla="*/ 0 h 154769"/>
                <a:gd name="connsiteX2" fmla="*/ 134360 w 134360"/>
                <a:gd name="connsiteY2" fmla="*/ 77577 h 154769"/>
              </a:gdLst>
              <a:ahLst/>
              <a:cxnLst>
                <a:cxn ang="0">
                  <a:pos x="connsiteX0" y="connsiteY0"/>
                </a:cxn>
                <a:cxn ang="0">
                  <a:pos x="connsiteX1" y="connsiteY1"/>
                </a:cxn>
                <a:cxn ang="0">
                  <a:pos x="connsiteX2" y="connsiteY2"/>
                </a:cxn>
              </a:cxnLst>
              <a:rect l="l" t="t" r="r" b="b"/>
              <a:pathLst>
                <a:path w="134360" h="154769">
                  <a:moveTo>
                    <a:pt x="221" y="154770"/>
                  </a:moveTo>
                  <a:lnTo>
                    <a:pt x="0" y="0"/>
                  </a:lnTo>
                  <a:lnTo>
                    <a:pt x="134360" y="77577"/>
                  </a:lnTo>
                  <a:close/>
                </a:path>
              </a:pathLst>
            </a:custGeom>
            <a:solidFill>
              <a:schemeClr val="accent2"/>
            </a:solidFill>
            <a:ln w="6493" cap="flat">
              <a:noFill/>
              <a:prstDash val="solid"/>
              <a:miter/>
            </a:ln>
          </p:spPr>
          <p:txBody>
            <a:bodyPr rtlCol="0" anchor="ctr"/>
            <a:lstStyle/>
            <a:p>
              <a:endParaRPr lang="en-US"/>
            </a:p>
          </p:txBody>
        </p:sp>
      </p:grpSp>
    </p:spTree>
    <p:extLst>
      <p:ext uri="{BB962C8B-B14F-4D97-AF65-F5344CB8AC3E}">
        <p14:creationId xmlns:p14="http://schemas.microsoft.com/office/powerpoint/2010/main" val="2940935701"/>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apittel 7">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098DEE0-4831-4111-A35B-803560731C83}"/>
              </a:ext>
            </a:extLst>
          </p:cNvPr>
          <p:cNvGrpSpPr/>
          <p:nvPr userDrawn="1"/>
        </p:nvGrpSpPr>
        <p:grpSpPr>
          <a:xfrm>
            <a:off x="655748" y="4551718"/>
            <a:ext cx="1646885" cy="1735167"/>
            <a:chOff x="655748" y="4551718"/>
            <a:chExt cx="1646885" cy="1735167"/>
          </a:xfrm>
        </p:grpSpPr>
        <p:sp>
          <p:nvSpPr>
            <p:cNvPr id="7" name="Freeform: Shape 6">
              <a:extLst>
                <a:ext uri="{FF2B5EF4-FFF2-40B4-BE49-F238E27FC236}">
                  <a16:creationId xmlns:a16="http://schemas.microsoft.com/office/drawing/2014/main" id="{203AFA82-12A0-47AC-877C-8B76876C21C4}"/>
                </a:ext>
              </a:extLst>
            </p:cNvPr>
            <p:cNvSpPr/>
            <p:nvPr/>
          </p:nvSpPr>
          <p:spPr>
            <a:xfrm>
              <a:off x="1733736" y="4551718"/>
              <a:ext cx="568897" cy="1199573"/>
            </a:xfrm>
            <a:custGeom>
              <a:avLst/>
              <a:gdLst>
                <a:gd name="connsiteX0" fmla="*/ 0 w 568897"/>
                <a:gd name="connsiteY0" fmla="*/ 1199574 h 1199573"/>
                <a:gd name="connsiteX1" fmla="*/ 0 w 568897"/>
                <a:gd name="connsiteY1" fmla="*/ 1199574 h 1199573"/>
                <a:gd name="connsiteX2" fmla="*/ 568043 w 568897"/>
                <a:gd name="connsiteY2" fmla="*/ 568043 h 1199573"/>
                <a:gd name="connsiteX3" fmla="*/ 0 w 568897"/>
                <a:gd name="connsiteY3" fmla="*/ 0 h 1199573"/>
                <a:gd name="connsiteX4" fmla="*/ 0 w 568897"/>
                <a:gd name="connsiteY4" fmla="*/ 1199574 h 1199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897" h="1199573">
                  <a:moveTo>
                    <a:pt x="0" y="1199574"/>
                  </a:moveTo>
                  <a:lnTo>
                    <a:pt x="0" y="1199574"/>
                  </a:lnTo>
                  <a:cubicBezTo>
                    <a:pt x="331253" y="1182042"/>
                    <a:pt x="585575" y="899297"/>
                    <a:pt x="568043" y="568043"/>
                  </a:cubicBezTo>
                  <a:cubicBezTo>
                    <a:pt x="551809" y="261298"/>
                    <a:pt x="306746" y="16234"/>
                    <a:pt x="0" y="0"/>
                  </a:cubicBezTo>
                  <a:lnTo>
                    <a:pt x="0" y="1199574"/>
                  </a:lnTo>
                  <a:close/>
                </a:path>
              </a:pathLst>
            </a:custGeom>
            <a:solidFill>
              <a:schemeClr val="bg1"/>
            </a:solidFill>
            <a:ln w="5023"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2859FABF-B4B0-4E38-98B5-00C71DE74C3B}"/>
                </a:ext>
              </a:extLst>
            </p:cNvPr>
            <p:cNvSpPr/>
            <p:nvPr/>
          </p:nvSpPr>
          <p:spPr>
            <a:xfrm>
              <a:off x="1780578" y="4864399"/>
              <a:ext cx="334626" cy="351530"/>
            </a:xfrm>
            <a:custGeom>
              <a:avLst/>
              <a:gdLst>
                <a:gd name="connsiteX0" fmla="*/ 334626 w 334626"/>
                <a:gd name="connsiteY0" fmla="*/ 0 h 351530"/>
                <a:gd name="connsiteX1" fmla="*/ 334626 w 334626"/>
                <a:gd name="connsiteY1" fmla="*/ 0 h 351530"/>
                <a:gd name="connsiteX2" fmla="*/ 334626 w 334626"/>
                <a:gd name="connsiteY2" fmla="*/ 351530 h 351530"/>
                <a:gd name="connsiteX3" fmla="*/ 0 w 334626"/>
                <a:gd name="connsiteY3" fmla="*/ 351530 h 351530"/>
                <a:gd name="connsiteX4" fmla="*/ 0 w 334626"/>
                <a:gd name="connsiteY4" fmla="*/ 351349 h 351530"/>
                <a:gd name="connsiteX5" fmla="*/ 266694 w 334626"/>
                <a:gd name="connsiteY5" fmla="*/ 10289 h 351530"/>
                <a:gd name="connsiteX6" fmla="*/ 334626 w 334626"/>
                <a:gd name="connsiteY6" fmla="*/ 0 h 351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4626" h="351530">
                  <a:moveTo>
                    <a:pt x="334626" y="0"/>
                  </a:moveTo>
                  <a:lnTo>
                    <a:pt x="334626" y="0"/>
                  </a:lnTo>
                  <a:lnTo>
                    <a:pt x="334626" y="351530"/>
                  </a:lnTo>
                  <a:lnTo>
                    <a:pt x="0" y="351530"/>
                  </a:lnTo>
                  <a:lnTo>
                    <a:pt x="0" y="351349"/>
                  </a:lnTo>
                  <a:cubicBezTo>
                    <a:pt x="590" y="190102"/>
                    <a:pt x="110346" y="49741"/>
                    <a:pt x="266694" y="10289"/>
                  </a:cubicBezTo>
                  <a:cubicBezTo>
                    <a:pt x="288954" y="4684"/>
                    <a:pt x="311704" y="1238"/>
                    <a:pt x="334626" y="0"/>
                  </a:cubicBezTo>
                  <a:close/>
                </a:path>
              </a:pathLst>
            </a:custGeom>
            <a:solidFill>
              <a:schemeClr val="accent3"/>
            </a:solidFill>
            <a:ln w="5023"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A7EB89A1-BD7D-4078-9C7B-84A4588F3625}"/>
                </a:ext>
              </a:extLst>
            </p:cNvPr>
            <p:cNvSpPr/>
            <p:nvPr/>
          </p:nvSpPr>
          <p:spPr>
            <a:xfrm>
              <a:off x="655748" y="5215783"/>
              <a:ext cx="977032" cy="1071102"/>
            </a:xfrm>
            <a:custGeom>
              <a:avLst/>
              <a:gdLst>
                <a:gd name="connsiteX0" fmla="*/ 977032 w 977032"/>
                <a:gd name="connsiteY0" fmla="*/ 1071102 h 1071102"/>
                <a:gd name="connsiteX1" fmla="*/ 974424 w 977032"/>
                <a:gd name="connsiteY1" fmla="*/ 1071002 h 1071102"/>
                <a:gd name="connsiteX2" fmla="*/ 607729 w 977032"/>
                <a:gd name="connsiteY2" fmla="*/ 790400 h 1071102"/>
                <a:gd name="connsiteX3" fmla="*/ 125983 w 977032"/>
                <a:gd name="connsiteY3" fmla="*/ 203189 h 1071102"/>
                <a:gd name="connsiteX4" fmla="*/ 272 w 977032"/>
                <a:gd name="connsiteY4" fmla="*/ 2759 h 1071102"/>
                <a:gd name="connsiteX5" fmla="*/ 0 w 977032"/>
                <a:gd name="connsiteY5" fmla="*/ 0 h 1071102"/>
                <a:gd name="connsiteX6" fmla="*/ 977032 w 977032"/>
                <a:gd name="connsiteY6" fmla="*/ 0 h 1071102"/>
                <a:gd name="connsiteX7" fmla="*/ 5574 w 977032"/>
                <a:gd name="connsiteY7" fmla="*/ 5036 h 1071102"/>
                <a:gd name="connsiteX8" fmla="*/ 128778 w 977032"/>
                <a:gd name="connsiteY8" fmla="*/ 199017 h 1071102"/>
                <a:gd name="connsiteX9" fmla="*/ 612383 w 977032"/>
                <a:gd name="connsiteY9" fmla="*/ 788475 h 1071102"/>
                <a:gd name="connsiteX10" fmla="*/ 972021 w 977032"/>
                <a:gd name="connsiteY10" fmla="*/ 1065890 h 1071102"/>
                <a:gd name="connsiteX11" fmla="*/ 972021 w 977032"/>
                <a:gd name="connsiteY11" fmla="*/ 5036 h 1071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7032" h="1071102">
                  <a:moveTo>
                    <a:pt x="977032" y="1071102"/>
                  </a:moveTo>
                  <a:lnTo>
                    <a:pt x="974424" y="1071002"/>
                  </a:lnTo>
                  <a:cubicBezTo>
                    <a:pt x="720693" y="1061492"/>
                    <a:pt x="675752" y="953649"/>
                    <a:pt x="607729" y="790400"/>
                  </a:cubicBezTo>
                  <a:cubicBezTo>
                    <a:pt x="542837" y="634680"/>
                    <a:pt x="453964" y="421408"/>
                    <a:pt x="125983" y="203189"/>
                  </a:cubicBezTo>
                  <a:cubicBezTo>
                    <a:pt x="50737" y="153181"/>
                    <a:pt x="8445" y="85746"/>
                    <a:pt x="272" y="2759"/>
                  </a:cubicBezTo>
                  <a:lnTo>
                    <a:pt x="0" y="0"/>
                  </a:lnTo>
                  <a:lnTo>
                    <a:pt x="977032" y="0"/>
                  </a:lnTo>
                  <a:close/>
                  <a:moveTo>
                    <a:pt x="5574" y="5036"/>
                  </a:moveTo>
                  <a:cubicBezTo>
                    <a:pt x="14250" y="85178"/>
                    <a:pt x="55693" y="150437"/>
                    <a:pt x="128778" y="199017"/>
                  </a:cubicBezTo>
                  <a:cubicBezTo>
                    <a:pt x="458036" y="418075"/>
                    <a:pt x="547245" y="632162"/>
                    <a:pt x="612383" y="788475"/>
                  </a:cubicBezTo>
                  <a:cubicBezTo>
                    <a:pt x="679426" y="949372"/>
                    <a:pt x="723800" y="1055857"/>
                    <a:pt x="972021" y="1065890"/>
                  </a:cubicBezTo>
                  <a:lnTo>
                    <a:pt x="972021" y="5036"/>
                  </a:lnTo>
                  <a:close/>
                </a:path>
              </a:pathLst>
            </a:custGeom>
            <a:solidFill>
              <a:schemeClr val="bg1"/>
            </a:solidFill>
            <a:ln w="5023"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2970644-E0F4-4520-93D5-053B346F439B}"/>
                </a:ext>
              </a:extLst>
            </p:cNvPr>
            <p:cNvSpPr/>
            <p:nvPr/>
          </p:nvSpPr>
          <p:spPr>
            <a:xfrm>
              <a:off x="1294359" y="4712987"/>
              <a:ext cx="335907" cy="335907"/>
            </a:xfrm>
            <a:custGeom>
              <a:avLst/>
              <a:gdLst>
                <a:gd name="connsiteX0" fmla="*/ 335908 w 335907"/>
                <a:gd name="connsiteY0" fmla="*/ 167954 h 335907"/>
                <a:gd name="connsiteX1" fmla="*/ 167954 w 335907"/>
                <a:gd name="connsiteY1" fmla="*/ 335908 h 335907"/>
                <a:gd name="connsiteX2" fmla="*/ 0 w 335907"/>
                <a:gd name="connsiteY2" fmla="*/ 167954 h 335907"/>
                <a:gd name="connsiteX3" fmla="*/ 167954 w 335907"/>
                <a:gd name="connsiteY3" fmla="*/ 0 h 335907"/>
                <a:gd name="connsiteX4" fmla="*/ 335908 w 335907"/>
                <a:gd name="connsiteY4" fmla="*/ 167954 h 33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907" h="335907">
                  <a:moveTo>
                    <a:pt x="335908" y="167954"/>
                  </a:moveTo>
                  <a:cubicBezTo>
                    <a:pt x="335908" y="260712"/>
                    <a:pt x="260712" y="335908"/>
                    <a:pt x="167954" y="335908"/>
                  </a:cubicBezTo>
                  <a:cubicBezTo>
                    <a:pt x="75196" y="335908"/>
                    <a:pt x="0" y="260712"/>
                    <a:pt x="0" y="167954"/>
                  </a:cubicBezTo>
                  <a:cubicBezTo>
                    <a:pt x="0" y="75196"/>
                    <a:pt x="75196" y="0"/>
                    <a:pt x="167954" y="0"/>
                  </a:cubicBezTo>
                  <a:cubicBezTo>
                    <a:pt x="260712" y="0"/>
                    <a:pt x="335908" y="75196"/>
                    <a:pt x="335908" y="167954"/>
                  </a:cubicBezTo>
                  <a:close/>
                </a:path>
              </a:pathLst>
            </a:custGeom>
            <a:solidFill>
              <a:schemeClr val="accent1"/>
            </a:solidFill>
            <a:ln w="5023"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A9042F5-4D8F-4185-9361-03C7324C575B}"/>
                </a:ext>
              </a:extLst>
            </p:cNvPr>
            <p:cNvSpPr/>
            <p:nvPr/>
          </p:nvSpPr>
          <p:spPr>
            <a:xfrm>
              <a:off x="802053" y="5555712"/>
              <a:ext cx="660265" cy="492964"/>
            </a:xfrm>
            <a:custGeom>
              <a:avLst/>
              <a:gdLst>
                <a:gd name="connsiteX0" fmla="*/ 0 w 660265"/>
                <a:gd name="connsiteY0" fmla="*/ 0 h 492964"/>
                <a:gd name="connsiteX1" fmla="*/ 660265 w 660265"/>
                <a:gd name="connsiteY1" fmla="*/ 0 h 492964"/>
                <a:gd name="connsiteX2" fmla="*/ 660265 w 660265"/>
                <a:gd name="connsiteY2" fmla="*/ 492965 h 492964"/>
                <a:gd name="connsiteX3" fmla="*/ 0 w 660265"/>
                <a:gd name="connsiteY3" fmla="*/ 492965 h 492964"/>
              </a:gdLst>
              <a:ahLst/>
              <a:cxnLst>
                <a:cxn ang="0">
                  <a:pos x="connsiteX0" y="connsiteY0"/>
                </a:cxn>
                <a:cxn ang="0">
                  <a:pos x="connsiteX1" y="connsiteY1"/>
                </a:cxn>
                <a:cxn ang="0">
                  <a:pos x="connsiteX2" y="connsiteY2"/>
                </a:cxn>
                <a:cxn ang="0">
                  <a:pos x="connsiteX3" y="connsiteY3"/>
                </a:cxn>
              </a:cxnLst>
              <a:rect l="l" t="t" r="r" b="b"/>
              <a:pathLst>
                <a:path w="660265" h="492964">
                  <a:moveTo>
                    <a:pt x="0" y="0"/>
                  </a:moveTo>
                  <a:lnTo>
                    <a:pt x="660265" y="0"/>
                  </a:lnTo>
                  <a:lnTo>
                    <a:pt x="660265" y="492965"/>
                  </a:lnTo>
                  <a:lnTo>
                    <a:pt x="0" y="492965"/>
                  </a:lnTo>
                  <a:close/>
                </a:path>
              </a:pathLst>
            </a:custGeom>
            <a:solidFill>
              <a:schemeClr val="accent1"/>
            </a:solidFill>
            <a:ln w="5023"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0E1719E-0A39-4B5D-9A91-93111541A716}"/>
                </a:ext>
              </a:extLst>
            </p:cNvPr>
            <p:cNvSpPr/>
            <p:nvPr/>
          </p:nvSpPr>
          <p:spPr>
            <a:xfrm>
              <a:off x="1733736" y="5847805"/>
              <a:ext cx="415486" cy="436477"/>
            </a:xfrm>
            <a:custGeom>
              <a:avLst/>
              <a:gdLst>
                <a:gd name="connsiteX0" fmla="*/ 0 w 415486"/>
                <a:gd name="connsiteY0" fmla="*/ 436477 h 436477"/>
                <a:gd name="connsiteX1" fmla="*/ 0 w 415486"/>
                <a:gd name="connsiteY1" fmla="*/ 436477 h 436477"/>
                <a:gd name="connsiteX2" fmla="*/ 0 w 415486"/>
                <a:gd name="connsiteY2" fmla="*/ 0 h 436477"/>
                <a:gd name="connsiteX3" fmla="*/ 415487 w 415486"/>
                <a:gd name="connsiteY3" fmla="*/ 0 h 436477"/>
                <a:gd name="connsiteX4" fmla="*/ 415487 w 415486"/>
                <a:gd name="connsiteY4" fmla="*/ 221 h 436477"/>
                <a:gd name="connsiteX5" fmla="*/ 84349 w 415486"/>
                <a:gd name="connsiteY5" fmla="*/ 423685 h 436477"/>
                <a:gd name="connsiteX6" fmla="*/ 0 w 415486"/>
                <a:gd name="connsiteY6" fmla="*/ 436477 h 436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486" h="436477">
                  <a:moveTo>
                    <a:pt x="0" y="436477"/>
                  </a:moveTo>
                  <a:lnTo>
                    <a:pt x="0" y="436477"/>
                  </a:lnTo>
                  <a:lnTo>
                    <a:pt x="0" y="0"/>
                  </a:lnTo>
                  <a:lnTo>
                    <a:pt x="415487" y="0"/>
                  </a:lnTo>
                  <a:lnTo>
                    <a:pt x="415487" y="221"/>
                  </a:lnTo>
                  <a:cubicBezTo>
                    <a:pt x="414741" y="200425"/>
                    <a:pt x="278467" y="374693"/>
                    <a:pt x="84349" y="423685"/>
                  </a:cubicBezTo>
                  <a:cubicBezTo>
                    <a:pt x="56708" y="430646"/>
                    <a:pt x="28462" y="434930"/>
                    <a:pt x="0" y="436477"/>
                  </a:cubicBezTo>
                  <a:close/>
                </a:path>
              </a:pathLst>
            </a:custGeom>
            <a:solidFill>
              <a:schemeClr val="accent4"/>
            </a:solidFill>
            <a:ln w="5023"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89B03DF-B3C2-4148-A06B-C46D7B5FCBD2}"/>
                </a:ext>
              </a:extLst>
            </p:cNvPr>
            <p:cNvSpPr/>
            <p:nvPr/>
          </p:nvSpPr>
          <p:spPr>
            <a:xfrm>
              <a:off x="704565" y="5471751"/>
              <a:ext cx="660265" cy="492964"/>
            </a:xfrm>
            <a:custGeom>
              <a:avLst/>
              <a:gdLst>
                <a:gd name="connsiteX0" fmla="*/ 0 w 660265"/>
                <a:gd name="connsiteY0" fmla="*/ 0 h 492964"/>
                <a:gd name="connsiteX1" fmla="*/ 660265 w 660265"/>
                <a:gd name="connsiteY1" fmla="*/ 0 h 492964"/>
                <a:gd name="connsiteX2" fmla="*/ 660265 w 660265"/>
                <a:gd name="connsiteY2" fmla="*/ 492965 h 492964"/>
                <a:gd name="connsiteX3" fmla="*/ 0 w 660265"/>
                <a:gd name="connsiteY3" fmla="*/ 492965 h 492964"/>
              </a:gdLst>
              <a:ahLst/>
              <a:cxnLst>
                <a:cxn ang="0">
                  <a:pos x="connsiteX0" y="connsiteY0"/>
                </a:cxn>
                <a:cxn ang="0">
                  <a:pos x="connsiteX1" y="connsiteY1"/>
                </a:cxn>
                <a:cxn ang="0">
                  <a:pos x="connsiteX2" y="connsiteY2"/>
                </a:cxn>
                <a:cxn ang="0">
                  <a:pos x="connsiteX3" y="connsiteY3"/>
                </a:cxn>
              </a:cxnLst>
              <a:rect l="l" t="t" r="r" b="b"/>
              <a:pathLst>
                <a:path w="660265" h="492964">
                  <a:moveTo>
                    <a:pt x="0" y="0"/>
                  </a:moveTo>
                  <a:lnTo>
                    <a:pt x="660265" y="0"/>
                  </a:lnTo>
                  <a:lnTo>
                    <a:pt x="660265" y="492965"/>
                  </a:lnTo>
                  <a:lnTo>
                    <a:pt x="0" y="492965"/>
                  </a:lnTo>
                  <a:close/>
                </a:path>
              </a:pathLst>
            </a:custGeom>
            <a:solidFill>
              <a:schemeClr val="accent2"/>
            </a:solidFill>
            <a:ln w="5023"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4BED88D-442C-4B54-8369-BD21A42D657C}"/>
                </a:ext>
              </a:extLst>
            </p:cNvPr>
            <p:cNvSpPr/>
            <p:nvPr/>
          </p:nvSpPr>
          <p:spPr>
            <a:xfrm>
              <a:off x="879083" y="5703023"/>
              <a:ext cx="446123" cy="66117"/>
            </a:xfrm>
            <a:custGeom>
              <a:avLst/>
              <a:gdLst>
                <a:gd name="connsiteX0" fmla="*/ 0 w 446123"/>
                <a:gd name="connsiteY0" fmla="*/ 0 h 66117"/>
                <a:gd name="connsiteX1" fmla="*/ 446123 w 446123"/>
                <a:gd name="connsiteY1" fmla="*/ 0 h 66117"/>
                <a:gd name="connsiteX2" fmla="*/ 446123 w 446123"/>
                <a:gd name="connsiteY2" fmla="*/ 66118 h 66117"/>
                <a:gd name="connsiteX3" fmla="*/ 0 w 446123"/>
                <a:gd name="connsiteY3" fmla="*/ 66118 h 66117"/>
              </a:gdLst>
              <a:ahLst/>
              <a:cxnLst>
                <a:cxn ang="0">
                  <a:pos x="connsiteX0" y="connsiteY0"/>
                </a:cxn>
                <a:cxn ang="0">
                  <a:pos x="connsiteX1" y="connsiteY1"/>
                </a:cxn>
                <a:cxn ang="0">
                  <a:pos x="connsiteX2" y="connsiteY2"/>
                </a:cxn>
                <a:cxn ang="0">
                  <a:pos x="connsiteX3" y="connsiteY3"/>
                </a:cxn>
              </a:cxnLst>
              <a:rect l="l" t="t" r="r" b="b"/>
              <a:pathLst>
                <a:path w="446123" h="66117">
                  <a:moveTo>
                    <a:pt x="0" y="0"/>
                  </a:moveTo>
                  <a:lnTo>
                    <a:pt x="446123" y="0"/>
                  </a:lnTo>
                  <a:lnTo>
                    <a:pt x="446123" y="66118"/>
                  </a:lnTo>
                  <a:lnTo>
                    <a:pt x="0" y="66118"/>
                  </a:lnTo>
                  <a:close/>
                </a:path>
              </a:pathLst>
            </a:custGeom>
            <a:solidFill>
              <a:schemeClr val="bg2"/>
            </a:solidFill>
            <a:ln w="5023"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9295325-234F-4D8D-9D39-605C8B56CF8F}"/>
                </a:ext>
              </a:extLst>
            </p:cNvPr>
            <p:cNvSpPr/>
            <p:nvPr/>
          </p:nvSpPr>
          <p:spPr>
            <a:xfrm>
              <a:off x="1021764" y="6093669"/>
              <a:ext cx="220832" cy="190613"/>
            </a:xfrm>
            <a:custGeom>
              <a:avLst/>
              <a:gdLst>
                <a:gd name="connsiteX0" fmla="*/ 110416 w 220832"/>
                <a:gd name="connsiteY0" fmla="*/ 0 h 190613"/>
                <a:gd name="connsiteX1" fmla="*/ 220832 w 220832"/>
                <a:gd name="connsiteY1" fmla="*/ 190613 h 190613"/>
                <a:gd name="connsiteX2" fmla="*/ 0 w 220832"/>
                <a:gd name="connsiteY2" fmla="*/ 190613 h 190613"/>
              </a:gdLst>
              <a:ahLst/>
              <a:cxnLst>
                <a:cxn ang="0">
                  <a:pos x="connsiteX0" y="connsiteY0"/>
                </a:cxn>
                <a:cxn ang="0">
                  <a:pos x="connsiteX1" y="connsiteY1"/>
                </a:cxn>
                <a:cxn ang="0">
                  <a:pos x="connsiteX2" y="connsiteY2"/>
                </a:cxn>
              </a:cxnLst>
              <a:rect l="l" t="t" r="r" b="b"/>
              <a:pathLst>
                <a:path w="220832" h="190613">
                  <a:moveTo>
                    <a:pt x="110416" y="0"/>
                  </a:moveTo>
                  <a:lnTo>
                    <a:pt x="220832" y="190613"/>
                  </a:lnTo>
                  <a:lnTo>
                    <a:pt x="0" y="190613"/>
                  </a:lnTo>
                  <a:close/>
                </a:path>
              </a:pathLst>
            </a:custGeom>
            <a:solidFill>
              <a:schemeClr val="accent2"/>
            </a:solidFill>
            <a:ln w="5023"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3F69A97-AC40-4BBF-93FE-8C1F8ABE2CE0}"/>
                </a:ext>
              </a:extLst>
            </p:cNvPr>
            <p:cNvSpPr/>
            <p:nvPr/>
          </p:nvSpPr>
          <p:spPr>
            <a:xfrm>
              <a:off x="879083" y="5832590"/>
              <a:ext cx="311228" cy="66117"/>
            </a:xfrm>
            <a:custGeom>
              <a:avLst/>
              <a:gdLst>
                <a:gd name="connsiteX0" fmla="*/ 0 w 311228"/>
                <a:gd name="connsiteY0" fmla="*/ 0 h 66117"/>
                <a:gd name="connsiteX1" fmla="*/ 311228 w 311228"/>
                <a:gd name="connsiteY1" fmla="*/ 0 h 66117"/>
                <a:gd name="connsiteX2" fmla="*/ 311228 w 311228"/>
                <a:gd name="connsiteY2" fmla="*/ 66118 h 66117"/>
                <a:gd name="connsiteX3" fmla="*/ 0 w 311228"/>
                <a:gd name="connsiteY3" fmla="*/ 66118 h 66117"/>
              </a:gdLst>
              <a:ahLst/>
              <a:cxnLst>
                <a:cxn ang="0">
                  <a:pos x="connsiteX0" y="connsiteY0"/>
                </a:cxn>
                <a:cxn ang="0">
                  <a:pos x="connsiteX1" y="connsiteY1"/>
                </a:cxn>
                <a:cxn ang="0">
                  <a:pos x="connsiteX2" y="connsiteY2"/>
                </a:cxn>
                <a:cxn ang="0">
                  <a:pos x="connsiteX3" y="connsiteY3"/>
                </a:cxn>
              </a:cxnLst>
              <a:rect l="l" t="t" r="r" b="b"/>
              <a:pathLst>
                <a:path w="311228" h="66117">
                  <a:moveTo>
                    <a:pt x="0" y="0"/>
                  </a:moveTo>
                  <a:lnTo>
                    <a:pt x="311228" y="0"/>
                  </a:lnTo>
                  <a:lnTo>
                    <a:pt x="311228" y="66118"/>
                  </a:lnTo>
                  <a:lnTo>
                    <a:pt x="0" y="66118"/>
                  </a:lnTo>
                  <a:close/>
                </a:path>
              </a:pathLst>
            </a:custGeom>
            <a:solidFill>
              <a:schemeClr val="bg2"/>
            </a:solidFill>
            <a:ln w="5023"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normAutofit/>
          </a:bodyPr>
          <a:lstStyle>
            <a:lvl1pPr>
              <a:defRPr cap="all" baseline="0"/>
            </a:lvl1pPr>
          </a:lstStyle>
          <a:p>
            <a:r>
              <a:rPr lang="en-US" noProof="0"/>
              <a:t>Click to edit Master title style</a:t>
            </a:r>
            <a:endParaRPr lang="nb-NO" noProof="0"/>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en-US" noProof="0"/>
              <a:t>Click to edit Master text styles</a:t>
            </a:r>
          </a:p>
        </p:txBody>
      </p:sp>
    </p:spTree>
    <p:extLst>
      <p:ext uri="{BB962C8B-B14F-4D97-AF65-F5344CB8AC3E}">
        <p14:creationId xmlns:p14="http://schemas.microsoft.com/office/powerpoint/2010/main" val="39735869"/>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apittel 8">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B02C701-AB8C-46E4-A998-38E9C9D55D9D}"/>
              </a:ext>
            </a:extLst>
          </p:cNvPr>
          <p:cNvGrpSpPr/>
          <p:nvPr userDrawn="1"/>
        </p:nvGrpSpPr>
        <p:grpSpPr>
          <a:xfrm>
            <a:off x="8674695" y="3621818"/>
            <a:ext cx="3000841" cy="2814283"/>
            <a:chOff x="8674695" y="3621818"/>
            <a:chExt cx="3000841" cy="2814283"/>
          </a:xfrm>
        </p:grpSpPr>
        <p:sp>
          <p:nvSpPr>
            <p:cNvPr id="9" name="Freeform: Shape 8">
              <a:extLst>
                <a:ext uri="{FF2B5EF4-FFF2-40B4-BE49-F238E27FC236}">
                  <a16:creationId xmlns:a16="http://schemas.microsoft.com/office/drawing/2014/main" id="{450028C0-13C4-4CBB-B8A4-B90DD2829DF6}"/>
                </a:ext>
              </a:extLst>
            </p:cNvPr>
            <p:cNvSpPr/>
            <p:nvPr/>
          </p:nvSpPr>
          <p:spPr>
            <a:xfrm>
              <a:off x="9906961" y="3806827"/>
              <a:ext cx="899255" cy="899255"/>
            </a:xfrm>
            <a:custGeom>
              <a:avLst/>
              <a:gdLst>
                <a:gd name="connsiteX0" fmla="*/ 899256 w 899255"/>
                <a:gd name="connsiteY0" fmla="*/ 449628 h 899255"/>
                <a:gd name="connsiteX1" fmla="*/ 449628 w 899255"/>
                <a:gd name="connsiteY1" fmla="*/ 899255 h 899255"/>
                <a:gd name="connsiteX2" fmla="*/ 0 w 899255"/>
                <a:gd name="connsiteY2" fmla="*/ 449628 h 899255"/>
                <a:gd name="connsiteX3" fmla="*/ 449628 w 899255"/>
                <a:gd name="connsiteY3" fmla="*/ 0 h 899255"/>
                <a:gd name="connsiteX4" fmla="*/ 899256 w 899255"/>
                <a:gd name="connsiteY4" fmla="*/ 449628 h 8992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255" h="899255">
                  <a:moveTo>
                    <a:pt x="899256" y="449628"/>
                  </a:moveTo>
                  <a:cubicBezTo>
                    <a:pt x="899256" y="697950"/>
                    <a:pt x="697950" y="899255"/>
                    <a:pt x="449628" y="899255"/>
                  </a:cubicBezTo>
                  <a:cubicBezTo>
                    <a:pt x="201305" y="899255"/>
                    <a:pt x="0" y="697950"/>
                    <a:pt x="0" y="449628"/>
                  </a:cubicBezTo>
                  <a:cubicBezTo>
                    <a:pt x="0" y="201305"/>
                    <a:pt x="201305" y="0"/>
                    <a:pt x="449628" y="0"/>
                  </a:cubicBezTo>
                  <a:cubicBezTo>
                    <a:pt x="697950" y="0"/>
                    <a:pt x="899256" y="201305"/>
                    <a:pt x="899256" y="449628"/>
                  </a:cubicBezTo>
                  <a:close/>
                </a:path>
              </a:pathLst>
            </a:custGeom>
            <a:solidFill>
              <a:schemeClr val="accent3"/>
            </a:solidFill>
            <a:ln w="7726"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1C0E318B-B34A-4981-A556-01AF85251C86}"/>
                </a:ext>
              </a:extLst>
            </p:cNvPr>
            <p:cNvSpPr/>
            <p:nvPr/>
          </p:nvSpPr>
          <p:spPr>
            <a:xfrm>
              <a:off x="8674695" y="3621818"/>
              <a:ext cx="2477629" cy="2260487"/>
            </a:xfrm>
            <a:custGeom>
              <a:avLst/>
              <a:gdLst>
                <a:gd name="connsiteX0" fmla="*/ 0 w 2477629"/>
                <a:gd name="connsiteY0" fmla="*/ 2260488 h 2260487"/>
                <a:gd name="connsiteX1" fmla="*/ 302 w 2477629"/>
                <a:gd name="connsiteY1" fmla="*/ 2252418 h 2260487"/>
                <a:gd name="connsiteX2" fmla="*/ 193064 w 2477629"/>
                <a:gd name="connsiteY2" fmla="*/ 1666426 h 2260487"/>
                <a:gd name="connsiteX3" fmla="*/ 649516 w 2477629"/>
                <a:gd name="connsiteY3" fmla="*/ 1403850 h 2260487"/>
                <a:gd name="connsiteX4" fmla="*/ 2004752 w 2477629"/>
                <a:gd name="connsiteY4" fmla="*/ 292033 h 2260487"/>
                <a:gd name="connsiteX5" fmla="*/ 2469042 w 2477629"/>
                <a:gd name="connsiteY5" fmla="*/ 851 h 2260487"/>
                <a:gd name="connsiteX6" fmla="*/ 2477630 w 2477629"/>
                <a:gd name="connsiteY6" fmla="*/ 0 h 2260487"/>
                <a:gd name="connsiteX7" fmla="*/ 2453041 w 2477629"/>
                <a:gd name="connsiteY7" fmla="*/ 2246584 h 2260487"/>
                <a:gd name="connsiteX8" fmla="*/ 2445435 w 2477629"/>
                <a:gd name="connsiteY8" fmla="*/ 2246630 h 2260487"/>
                <a:gd name="connsiteX9" fmla="*/ 2461970 w 2477629"/>
                <a:gd name="connsiteY9" fmla="*/ 17154 h 2260487"/>
                <a:gd name="connsiteX10" fmla="*/ 2017642 w 2477629"/>
                <a:gd name="connsiteY10" fmla="*/ 300598 h 2260487"/>
                <a:gd name="connsiteX11" fmla="*/ 1284725 w 2477629"/>
                <a:gd name="connsiteY11" fmla="*/ 1087143 h 2260487"/>
                <a:gd name="connsiteX12" fmla="*/ 655474 w 2477629"/>
                <a:gd name="connsiteY12" fmla="*/ 1418141 h 2260487"/>
                <a:gd name="connsiteX13" fmla="*/ 16086 w 2477629"/>
                <a:gd name="connsiteY13" fmla="*/ 2244920 h 2260487"/>
                <a:gd name="connsiteX14" fmla="*/ 2437736 w 2477629"/>
                <a:gd name="connsiteY14" fmla="*/ 2231202 h 226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77629" h="2260487">
                  <a:moveTo>
                    <a:pt x="0" y="2260488"/>
                  </a:moveTo>
                  <a:lnTo>
                    <a:pt x="302" y="2252418"/>
                  </a:lnTo>
                  <a:cubicBezTo>
                    <a:pt x="10616" y="1977222"/>
                    <a:pt x="70070" y="1796507"/>
                    <a:pt x="193064" y="1666426"/>
                  </a:cubicBezTo>
                  <a:cubicBezTo>
                    <a:pt x="306030" y="1547007"/>
                    <a:pt x="465188" y="1480667"/>
                    <a:pt x="649516" y="1403850"/>
                  </a:cubicBezTo>
                  <a:cubicBezTo>
                    <a:pt x="1008918" y="1254085"/>
                    <a:pt x="1501132" y="1048982"/>
                    <a:pt x="2004752" y="292033"/>
                  </a:cubicBezTo>
                  <a:cubicBezTo>
                    <a:pt x="2120557" y="117755"/>
                    <a:pt x="2276768" y="19792"/>
                    <a:pt x="2469042" y="851"/>
                  </a:cubicBezTo>
                  <a:lnTo>
                    <a:pt x="2477630" y="0"/>
                  </a:lnTo>
                  <a:lnTo>
                    <a:pt x="2453041" y="2246584"/>
                  </a:lnTo>
                  <a:lnTo>
                    <a:pt x="2445435" y="2246630"/>
                  </a:lnTo>
                  <a:close/>
                  <a:moveTo>
                    <a:pt x="2461970" y="17154"/>
                  </a:moveTo>
                  <a:cubicBezTo>
                    <a:pt x="2278470" y="37666"/>
                    <a:pt x="2129014" y="132990"/>
                    <a:pt x="2017642" y="300598"/>
                  </a:cubicBezTo>
                  <a:cubicBezTo>
                    <a:pt x="1793118" y="638049"/>
                    <a:pt x="1553398" y="895333"/>
                    <a:pt x="1284725" y="1087143"/>
                  </a:cubicBezTo>
                  <a:cubicBezTo>
                    <a:pt x="1053377" y="1252336"/>
                    <a:pt x="841976" y="1340419"/>
                    <a:pt x="655474" y="1418141"/>
                  </a:cubicBezTo>
                  <a:cubicBezTo>
                    <a:pt x="285030" y="1572502"/>
                    <a:pt x="39716" y="1674767"/>
                    <a:pt x="16086" y="2244920"/>
                  </a:cubicBezTo>
                  <a:lnTo>
                    <a:pt x="2437736" y="2231202"/>
                  </a:lnTo>
                  <a:close/>
                </a:path>
              </a:pathLst>
            </a:custGeom>
            <a:solidFill>
              <a:schemeClr val="bg1"/>
            </a:solidFill>
            <a:ln w="7726"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178EF47-34A0-4AFC-8C39-0CC0AD04EB87}"/>
                </a:ext>
              </a:extLst>
            </p:cNvPr>
            <p:cNvSpPr/>
            <p:nvPr/>
          </p:nvSpPr>
          <p:spPr>
            <a:xfrm>
              <a:off x="9342711" y="5315533"/>
              <a:ext cx="652332" cy="561433"/>
            </a:xfrm>
            <a:custGeom>
              <a:avLst/>
              <a:gdLst>
                <a:gd name="connsiteX0" fmla="*/ 652332 w 652332"/>
                <a:gd name="connsiteY0" fmla="*/ 561433 h 561433"/>
                <a:gd name="connsiteX1" fmla="*/ 0 w 652332"/>
                <a:gd name="connsiteY1" fmla="*/ 561433 h 561433"/>
                <a:gd name="connsiteX2" fmla="*/ 326162 w 652332"/>
                <a:gd name="connsiteY2" fmla="*/ 0 h 561433"/>
              </a:gdLst>
              <a:ahLst/>
              <a:cxnLst>
                <a:cxn ang="0">
                  <a:pos x="connsiteX0" y="connsiteY0"/>
                </a:cxn>
                <a:cxn ang="0">
                  <a:pos x="connsiteX1" y="connsiteY1"/>
                </a:cxn>
                <a:cxn ang="0">
                  <a:pos x="connsiteX2" y="connsiteY2"/>
                </a:cxn>
              </a:cxnLst>
              <a:rect l="l" t="t" r="r" b="b"/>
              <a:pathLst>
                <a:path w="652332" h="561433">
                  <a:moveTo>
                    <a:pt x="652332" y="561433"/>
                  </a:moveTo>
                  <a:lnTo>
                    <a:pt x="0" y="561433"/>
                  </a:lnTo>
                  <a:lnTo>
                    <a:pt x="326162" y="0"/>
                  </a:lnTo>
                  <a:close/>
                </a:path>
              </a:pathLst>
            </a:custGeom>
            <a:solidFill>
              <a:schemeClr val="accent2"/>
            </a:solidFill>
            <a:ln w="7726"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4992D7AF-BCB2-4554-8ABF-DFA162E02038}"/>
                </a:ext>
              </a:extLst>
            </p:cNvPr>
            <p:cNvSpPr/>
            <p:nvPr/>
          </p:nvSpPr>
          <p:spPr>
            <a:xfrm>
              <a:off x="8881477" y="5318164"/>
              <a:ext cx="652332" cy="561432"/>
            </a:xfrm>
            <a:custGeom>
              <a:avLst/>
              <a:gdLst>
                <a:gd name="connsiteX0" fmla="*/ 652332 w 652332"/>
                <a:gd name="connsiteY0" fmla="*/ 561433 h 561432"/>
                <a:gd name="connsiteX1" fmla="*/ 0 w 652332"/>
                <a:gd name="connsiteY1" fmla="*/ 561433 h 561432"/>
                <a:gd name="connsiteX2" fmla="*/ 326170 w 652332"/>
                <a:gd name="connsiteY2" fmla="*/ 0 h 561432"/>
              </a:gdLst>
              <a:ahLst/>
              <a:cxnLst>
                <a:cxn ang="0">
                  <a:pos x="connsiteX0" y="connsiteY0"/>
                </a:cxn>
                <a:cxn ang="0">
                  <a:pos x="connsiteX1" y="connsiteY1"/>
                </a:cxn>
                <a:cxn ang="0">
                  <a:pos x="connsiteX2" y="connsiteY2"/>
                </a:cxn>
              </a:cxnLst>
              <a:rect l="l" t="t" r="r" b="b"/>
              <a:pathLst>
                <a:path w="652332" h="561432">
                  <a:moveTo>
                    <a:pt x="652332" y="561433"/>
                  </a:moveTo>
                  <a:lnTo>
                    <a:pt x="0" y="561433"/>
                  </a:lnTo>
                  <a:lnTo>
                    <a:pt x="326170" y="0"/>
                  </a:lnTo>
                  <a:close/>
                </a:path>
              </a:pathLst>
            </a:custGeom>
            <a:solidFill>
              <a:schemeClr val="accent2"/>
            </a:solidFill>
            <a:ln w="7726"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0AEDC6C-AF72-4D98-A3DA-BF539F825F62}"/>
                </a:ext>
              </a:extLst>
            </p:cNvPr>
            <p:cNvSpPr/>
            <p:nvPr/>
          </p:nvSpPr>
          <p:spPr>
            <a:xfrm>
              <a:off x="10611064" y="5317839"/>
              <a:ext cx="1064472" cy="1118262"/>
            </a:xfrm>
            <a:custGeom>
              <a:avLst/>
              <a:gdLst>
                <a:gd name="connsiteX0" fmla="*/ 216098 w 1064472"/>
                <a:gd name="connsiteY0" fmla="*/ 1085487 h 1118262"/>
                <a:gd name="connsiteX1" fmla="*/ 1064472 w 1064472"/>
                <a:gd name="connsiteY1" fmla="*/ 573 h 1118262"/>
                <a:gd name="connsiteX2" fmla="*/ 1064472 w 1064472"/>
                <a:gd name="connsiteY2" fmla="*/ 0 h 1118262"/>
                <a:gd name="connsiteX3" fmla="*/ 0 w 1064472"/>
                <a:gd name="connsiteY3" fmla="*/ 0 h 1118262"/>
                <a:gd name="connsiteX4" fmla="*/ 0 w 1064472"/>
                <a:gd name="connsiteY4" fmla="*/ 1118263 h 1118262"/>
                <a:gd name="connsiteX5" fmla="*/ 0 w 1064472"/>
                <a:gd name="connsiteY5" fmla="*/ 1118263 h 1118262"/>
                <a:gd name="connsiteX6" fmla="*/ 216098 w 1064472"/>
                <a:gd name="connsiteY6" fmla="*/ 1085487 h 111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4472" h="1118262">
                  <a:moveTo>
                    <a:pt x="216098" y="1085487"/>
                  </a:moveTo>
                  <a:cubicBezTo>
                    <a:pt x="714734" y="961975"/>
                    <a:pt x="1064820" y="514274"/>
                    <a:pt x="1064472" y="573"/>
                  </a:cubicBezTo>
                  <a:lnTo>
                    <a:pt x="1064472" y="0"/>
                  </a:lnTo>
                  <a:lnTo>
                    <a:pt x="0" y="0"/>
                  </a:lnTo>
                  <a:lnTo>
                    <a:pt x="0" y="1118263"/>
                  </a:lnTo>
                  <a:lnTo>
                    <a:pt x="0" y="1118263"/>
                  </a:lnTo>
                  <a:cubicBezTo>
                    <a:pt x="72917" y="1114301"/>
                    <a:pt x="145285" y="1103329"/>
                    <a:pt x="216098" y="1085487"/>
                  </a:cubicBezTo>
                  <a:close/>
                </a:path>
              </a:pathLst>
            </a:custGeom>
            <a:solidFill>
              <a:schemeClr val="accent1"/>
            </a:solidFill>
            <a:ln w="7726"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normAutofit/>
          </a:bodyPr>
          <a:lstStyle>
            <a:lvl1pPr>
              <a:defRPr cap="all" baseline="0"/>
            </a:lvl1pPr>
          </a:lstStyle>
          <a:p>
            <a:r>
              <a:rPr lang="en-US" noProof="0"/>
              <a:t>Click to edit Master title style</a:t>
            </a:r>
            <a:endParaRPr lang="nb-NO" noProof="0"/>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en-US" noProof="0"/>
              <a:t>Click to edit Master text styles</a:t>
            </a:r>
          </a:p>
        </p:txBody>
      </p:sp>
    </p:spTree>
    <p:extLst>
      <p:ext uri="{BB962C8B-B14F-4D97-AF65-F5344CB8AC3E}">
        <p14:creationId xmlns:p14="http://schemas.microsoft.com/office/powerpoint/2010/main" val="239310110"/>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Kapittel 9">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9F651AA-429A-4F12-B89D-CE357A17B18E}"/>
              </a:ext>
            </a:extLst>
          </p:cNvPr>
          <p:cNvGrpSpPr/>
          <p:nvPr userDrawn="1"/>
        </p:nvGrpSpPr>
        <p:grpSpPr>
          <a:xfrm>
            <a:off x="412203" y="4285741"/>
            <a:ext cx="1753152" cy="2364400"/>
            <a:chOff x="412203" y="4285741"/>
            <a:chExt cx="1753152" cy="2364400"/>
          </a:xfrm>
        </p:grpSpPr>
        <p:sp>
          <p:nvSpPr>
            <p:cNvPr id="13" name="Freeform: Shape 12">
              <a:extLst>
                <a:ext uri="{FF2B5EF4-FFF2-40B4-BE49-F238E27FC236}">
                  <a16:creationId xmlns:a16="http://schemas.microsoft.com/office/drawing/2014/main" id="{EF96917D-396F-42BB-A076-A0C1BB57AA43}"/>
                </a:ext>
              </a:extLst>
            </p:cNvPr>
            <p:cNvSpPr/>
            <p:nvPr/>
          </p:nvSpPr>
          <p:spPr>
            <a:xfrm>
              <a:off x="412203" y="5308326"/>
              <a:ext cx="1354331" cy="1341815"/>
            </a:xfrm>
            <a:custGeom>
              <a:avLst/>
              <a:gdLst>
                <a:gd name="connsiteX0" fmla="*/ 1354331 w 1354331"/>
                <a:gd name="connsiteY0" fmla="*/ 0 h 1341815"/>
                <a:gd name="connsiteX1" fmla="*/ 953900 w 1354331"/>
                <a:gd name="connsiteY1" fmla="*/ 507682 h 1341815"/>
                <a:gd name="connsiteX2" fmla="*/ 150495 w 1354331"/>
                <a:gd name="connsiteY2" fmla="*/ 1200540 h 1341815"/>
                <a:gd name="connsiteX3" fmla="*/ 0 w 1354331"/>
                <a:gd name="connsiteY3" fmla="*/ 1341815 h 1341815"/>
                <a:gd name="connsiteX4" fmla="*/ 0 w 1354331"/>
                <a:gd name="connsiteY4" fmla="*/ 0 h 1341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4331" h="1341815">
                  <a:moveTo>
                    <a:pt x="1354331" y="0"/>
                  </a:moveTo>
                  <a:cubicBezTo>
                    <a:pt x="1333814" y="260899"/>
                    <a:pt x="1236031" y="384620"/>
                    <a:pt x="953900" y="507682"/>
                  </a:cubicBezTo>
                  <a:cubicBezTo>
                    <a:pt x="607676" y="660387"/>
                    <a:pt x="374847" y="861060"/>
                    <a:pt x="150495" y="1200540"/>
                  </a:cubicBezTo>
                  <a:cubicBezTo>
                    <a:pt x="112012" y="1258706"/>
                    <a:pt x="60479" y="1307082"/>
                    <a:pt x="0" y="1341815"/>
                  </a:cubicBezTo>
                  <a:lnTo>
                    <a:pt x="0" y="0"/>
                  </a:lnTo>
                  <a:close/>
                </a:path>
              </a:pathLst>
            </a:custGeom>
            <a:solidFill>
              <a:schemeClr val="accent4"/>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7E5237B8-9BFC-4F4F-B6EA-E88F8D5723C7}"/>
                </a:ext>
              </a:extLst>
            </p:cNvPr>
            <p:cNvSpPr/>
            <p:nvPr/>
          </p:nvSpPr>
          <p:spPr>
            <a:xfrm>
              <a:off x="412241" y="4712652"/>
              <a:ext cx="775639" cy="595895"/>
            </a:xfrm>
            <a:custGeom>
              <a:avLst/>
              <a:gdLst>
                <a:gd name="connsiteX0" fmla="*/ 0 w 775639"/>
                <a:gd name="connsiteY0" fmla="*/ 198720 h 595895"/>
                <a:gd name="connsiteX1" fmla="*/ 590369 w 775639"/>
                <a:gd name="connsiteY1" fmla="*/ 0 h 595895"/>
                <a:gd name="connsiteX2" fmla="*/ 775640 w 775639"/>
                <a:gd name="connsiteY2" fmla="*/ 550545 h 595895"/>
                <a:gd name="connsiteX3" fmla="*/ 739216 w 775639"/>
                <a:gd name="connsiteY3" fmla="*/ 564442 h 595895"/>
                <a:gd name="connsiteX4" fmla="*/ 412061 w 775639"/>
                <a:gd name="connsiteY4" fmla="*/ 579682 h 595895"/>
                <a:gd name="connsiteX5" fmla="*/ 138694 w 775639"/>
                <a:gd name="connsiteY5" fmla="*/ 424605 h 595895"/>
                <a:gd name="connsiteX6" fmla="*/ 0 w 775639"/>
                <a:gd name="connsiteY6" fmla="*/ 198720 h 59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5639" h="595895">
                  <a:moveTo>
                    <a:pt x="0" y="198720"/>
                  </a:moveTo>
                  <a:lnTo>
                    <a:pt x="590369" y="0"/>
                  </a:lnTo>
                  <a:lnTo>
                    <a:pt x="775640" y="550545"/>
                  </a:lnTo>
                  <a:cubicBezTo>
                    <a:pt x="763657" y="555669"/>
                    <a:pt x="751380" y="560356"/>
                    <a:pt x="739216" y="564442"/>
                  </a:cubicBezTo>
                  <a:cubicBezTo>
                    <a:pt x="633798" y="600347"/>
                    <a:pt x="520361" y="605632"/>
                    <a:pt x="412061" y="579682"/>
                  </a:cubicBezTo>
                  <a:cubicBezTo>
                    <a:pt x="308202" y="554640"/>
                    <a:pt x="213476" y="500903"/>
                    <a:pt x="138694" y="424605"/>
                  </a:cubicBezTo>
                  <a:cubicBezTo>
                    <a:pt x="76067" y="360696"/>
                    <a:pt x="28659" y="283486"/>
                    <a:pt x="0" y="198720"/>
                  </a:cubicBezTo>
                  <a:close/>
                </a:path>
              </a:pathLst>
            </a:custGeom>
            <a:solidFill>
              <a:schemeClr val="bg2"/>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ABA7FD02-D910-4845-B318-060155DFC1AE}"/>
                </a:ext>
              </a:extLst>
            </p:cNvPr>
            <p:cNvSpPr/>
            <p:nvPr/>
          </p:nvSpPr>
          <p:spPr>
            <a:xfrm>
              <a:off x="1405613" y="4650615"/>
              <a:ext cx="759742" cy="657958"/>
            </a:xfrm>
            <a:custGeom>
              <a:avLst/>
              <a:gdLst>
                <a:gd name="connsiteX0" fmla="*/ 379866 w 759742"/>
                <a:gd name="connsiteY0" fmla="*/ 0 h 657958"/>
                <a:gd name="connsiteX1" fmla="*/ 569804 w 759742"/>
                <a:gd name="connsiteY1" fmla="*/ 328984 h 657958"/>
                <a:gd name="connsiteX2" fmla="*/ 759743 w 759742"/>
                <a:gd name="connsiteY2" fmla="*/ 657958 h 657958"/>
                <a:gd name="connsiteX3" fmla="*/ 379866 w 759742"/>
                <a:gd name="connsiteY3" fmla="*/ 657958 h 657958"/>
                <a:gd name="connsiteX4" fmla="*/ 0 w 759742"/>
                <a:gd name="connsiteY4" fmla="*/ 657958 h 657958"/>
                <a:gd name="connsiteX5" fmla="*/ 189938 w 759742"/>
                <a:gd name="connsiteY5" fmla="*/ 328984 h 657958"/>
                <a:gd name="connsiteX6" fmla="*/ 379866 w 759742"/>
                <a:gd name="connsiteY6" fmla="*/ 0 h 6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9742" h="657958">
                  <a:moveTo>
                    <a:pt x="379866" y="0"/>
                  </a:moveTo>
                  <a:lnTo>
                    <a:pt x="569804" y="328984"/>
                  </a:lnTo>
                  <a:lnTo>
                    <a:pt x="759743" y="657958"/>
                  </a:lnTo>
                  <a:lnTo>
                    <a:pt x="379866" y="657958"/>
                  </a:lnTo>
                  <a:lnTo>
                    <a:pt x="0" y="657958"/>
                  </a:lnTo>
                  <a:lnTo>
                    <a:pt x="189938" y="328984"/>
                  </a:lnTo>
                  <a:lnTo>
                    <a:pt x="379866" y="0"/>
                  </a:lnTo>
                  <a:close/>
                </a:path>
              </a:pathLst>
            </a:custGeom>
            <a:solidFill>
              <a:schemeClr val="accent3"/>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24FE62B-91F7-46F3-BFDE-77ADB1D34C26}"/>
                </a:ext>
              </a:extLst>
            </p:cNvPr>
            <p:cNvSpPr/>
            <p:nvPr/>
          </p:nvSpPr>
          <p:spPr>
            <a:xfrm>
              <a:off x="1612553" y="4285741"/>
              <a:ext cx="355568" cy="355568"/>
            </a:xfrm>
            <a:custGeom>
              <a:avLst/>
              <a:gdLst>
                <a:gd name="connsiteX0" fmla="*/ 355568 w 355568"/>
                <a:gd name="connsiteY0" fmla="*/ 177784 h 355568"/>
                <a:gd name="connsiteX1" fmla="*/ 177784 w 355568"/>
                <a:gd name="connsiteY1" fmla="*/ 355568 h 355568"/>
                <a:gd name="connsiteX2" fmla="*/ 0 w 355568"/>
                <a:gd name="connsiteY2" fmla="*/ 177784 h 355568"/>
                <a:gd name="connsiteX3" fmla="*/ 177784 w 355568"/>
                <a:gd name="connsiteY3" fmla="*/ 0 h 355568"/>
                <a:gd name="connsiteX4" fmla="*/ 355568 w 355568"/>
                <a:gd name="connsiteY4" fmla="*/ 177784 h 355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5568" h="355568">
                  <a:moveTo>
                    <a:pt x="355568" y="177784"/>
                  </a:moveTo>
                  <a:cubicBezTo>
                    <a:pt x="355568" y="275972"/>
                    <a:pt x="275972" y="355568"/>
                    <a:pt x="177784" y="355568"/>
                  </a:cubicBezTo>
                  <a:cubicBezTo>
                    <a:pt x="79597" y="355568"/>
                    <a:pt x="0" y="275972"/>
                    <a:pt x="0" y="177784"/>
                  </a:cubicBezTo>
                  <a:cubicBezTo>
                    <a:pt x="0" y="79597"/>
                    <a:pt x="79597" y="0"/>
                    <a:pt x="177784" y="0"/>
                  </a:cubicBezTo>
                  <a:cubicBezTo>
                    <a:pt x="275972" y="0"/>
                    <a:pt x="355568" y="79597"/>
                    <a:pt x="355568" y="177784"/>
                  </a:cubicBezTo>
                  <a:close/>
                </a:path>
              </a:pathLst>
            </a:custGeom>
            <a:solidFill>
              <a:schemeClr val="accent1"/>
            </a:solidFill>
            <a:ln w="9525"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normAutofit/>
          </a:bodyPr>
          <a:lstStyle>
            <a:lvl1pPr>
              <a:defRPr cap="all" baseline="0"/>
            </a:lvl1pPr>
          </a:lstStyle>
          <a:p>
            <a:r>
              <a:rPr lang="en-US" noProof="0"/>
              <a:t>Click to edit Master title style</a:t>
            </a:r>
            <a:endParaRPr lang="nb-NO" noProof="0"/>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en-US" noProof="0"/>
              <a:t>Click to edit Master text styles</a:t>
            </a:r>
          </a:p>
        </p:txBody>
      </p:sp>
    </p:spTree>
    <p:extLst>
      <p:ext uri="{BB962C8B-B14F-4D97-AF65-F5344CB8AC3E}">
        <p14:creationId xmlns:p14="http://schemas.microsoft.com/office/powerpoint/2010/main" val="3572486468"/>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Kapittel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normAutofit/>
          </a:bodyPr>
          <a:lstStyle>
            <a:lvl1pPr>
              <a:defRPr cap="all" baseline="0"/>
            </a:lvl1pPr>
          </a:lstStyle>
          <a:p>
            <a:r>
              <a:rPr lang="en-US" noProof="0"/>
              <a:t>Click to edit Master title style</a:t>
            </a:r>
            <a:endParaRPr lang="nb-NO" noProof="0"/>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en-US" noProof="0"/>
              <a:t>Click to edit Master text styles</a:t>
            </a:r>
          </a:p>
        </p:txBody>
      </p:sp>
      <p:grpSp>
        <p:nvGrpSpPr>
          <p:cNvPr id="3" name="Group 2">
            <a:extLst>
              <a:ext uri="{FF2B5EF4-FFF2-40B4-BE49-F238E27FC236}">
                <a16:creationId xmlns:a16="http://schemas.microsoft.com/office/drawing/2014/main" id="{6B8D068B-9FA9-49D8-9E2D-2469802DD124}"/>
              </a:ext>
            </a:extLst>
          </p:cNvPr>
          <p:cNvGrpSpPr/>
          <p:nvPr userDrawn="1"/>
        </p:nvGrpSpPr>
        <p:grpSpPr>
          <a:xfrm>
            <a:off x="333594" y="4067880"/>
            <a:ext cx="1686342" cy="2363341"/>
            <a:chOff x="333594" y="4067880"/>
            <a:chExt cx="1686342" cy="2363341"/>
          </a:xfrm>
        </p:grpSpPr>
        <p:sp>
          <p:nvSpPr>
            <p:cNvPr id="8" name="Freeform: Shape 7">
              <a:extLst>
                <a:ext uri="{FF2B5EF4-FFF2-40B4-BE49-F238E27FC236}">
                  <a16:creationId xmlns:a16="http://schemas.microsoft.com/office/drawing/2014/main" id="{52122F4C-8422-44D9-83DE-DD553A6E4792}"/>
                </a:ext>
              </a:extLst>
            </p:cNvPr>
            <p:cNvSpPr/>
            <p:nvPr/>
          </p:nvSpPr>
          <p:spPr>
            <a:xfrm>
              <a:off x="333594" y="4909526"/>
              <a:ext cx="1669258" cy="1521695"/>
            </a:xfrm>
            <a:custGeom>
              <a:avLst/>
              <a:gdLst>
                <a:gd name="connsiteX0" fmla="*/ 16629 w 1669258"/>
                <a:gd name="connsiteY0" fmla="*/ 9368 h 1521695"/>
                <a:gd name="connsiteX1" fmla="*/ 0 w 1669258"/>
                <a:gd name="connsiteY1" fmla="*/ 1521695 h 1521695"/>
                <a:gd name="connsiteX2" fmla="*/ 310957 w 1669258"/>
                <a:gd name="connsiteY2" fmla="*/ 1326585 h 1521695"/>
                <a:gd name="connsiteX3" fmla="*/ 1669258 w 1669258"/>
                <a:gd name="connsiteY3" fmla="*/ 0 h 1521695"/>
              </a:gdLst>
              <a:ahLst/>
              <a:cxnLst>
                <a:cxn ang="0">
                  <a:pos x="connsiteX0" y="connsiteY0"/>
                </a:cxn>
                <a:cxn ang="0">
                  <a:pos x="connsiteX1" y="connsiteY1"/>
                </a:cxn>
                <a:cxn ang="0">
                  <a:pos x="connsiteX2" y="connsiteY2"/>
                </a:cxn>
                <a:cxn ang="0">
                  <a:pos x="connsiteX3" y="connsiteY3"/>
                </a:cxn>
              </a:cxnLst>
              <a:rect l="l" t="t" r="r" b="b"/>
              <a:pathLst>
                <a:path w="1669258" h="1521695">
                  <a:moveTo>
                    <a:pt x="16629" y="9368"/>
                  </a:moveTo>
                  <a:lnTo>
                    <a:pt x="0" y="1521695"/>
                  </a:lnTo>
                  <a:cubicBezTo>
                    <a:pt x="121645" y="1509723"/>
                    <a:pt x="229643" y="1448906"/>
                    <a:pt x="310957" y="1326585"/>
                  </a:cubicBezTo>
                  <a:cubicBezTo>
                    <a:pt x="1000761" y="289772"/>
                    <a:pt x="1639881" y="783867"/>
                    <a:pt x="1669258" y="0"/>
                  </a:cubicBezTo>
                  <a:close/>
                </a:path>
              </a:pathLst>
            </a:custGeom>
            <a:solidFill>
              <a:schemeClr val="bg1"/>
            </a:solidFill>
            <a:ln w="1107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CEB4D01-AD3A-4CAE-A850-FCD169B1428B}"/>
                </a:ext>
              </a:extLst>
            </p:cNvPr>
            <p:cNvSpPr/>
            <p:nvPr/>
          </p:nvSpPr>
          <p:spPr>
            <a:xfrm>
              <a:off x="1442653" y="4067880"/>
              <a:ext cx="577283" cy="577282"/>
            </a:xfrm>
            <a:custGeom>
              <a:avLst/>
              <a:gdLst>
                <a:gd name="connsiteX0" fmla="*/ 577283 w 577283"/>
                <a:gd name="connsiteY0" fmla="*/ 288641 h 577282"/>
                <a:gd name="connsiteX1" fmla="*/ 288642 w 577283"/>
                <a:gd name="connsiteY1" fmla="*/ 577283 h 577282"/>
                <a:gd name="connsiteX2" fmla="*/ 0 w 577283"/>
                <a:gd name="connsiteY2" fmla="*/ 288641 h 577282"/>
                <a:gd name="connsiteX3" fmla="*/ 288642 w 577283"/>
                <a:gd name="connsiteY3" fmla="*/ 0 h 577282"/>
                <a:gd name="connsiteX4" fmla="*/ 577283 w 577283"/>
                <a:gd name="connsiteY4" fmla="*/ 288641 h 577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283" h="577282">
                  <a:moveTo>
                    <a:pt x="577283" y="288641"/>
                  </a:moveTo>
                  <a:cubicBezTo>
                    <a:pt x="577283" y="448054"/>
                    <a:pt x="448054" y="577283"/>
                    <a:pt x="288642" y="577283"/>
                  </a:cubicBezTo>
                  <a:cubicBezTo>
                    <a:pt x="129229" y="577283"/>
                    <a:pt x="0" y="448054"/>
                    <a:pt x="0" y="288641"/>
                  </a:cubicBezTo>
                  <a:cubicBezTo>
                    <a:pt x="0" y="129229"/>
                    <a:pt x="129230" y="0"/>
                    <a:pt x="288642" y="0"/>
                  </a:cubicBezTo>
                  <a:cubicBezTo>
                    <a:pt x="448054" y="0"/>
                    <a:pt x="577283" y="129229"/>
                    <a:pt x="577283" y="288641"/>
                  </a:cubicBezTo>
                  <a:close/>
                </a:path>
              </a:pathLst>
            </a:custGeom>
            <a:solidFill>
              <a:schemeClr val="accent3"/>
            </a:solidFill>
            <a:ln w="1107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F50496EA-417C-43FB-9C8D-2A18916FA270}"/>
                </a:ext>
              </a:extLst>
            </p:cNvPr>
            <p:cNvSpPr/>
            <p:nvPr/>
          </p:nvSpPr>
          <p:spPr>
            <a:xfrm>
              <a:off x="814260" y="4254365"/>
              <a:ext cx="861161" cy="652138"/>
            </a:xfrm>
            <a:custGeom>
              <a:avLst/>
              <a:gdLst>
                <a:gd name="connsiteX0" fmla="*/ 45910 w 861161"/>
                <a:gd name="connsiteY0" fmla="*/ 0 h 652138"/>
                <a:gd name="connsiteX1" fmla="*/ 861162 w 861161"/>
                <a:gd name="connsiteY1" fmla="*/ 397205 h 652138"/>
                <a:gd name="connsiteX2" fmla="*/ 254933 w 861161"/>
                <a:gd name="connsiteY2" fmla="*/ 606228 h 652138"/>
                <a:gd name="connsiteX3" fmla="*/ 45910 w 861161"/>
                <a:gd name="connsiteY3" fmla="*/ 0 h 652138"/>
              </a:gdLst>
              <a:ahLst/>
              <a:cxnLst>
                <a:cxn ang="0">
                  <a:pos x="connsiteX0" y="connsiteY0"/>
                </a:cxn>
                <a:cxn ang="0">
                  <a:pos x="connsiteX1" y="connsiteY1"/>
                </a:cxn>
                <a:cxn ang="0">
                  <a:pos x="connsiteX2" y="connsiteY2"/>
                </a:cxn>
                <a:cxn ang="0">
                  <a:pos x="connsiteX3" y="connsiteY3"/>
                </a:cxn>
              </a:cxnLst>
              <a:rect l="l" t="t" r="r" b="b"/>
              <a:pathLst>
                <a:path w="861161" h="652138">
                  <a:moveTo>
                    <a:pt x="45910" y="0"/>
                  </a:moveTo>
                  <a:lnTo>
                    <a:pt x="861162" y="397205"/>
                  </a:lnTo>
                  <a:cubicBezTo>
                    <a:pt x="751476" y="622330"/>
                    <a:pt x="480059" y="715913"/>
                    <a:pt x="254933" y="606228"/>
                  </a:cubicBezTo>
                  <a:cubicBezTo>
                    <a:pt x="29808" y="496543"/>
                    <a:pt x="-63775" y="225125"/>
                    <a:pt x="45910" y="0"/>
                  </a:cubicBezTo>
                  <a:close/>
                </a:path>
              </a:pathLst>
            </a:custGeom>
            <a:solidFill>
              <a:schemeClr val="accent1"/>
            </a:solidFill>
            <a:ln w="11075" cap="flat">
              <a:noFill/>
              <a:prstDash val="solid"/>
              <a:miter/>
            </a:ln>
          </p:spPr>
          <p:txBody>
            <a:bodyPr rtlCol="0" anchor="ctr"/>
            <a:lstStyle/>
            <a:p>
              <a:endParaRPr lang="en-US"/>
            </a:p>
          </p:txBody>
        </p:sp>
      </p:grpSp>
    </p:spTree>
    <p:extLst>
      <p:ext uri="{BB962C8B-B14F-4D97-AF65-F5344CB8AC3E}">
        <p14:creationId xmlns:p14="http://schemas.microsoft.com/office/powerpoint/2010/main" val="4083575295"/>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Kapittel 11">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F945394-4FD3-4BC5-A401-C559143233F4}"/>
              </a:ext>
            </a:extLst>
          </p:cNvPr>
          <p:cNvGrpSpPr/>
          <p:nvPr userDrawn="1"/>
        </p:nvGrpSpPr>
        <p:grpSpPr>
          <a:xfrm>
            <a:off x="750096" y="4386472"/>
            <a:ext cx="1396502" cy="1988277"/>
            <a:chOff x="750096" y="4386472"/>
            <a:chExt cx="1396502" cy="1988277"/>
          </a:xfrm>
        </p:grpSpPr>
        <p:sp>
          <p:nvSpPr>
            <p:cNvPr id="8" name="Freeform: Shape 7">
              <a:extLst>
                <a:ext uri="{FF2B5EF4-FFF2-40B4-BE49-F238E27FC236}">
                  <a16:creationId xmlns:a16="http://schemas.microsoft.com/office/drawing/2014/main" id="{8CA057C7-0C39-4B91-A1FD-6007F42348A2}"/>
                </a:ext>
              </a:extLst>
            </p:cNvPr>
            <p:cNvSpPr/>
            <p:nvPr/>
          </p:nvSpPr>
          <p:spPr>
            <a:xfrm>
              <a:off x="1050511" y="4386472"/>
              <a:ext cx="884111" cy="1988277"/>
            </a:xfrm>
            <a:custGeom>
              <a:avLst/>
              <a:gdLst>
                <a:gd name="connsiteX0" fmla="*/ 0 w 884111"/>
                <a:gd name="connsiteY0" fmla="*/ 0 h 1988277"/>
                <a:gd name="connsiteX1" fmla="*/ 884111 w 884111"/>
                <a:gd name="connsiteY1" fmla="*/ 0 h 1988277"/>
                <a:gd name="connsiteX2" fmla="*/ 884111 w 884111"/>
                <a:gd name="connsiteY2" fmla="*/ 1988277 h 1988277"/>
                <a:gd name="connsiteX3" fmla="*/ 0 w 884111"/>
                <a:gd name="connsiteY3" fmla="*/ 1988277 h 1988277"/>
              </a:gdLst>
              <a:ahLst/>
              <a:cxnLst>
                <a:cxn ang="0">
                  <a:pos x="connsiteX0" y="connsiteY0"/>
                </a:cxn>
                <a:cxn ang="0">
                  <a:pos x="connsiteX1" y="connsiteY1"/>
                </a:cxn>
                <a:cxn ang="0">
                  <a:pos x="connsiteX2" y="connsiteY2"/>
                </a:cxn>
                <a:cxn ang="0">
                  <a:pos x="connsiteX3" y="connsiteY3"/>
                </a:cxn>
              </a:cxnLst>
              <a:rect l="l" t="t" r="r" b="b"/>
              <a:pathLst>
                <a:path w="884111" h="1988277">
                  <a:moveTo>
                    <a:pt x="0" y="0"/>
                  </a:moveTo>
                  <a:lnTo>
                    <a:pt x="884111" y="0"/>
                  </a:lnTo>
                  <a:lnTo>
                    <a:pt x="884111" y="1988277"/>
                  </a:lnTo>
                  <a:lnTo>
                    <a:pt x="0" y="1988277"/>
                  </a:lnTo>
                  <a:close/>
                </a:path>
              </a:pathLst>
            </a:custGeom>
            <a:solidFill>
              <a:schemeClr val="accent3"/>
            </a:solidFill>
            <a:ln w="633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DB12E7A-54C1-4EC0-BB5E-BE2DED74C4A1}"/>
                </a:ext>
              </a:extLst>
            </p:cNvPr>
            <p:cNvSpPr/>
            <p:nvPr/>
          </p:nvSpPr>
          <p:spPr>
            <a:xfrm>
              <a:off x="750096" y="4636442"/>
              <a:ext cx="884111" cy="140652"/>
            </a:xfrm>
            <a:custGeom>
              <a:avLst/>
              <a:gdLst>
                <a:gd name="connsiteX0" fmla="*/ 0 w 884111"/>
                <a:gd name="connsiteY0" fmla="*/ 0 h 140652"/>
                <a:gd name="connsiteX1" fmla="*/ 884111 w 884111"/>
                <a:gd name="connsiteY1" fmla="*/ 0 h 140652"/>
                <a:gd name="connsiteX2" fmla="*/ 884111 w 884111"/>
                <a:gd name="connsiteY2" fmla="*/ 140652 h 140652"/>
                <a:gd name="connsiteX3" fmla="*/ 0 w 884111"/>
                <a:gd name="connsiteY3" fmla="*/ 140652 h 140652"/>
              </a:gdLst>
              <a:ahLst/>
              <a:cxnLst>
                <a:cxn ang="0">
                  <a:pos x="connsiteX0" y="connsiteY0"/>
                </a:cxn>
                <a:cxn ang="0">
                  <a:pos x="connsiteX1" y="connsiteY1"/>
                </a:cxn>
                <a:cxn ang="0">
                  <a:pos x="connsiteX2" y="connsiteY2"/>
                </a:cxn>
                <a:cxn ang="0">
                  <a:pos x="connsiteX3" y="connsiteY3"/>
                </a:cxn>
              </a:cxnLst>
              <a:rect l="l" t="t" r="r" b="b"/>
              <a:pathLst>
                <a:path w="884111" h="140652">
                  <a:moveTo>
                    <a:pt x="0" y="0"/>
                  </a:moveTo>
                  <a:lnTo>
                    <a:pt x="884111" y="0"/>
                  </a:lnTo>
                  <a:lnTo>
                    <a:pt x="884111" y="140652"/>
                  </a:lnTo>
                  <a:lnTo>
                    <a:pt x="0" y="140652"/>
                  </a:lnTo>
                  <a:close/>
                </a:path>
              </a:pathLst>
            </a:custGeom>
            <a:solidFill>
              <a:schemeClr val="bg1"/>
            </a:solidFill>
            <a:ln w="633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1E69B03B-43F4-4F9B-9AB5-BA93510B9F19}"/>
                </a:ext>
              </a:extLst>
            </p:cNvPr>
            <p:cNvSpPr/>
            <p:nvPr/>
          </p:nvSpPr>
          <p:spPr>
            <a:xfrm>
              <a:off x="750096" y="4889903"/>
              <a:ext cx="884111" cy="140652"/>
            </a:xfrm>
            <a:custGeom>
              <a:avLst/>
              <a:gdLst>
                <a:gd name="connsiteX0" fmla="*/ 0 w 884111"/>
                <a:gd name="connsiteY0" fmla="*/ 0 h 140652"/>
                <a:gd name="connsiteX1" fmla="*/ 884111 w 884111"/>
                <a:gd name="connsiteY1" fmla="*/ 0 h 140652"/>
                <a:gd name="connsiteX2" fmla="*/ 884111 w 884111"/>
                <a:gd name="connsiteY2" fmla="*/ 140652 h 140652"/>
                <a:gd name="connsiteX3" fmla="*/ 0 w 884111"/>
                <a:gd name="connsiteY3" fmla="*/ 140652 h 140652"/>
              </a:gdLst>
              <a:ahLst/>
              <a:cxnLst>
                <a:cxn ang="0">
                  <a:pos x="connsiteX0" y="connsiteY0"/>
                </a:cxn>
                <a:cxn ang="0">
                  <a:pos x="connsiteX1" y="connsiteY1"/>
                </a:cxn>
                <a:cxn ang="0">
                  <a:pos x="connsiteX2" y="connsiteY2"/>
                </a:cxn>
                <a:cxn ang="0">
                  <a:pos x="connsiteX3" y="connsiteY3"/>
                </a:cxn>
              </a:cxnLst>
              <a:rect l="l" t="t" r="r" b="b"/>
              <a:pathLst>
                <a:path w="884111" h="140652">
                  <a:moveTo>
                    <a:pt x="0" y="0"/>
                  </a:moveTo>
                  <a:lnTo>
                    <a:pt x="884111" y="0"/>
                  </a:lnTo>
                  <a:lnTo>
                    <a:pt x="884111" y="140652"/>
                  </a:lnTo>
                  <a:lnTo>
                    <a:pt x="0" y="140652"/>
                  </a:lnTo>
                  <a:close/>
                </a:path>
              </a:pathLst>
            </a:custGeom>
            <a:solidFill>
              <a:schemeClr val="bg1"/>
            </a:solidFill>
            <a:ln w="633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5C5F190-35A1-4A4A-828B-1E00396A0EEE}"/>
                </a:ext>
              </a:extLst>
            </p:cNvPr>
            <p:cNvSpPr/>
            <p:nvPr/>
          </p:nvSpPr>
          <p:spPr>
            <a:xfrm>
              <a:off x="803792" y="5686368"/>
              <a:ext cx="619713" cy="589931"/>
            </a:xfrm>
            <a:custGeom>
              <a:avLst/>
              <a:gdLst>
                <a:gd name="connsiteX0" fmla="*/ 0 w 619713"/>
                <a:gd name="connsiteY0" fmla="*/ 0 h 589931"/>
                <a:gd name="connsiteX1" fmla="*/ 619713 w 619713"/>
                <a:gd name="connsiteY1" fmla="*/ 0 h 589931"/>
                <a:gd name="connsiteX2" fmla="*/ 619713 w 619713"/>
                <a:gd name="connsiteY2" fmla="*/ 589931 h 589931"/>
                <a:gd name="connsiteX3" fmla="*/ 619396 w 619713"/>
                <a:gd name="connsiteY3" fmla="*/ 589931 h 589931"/>
                <a:gd name="connsiteX4" fmla="*/ 18142 w 619713"/>
                <a:gd name="connsiteY4" fmla="*/ 119760 h 589931"/>
                <a:gd name="connsiteX5" fmla="*/ 0 w 619713"/>
                <a:gd name="connsiteY5" fmla="*/ 0 h 589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713" h="589931">
                  <a:moveTo>
                    <a:pt x="0" y="0"/>
                  </a:moveTo>
                  <a:lnTo>
                    <a:pt x="619713" y="0"/>
                  </a:lnTo>
                  <a:lnTo>
                    <a:pt x="619713" y="589931"/>
                  </a:lnTo>
                  <a:lnTo>
                    <a:pt x="619396" y="589931"/>
                  </a:lnTo>
                  <a:cubicBezTo>
                    <a:pt x="335136" y="588869"/>
                    <a:pt x="87703" y="395380"/>
                    <a:pt x="18142" y="119760"/>
                  </a:cubicBezTo>
                  <a:cubicBezTo>
                    <a:pt x="8262" y="80516"/>
                    <a:pt x="2186" y="40410"/>
                    <a:pt x="0" y="0"/>
                  </a:cubicBezTo>
                  <a:close/>
                </a:path>
              </a:pathLst>
            </a:custGeom>
            <a:solidFill>
              <a:schemeClr val="bg2"/>
            </a:solidFill>
            <a:ln w="633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B6D7761-0AD4-4E15-8606-8DED94365480}"/>
                </a:ext>
              </a:extLst>
            </p:cNvPr>
            <p:cNvSpPr/>
            <p:nvPr/>
          </p:nvSpPr>
          <p:spPr>
            <a:xfrm>
              <a:off x="1526885" y="5686368"/>
              <a:ext cx="619713" cy="589931"/>
            </a:xfrm>
            <a:custGeom>
              <a:avLst/>
              <a:gdLst>
                <a:gd name="connsiteX0" fmla="*/ 0 w 619713"/>
                <a:gd name="connsiteY0" fmla="*/ 0 h 589931"/>
                <a:gd name="connsiteX1" fmla="*/ 619713 w 619713"/>
                <a:gd name="connsiteY1" fmla="*/ 0 h 589931"/>
                <a:gd name="connsiteX2" fmla="*/ 619713 w 619713"/>
                <a:gd name="connsiteY2" fmla="*/ 589931 h 589931"/>
                <a:gd name="connsiteX3" fmla="*/ 619396 w 619713"/>
                <a:gd name="connsiteY3" fmla="*/ 589931 h 589931"/>
                <a:gd name="connsiteX4" fmla="*/ 18142 w 619713"/>
                <a:gd name="connsiteY4" fmla="*/ 119760 h 589931"/>
                <a:gd name="connsiteX5" fmla="*/ 0 w 619713"/>
                <a:gd name="connsiteY5" fmla="*/ 0 h 589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713" h="589931">
                  <a:moveTo>
                    <a:pt x="0" y="0"/>
                  </a:moveTo>
                  <a:lnTo>
                    <a:pt x="619713" y="0"/>
                  </a:lnTo>
                  <a:lnTo>
                    <a:pt x="619713" y="589931"/>
                  </a:lnTo>
                  <a:lnTo>
                    <a:pt x="619396" y="589931"/>
                  </a:lnTo>
                  <a:cubicBezTo>
                    <a:pt x="335136" y="588869"/>
                    <a:pt x="87703" y="395380"/>
                    <a:pt x="18142" y="119760"/>
                  </a:cubicBezTo>
                  <a:cubicBezTo>
                    <a:pt x="8262" y="80516"/>
                    <a:pt x="2186" y="40410"/>
                    <a:pt x="0" y="0"/>
                  </a:cubicBezTo>
                  <a:close/>
                </a:path>
              </a:pathLst>
            </a:custGeom>
            <a:solidFill>
              <a:schemeClr val="bg1"/>
            </a:solidFill>
            <a:ln w="6335"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normAutofit/>
          </a:bodyPr>
          <a:lstStyle>
            <a:lvl1pPr>
              <a:defRPr cap="all" baseline="0"/>
            </a:lvl1pPr>
          </a:lstStyle>
          <a:p>
            <a:r>
              <a:rPr lang="en-US" noProof="0"/>
              <a:t>Click to edit Master title style</a:t>
            </a:r>
            <a:endParaRPr lang="nb-NO" noProof="0"/>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en-US" noProof="0"/>
              <a:t>Click to edit Master text styles</a:t>
            </a:r>
          </a:p>
        </p:txBody>
      </p:sp>
    </p:spTree>
    <p:extLst>
      <p:ext uri="{BB962C8B-B14F-4D97-AF65-F5344CB8AC3E}">
        <p14:creationId xmlns:p14="http://schemas.microsoft.com/office/powerpoint/2010/main" val="2853997968"/>
      </p:ext>
    </p:extLst>
  </p:cSld>
  <p:clrMapOvr>
    <a:masterClrMapping/>
  </p:clrMapOvr>
  <p:extLst>
    <p:ext uri="{DCECCB84-F9BA-43D5-87BE-67443E8EF086}">
      <p15:sldGuideLst xmlns:p15="http://schemas.microsoft.com/office/powerpoint/2012/main">
        <p15:guide id="1" pos="2706">
          <p15:clr>
            <a:srgbClr val="FBAE40"/>
          </p15:clr>
        </p15:guide>
        <p15:guide id="2" pos="497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Kapittel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normAutofit/>
          </a:bodyPr>
          <a:lstStyle>
            <a:lvl1pPr>
              <a:defRPr cap="all" baseline="0"/>
            </a:lvl1pPr>
          </a:lstStyle>
          <a:p>
            <a:r>
              <a:rPr lang="en-US" noProof="0"/>
              <a:t>Click to edit Master title style</a:t>
            </a:r>
            <a:endParaRPr lang="nb-NO" noProof="0"/>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en-US" noProof="0"/>
              <a:t>Click to edit Master text styles</a:t>
            </a:r>
          </a:p>
        </p:txBody>
      </p:sp>
      <p:grpSp>
        <p:nvGrpSpPr>
          <p:cNvPr id="13" name="Group 12">
            <a:extLst>
              <a:ext uri="{FF2B5EF4-FFF2-40B4-BE49-F238E27FC236}">
                <a16:creationId xmlns:a16="http://schemas.microsoft.com/office/drawing/2014/main" id="{CAC8FE81-5735-42BA-87F1-DA163126BB78}"/>
              </a:ext>
            </a:extLst>
          </p:cNvPr>
          <p:cNvGrpSpPr/>
          <p:nvPr userDrawn="1"/>
        </p:nvGrpSpPr>
        <p:grpSpPr>
          <a:xfrm>
            <a:off x="839788" y="631216"/>
            <a:ext cx="2237431" cy="2735899"/>
            <a:chOff x="865822" y="550830"/>
            <a:chExt cx="2656398" cy="3248206"/>
          </a:xfrm>
        </p:grpSpPr>
        <p:sp>
          <p:nvSpPr>
            <p:cNvPr id="14" name="Freeform: Shape 13">
              <a:extLst>
                <a:ext uri="{FF2B5EF4-FFF2-40B4-BE49-F238E27FC236}">
                  <a16:creationId xmlns:a16="http://schemas.microsoft.com/office/drawing/2014/main" id="{A6986C9B-4CCE-42FF-8AAD-5457295EC0C5}"/>
                </a:ext>
              </a:extLst>
            </p:cNvPr>
            <p:cNvSpPr/>
            <p:nvPr/>
          </p:nvSpPr>
          <p:spPr>
            <a:xfrm>
              <a:off x="865822" y="2225582"/>
              <a:ext cx="1157097" cy="1167831"/>
            </a:xfrm>
            <a:custGeom>
              <a:avLst/>
              <a:gdLst>
                <a:gd name="connsiteX0" fmla="*/ 0 w 1157097"/>
                <a:gd name="connsiteY0" fmla="*/ 0 h 1167831"/>
                <a:gd name="connsiteX1" fmla="*/ 437807 w 1157097"/>
                <a:gd name="connsiteY1" fmla="*/ 345291 h 1167831"/>
                <a:gd name="connsiteX2" fmla="*/ 1035272 w 1157097"/>
                <a:gd name="connsiteY2" fmla="*/ 1038092 h 1167831"/>
                <a:gd name="connsiteX3" fmla="*/ 1157097 w 1157097"/>
                <a:gd name="connsiteY3" fmla="*/ 1167832 h 1167831"/>
                <a:gd name="connsiteX4" fmla="*/ 0 w 1157097"/>
                <a:gd name="connsiteY4" fmla="*/ 1167832 h 1167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7097" h="1167831">
                  <a:moveTo>
                    <a:pt x="0" y="0"/>
                  </a:moveTo>
                  <a:cubicBezTo>
                    <a:pt x="224971" y="17688"/>
                    <a:pt x="331661" y="102013"/>
                    <a:pt x="437807" y="345291"/>
                  </a:cubicBezTo>
                  <a:cubicBezTo>
                    <a:pt x="569490" y="643852"/>
                    <a:pt x="742522" y="844620"/>
                    <a:pt x="1035272" y="1038092"/>
                  </a:cubicBezTo>
                  <a:cubicBezTo>
                    <a:pt x="1085425" y="1071268"/>
                    <a:pt x="1127140" y="1115693"/>
                    <a:pt x="1157097" y="1167832"/>
                  </a:cubicBezTo>
                  <a:lnTo>
                    <a:pt x="0" y="1167832"/>
                  </a:lnTo>
                  <a:close/>
                </a:path>
              </a:pathLst>
            </a:custGeom>
            <a:solidFill>
              <a:schemeClr val="accent2"/>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BA8051A-286F-4DC0-9033-2F6ED3BD30AB}"/>
                </a:ext>
              </a:extLst>
            </p:cNvPr>
            <p:cNvSpPr/>
            <p:nvPr/>
          </p:nvSpPr>
          <p:spPr>
            <a:xfrm>
              <a:off x="1764639" y="2631214"/>
              <a:ext cx="1157106" cy="1167822"/>
            </a:xfrm>
            <a:custGeom>
              <a:avLst/>
              <a:gdLst>
                <a:gd name="connsiteX0" fmla="*/ 1157107 w 1157106"/>
                <a:gd name="connsiteY0" fmla="*/ 1167822 h 1167822"/>
                <a:gd name="connsiteX1" fmla="*/ 719300 w 1157106"/>
                <a:gd name="connsiteY1" fmla="*/ 822532 h 1167822"/>
                <a:gd name="connsiteX2" fmla="*/ 121825 w 1157106"/>
                <a:gd name="connsiteY2" fmla="*/ 129740 h 1167822"/>
                <a:gd name="connsiteX3" fmla="*/ 0 w 1157106"/>
                <a:gd name="connsiteY3" fmla="*/ 0 h 1167822"/>
                <a:gd name="connsiteX4" fmla="*/ 1157107 w 1157106"/>
                <a:gd name="connsiteY4" fmla="*/ 0 h 11678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7106" h="1167822">
                  <a:moveTo>
                    <a:pt x="1157107" y="1167822"/>
                  </a:moveTo>
                  <a:cubicBezTo>
                    <a:pt x="932126" y="1150134"/>
                    <a:pt x="825437" y="1065809"/>
                    <a:pt x="719300" y="822532"/>
                  </a:cubicBezTo>
                  <a:cubicBezTo>
                    <a:pt x="587616" y="523970"/>
                    <a:pt x="414576" y="323202"/>
                    <a:pt x="121825" y="129740"/>
                  </a:cubicBezTo>
                  <a:cubicBezTo>
                    <a:pt x="71673" y="96564"/>
                    <a:pt x="29957" y="52139"/>
                    <a:pt x="0" y="0"/>
                  </a:cubicBezTo>
                  <a:lnTo>
                    <a:pt x="1157107" y="0"/>
                  </a:lnTo>
                  <a:close/>
                </a:path>
              </a:pathLst>
            </a:custGeom>
            <a:solidFill>
              <a:schemeClr val="accent2"/>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B4592F1-4806-4F5E-839B-30E40F378EB4}"/>
                </a:ext>
              </a:extLst>
            </p:cNvPr>
            <p:cNvSpPr/>
            <p:nvPr/>
          </p:nvSpPr>
          <p:spPr>
            <a:xfrm>
              <a:off x="2321261" y="2215353"/>
              <a:ext cx="1200959" cy="598093"/>
            </a:xfrm>
            <a:custGeom>
              <a:avLst/>
              <a:gdLst>
                <a:gd name="connsiteX0" fmla="*/ 1200960 w 1200959"/>
                <a:gd name="connsiteY0" fmla="*/ 598093 h 598093"/>
                <a:gd name="connsiteX1" fmla="*/ 598088 w 1200959"/>
                <a:gd name="connsiteY1" fmla="*/ 5 h 598093"/>
                <a:gd name="connsiteX2" fmla="*/ 0 w 1200959"/>
                <a:gd name="connsiteY2" fmla="*/ 598093 h 598093"/>
              </a:gdLst>
              <a:ahLst/>
              <a:cxnLst>
                <a:cxn ang="0">
                  <a:pos x="connsiteX0" y="connsiteY0"/>
                </a:cxn>
                <a:cxn ang="0">
                  <a:pos x="connsiteX1" y="connsiteY1"/>
                </a:cxn>
                <a:cxn ang="0">
                  <a:pos x="connsiteX2" y="connsiteY2"/>
                </a:cxn>
              </a:cxnLst>
              <a:rect l="l" t="t" r="r" b="b"/>
              <a:pathLst>
                <a:path w="1200959" h="598093">
                  <a:moveTo>
                    <a:pt x="1200960" y="598093"/>
                  </a:moveTo>
                  <a:cubicBezTo>
                    <a:pt x="1199639" y="266457"/>
                    <a:pt x="929724" y="-1316"/>
                    <a:pt x="598088" y="5"/>
                  </a:cubicBezTo>
                  <a:cubicBezTo>
                    <a:pt x="268319" y="1318"/>
                    <a:pt x="1313" y="268324"/>
                    <a:pt x="0" y="598093"/>
                  </a:cubicBezTo>
                  <a:close/>
                </a:path>
              </a:pathLst>
            </a:custGeom>
            <a:solidFill>
              <a:schemeClr val="accent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5829615-7555-44DF-B735-CC693C28B9C4}"/>
                </a:ext>
              </a:extLst>
            </p:cNvPr>
            <p:cNvSpPr/>
            <p:nvPr/>
          </p:nvSpPr>
          <p:spPr>
            <a:xfrm>
              <a:off x="1444380" y="1296332"/>
              <a:ext cx="654634" cy="566928"/>
            </a:xfrm>
            <a:custGeom>
              <a:avLst/>
              <a:gdLst>
                <a:gd name="connsiteX0" fmla="*/ 327317 w 654634"/>
                <a:gd name="connsiteY0" fmla="*/ 0 h 566928"/>
                <a:gd name="connsiteX1" fmla="*/ 490976 w 654634"/>
                <a:gd name="connsiteY1" fmla="*/ 283464 h 566928"/>
                <a:gd name="connsiteX2" fmla="*/ 654634 w 654634"/>
                <a:gd name="connsiteY2" fmla="*/ 566928 h 566928"/>
                <a:gd name="connsiteX3" fmla="*/ 327317 w 654634"/>
                <a:gd name="connsiteY3" fmla="*/ 566928 h 566928"/>
                <a:gd name="connsiteX4" fmla="*/ 0 w 654634"/>
                <a:gd name="connsiteY4" fmla="*/ 566928 h 566928"/>
                <a:gd name="connsiteX5" fmla="*/ 163659 w 654634"/>
                <a:gd name="connsiteY5" fmla="*/ 283464 h 566928"/>
                <a:gd name="connsiteX6" fmla="*/ 327317 w 654634"/>
                <a:gd name="connsiteY6" fmla="*/ 0 h 5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4634" h="566928">
                  <a:moveTo>
                    <a:pt x="327317" y="0"/>
                  </a:moveTo>
                  <a:lnTo>
                    <a:pt x="490976" y="283464"/>
                  </a:lnTo>
                  <a:lnTo>
                    <a:pt x="654634" y="566928"/>
                  </a:lnTo>
                  <a:lnTo>
                    <a:pt x="327317" y="566928"/>
                  </a:lnTo>
                  <a:lnTo>
                    <a:pt x="0" y="566928"/>
                  </a:lnTo>
                  <a:lnTo>
                    <a:pt x="163659" y="283464"/>
                  </a:lnTo>
                  <a:lnTo>
                    <a:pt x="327317" y="0"/>
                  </a:lnTo>
                  <a:close/>
                </a:path>
              </a:pathLst>
            </a:custGeom>
            <a:solidFill>
              <a:schemeClr val="accent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C247127-CEBA-4B34-A9C2-62C7E64DE2A7}"/>
                </a:ext>
              </a:extLst>
            </p:cNvPr>
            <p:cNvSpPr/>
            <p:nvPr/>
          </p:nvSpPr>
          <p:spPr>
            <a:xfrm>
              <a:off x="2422359" y="550830"/>
              <a:ext cx="654634" cy="566927"/>
            </a:xfrm>
            <a:custGeom>
              <a:avLst/>
              <a:gdLst>
                <a:gd name="connsiteX0" fmla="*/ 327317 w 654634"/>
                <a:gd name="connsiteY0" fmla="*/ 0 h 566927"/>
                <a:gd name="connsiteX1" fmla="*/ 490976 w 654634"/>
                <a:gd name="connsiteY1" fmla="*/ 283464 h 566927"/>
                <a:gd name="connsiteX2" fmla="*/ 654634 w 654634"/>
                <a:gd name="connsiteY2" fmla="*/ 566928 h 566927"/>
                <a:gd name="connsiteX3" fmla="*/ 327317 w 654634"/>
                <a:gd name="connsiteY3" fmla="*/ 566928 h 566927"/>
                <a:gd name="connsiteX4" fmla="*/ 0 w 654634"/>
                <a:gd name="connsiteY4" fmla="*/ 566928 h 566927"/>
                <a:gd name="connsiteX5" fmla="*/ 163658 w 654634"/>
                <a:gd name="connsiteY5" fmla="*/ 283464 h 566927"/>
                <a:gd name="connsiteX6" fmla="*/ 327317 w 654634"/>
                <a:gd name="connsiteY6" fmla="*/ 0 h 56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4634" h="566927">
                  <a:moveTo>
                    <a:pt x="327317" y="0"/>
                  </a:moveTo>
                  <a:lnTo>
                    <a:pt x="490976" y="283464"/>
                  </a:lnTo>
                  <a:lnTo>
                    <a:pt x="654634" y="566928"/>
                  </a:lnTo>
                  <a:lnTo>
                    <a:pt x="327317" y="566928"/>
                  </a:lnTo>
                  <a:lnTo>
                    <a:pt x="0" y="566928"/>
                  </a:lnTo>
                  <a:lnTo>
                    <a:pt x="163658" y="283464"/>
                  </a:lnTo>
                  <a:lnTo>
                    <a:pt x="327317" y="0"/>
                  </a:lnTo>
                  <a:close/>
                </a:path>
              </a:pathLst>
            </a:custGeom>
            <a:solidFill>
              <a:schemeClr val="accent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C5B8255-CCD1-4D86-B5C7-1A8B9D2466FF}"/>
                </a:ext>
              </a:extLst>
            </p:cNvPr>
            <p:cNvSpPr/>
            <p:nvPr/>
          </p:nvSpPr>
          <p:spPr>
            <a:xfrm>
              <a:off x="2749676" y="834294"/>
              <a:ext cx="654624" cy="566928"/>
            </a:xfrm>
            <a:custGeom>
              <a:avLst/>
              <a:gdLst>
                <a:gd name="connsiteX0" fmla="*/ 327317 w 654624"/>
                <a:gd name="connsiteY0" fmla="*/ 0 h 566928"/>
                <a:gd name="connsiteX1" fmla="*/ 490976 w 654624"/>
                <a:gd name="connsiteY1" fmla="*/ 283464 h 566928"/>
                <a:gd name="connsiteX2" fmla="*/ 654625 w 654624"/>
                <a:gd name="connsiteY2" fmla="*/ 566928 h 566928"/>
                <a:gd name="connsiteX3" fmla="*/ 327317 w 654624"/>
                <a:gd name="connsiteY3" fmla="*/ 566928 h 566928"/>
                <a:gd name="connsiteX4" fmla="*/ 0 w 654624"/>
                <a:gd name="connsiteY4" fmla="*/ 566928 h 566928"/>
                <a:gd name="connsiteX5" fmla="*/ 163659 w 654624"/>
                <a:gd name="connsiteY5" fmla="*/ 283464 h 566928"/>
                <a:gd name="connsiteX6" fmla="*/ 327317 w 654624"/>
                <a:gd name="connsiteY6" fmla="*/ 0 h 5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4624" h="566928">
                  <a:moveTo>
                    <a:pt x="327317" y="0"/>
                  </a:moveTo>
                  <a:lnTo>
                    <a:pt x="490976" y="283464"/>
                  </a:lnTo>
                  <a:lnTo>
                    <a:pt x="654625" y="566928"/>
                  </a:lnTo>
                  <a:lnTo>
                    <a:pt x="327317" y="566928"/>
                  </a:lnTo>
                  <a:lnTo>
                    <a:pt x="0" y="566928"/>
                  </a:lnTo>
                  <a:lnTo>
                    <a:pt x="163659" y="283464"/>
                  </a:lnTo>
                  <a:lnTo>
                    <a:pt x="327317" y="0"/>
                  </a:lnTo>
                  <a:close/>
                </a:path>
              </a:pathLst>
            </a:custGeom>
            <a:solidFill>
              <a:schemeClr val="accent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227597499"/>
      </p:ext>
    </p:extLst>
  </p:cSld>
  <p:clrMapOvr>
    <a:masterClrMapping/>
  </p:clrMapOvr>
  <p:extLst>
    <p:ext uri="{DCECCB84-F9BA-43D5-87BE-67443E8EF086}">
      <p15:sldGuideLst xmlns:p15="http://schemas.microsoft.com/office/powerpoint/2012/main">
        <p15:guide id="1" pos="2706">
          <p15:clr>
            <a:srgbClr val="FBAE40"/>
          </p15:clr>
        </p15:guide>
        <p15:guide id="2" pos="497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Avslutning alternativ 1">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4F8F0A41-A289-44BD-93D7-44141F13C11D}"/>
              </a:ext>
            </a:extLst>
          </p:cNvPr>
          <p:cNvSpPr/>
          <p:nvPr/>
        </p:nvSpPr>
        <p:spPr>
          <a:xfrm>
            <a:off x="9389087" y="1437505"/>
            <a:ext cx="990782" cy="1981623"/>
          </a:xfrm>
          <a:custGeom>
            <a:avLst/>
            <a:gdLst>
              <a:gd name="connsiteX0" fmla="*/ 1123191 w 1123226"/>
              <a:gd name="connsiteY0" fmla="*/ -73 h 2246518"/>
              <a:gd name="connsiteX1" fmla="*/ 1123191 w 1123226"/>
              <a:gd name="connsiteY1" fmla="*/ 2246446 h 2246518"/>
              <a:gd name="connsiteX2" fmla="*/ -36 w 1123226"/>
              <a:gd name="connsiteY2" fmla="*/ 1123220 h 2246518"/>
              <a:gd name="connsiteX3" fmla="*/ 1123191 w 1123226"/>
              <a:gd name="connsiteY3" fmla="*/ -7 h 2246518"/>
            </a:gdLst>
            <a:ahLst/>
            <a:cxnLst>
              <a:cxn ang="0">
                <a:pos x="connsiteX0" y="connsiteY0"/>
              </a:cxn>
              <a:cxn ang="0">
                <a:pos x="connsiteX1" y="connsiteY1"/>
              </a:cxn>
              <a:cxn ang="0">
                <a:pos x="connsiteX2" y="connsiteY2"/>
              </a:cxn>
              <a:cxn ang="0">
                <a:pos x="connsiteX3" y="connsiteY3"/>
              </a:cxn>
            </a:cxnLst>
            <a:rect l="l" t="t" r="r" b="b"/>
            <a:pathLst>
              <a:path w="1123226" h="2246518">
                <a:moveTo>
                  <a:pt x="1123191" y="-73"/>
                </a:moveTo>
                <a:lnTo>
                  <a:pt x="1123191" y="2246446"/>
                </a:lnTo>
                <a:cubicBezTo>
                  <a:pt x="502850" y="2246446"/>
                  <a:pt x="-36" y="1743560"/>
                  <a:pt x="-36" y="1123220"/>
                </a:cubicBezTo>
                <a:cubicBezTo>
                  <a:pt x="-36" y="502879"/>
                  <a:pt x="502850" y="-7"/>
                  <a:pt x="1123191" y="-7"/>
                </a:cubicBezTo>
                <a:close/>
              </a:path>
            </a:pathLst>
          </a:custGeom>
          <a:solidFill>
            <a:schemeClr val="accent3"/>
          </a:solidFill>
          <a:ln w="7144" cap="flat">
            <a:noFill/>
            <a:prstDash val="solid"/>
            <a:miter/>
          </a:ln>
        </p:spPr>
        <p:txBody>
          <a:bodyPr rtlCol="0" anchor="ctr"/>
          <a:lstStyle/>
          <a:p>
            <a:endParaRPr lang="en-US"/>
          </a:p>
        </p:txBody>
      </p:sp>
      <p:grpSp>
        <p:nvGrpSpPr>
          <p:cNvPr id="15" name="Group 14">
            <a:extLst>
              <a:ext uri="{FF2B5EF4-FFF2-40B4-BE49-F238E27FC236}">
                <a16:creationId xmlns:a16="http://schemas.microsoft.com/office/drawing/2014/main" id="{3289A2E8-3D65-441A-A338-504F33981BA4}"/>
              </a:ext>
            </a:extLst>
          </p:cNvPr>
          <p:cNvGrpSpPr/>
          <p:nvPr userDrawn="1"/>
        </p:nvGrpSpPr>
        <p:grpSpPr>
          <a:xfrm rot="5400000">
            <a:off x="9296572" y="1548758"/>
            <a:ext cx="431536" cy="1735057"/>
            <a:chOff x="11870514" y="244569"/>
            <a:chExt cx="151518" cy="609202"/>
          </a:xfrm>
          <a:solidFill>
            <a:schemeClr val="tx1"/>
          </a:solidFill>
        </p:grpSpPr>
        <p:sp>
          <p:nvSpPr>
            <p:cNvPr id="16" name="Freeform: Shape 15">
              <a:extLst>
                <a:ext uri="{FF2B5EF4-FFF2-40B4-BE49-F238E27FC236}">
                  <a16:creationId xmlns:a16="http://schemas.microsoft.com/office/drawing/2014/main" id="{5402AC29-8A61-4CA4-8CB8-4BC3EC56A3B9}"/>
                </a:ext>
              </a:extLst>
            </p:cNvPr>
            <p:cNvSpPr/>
            <p:nvPr/>
          </p:nvSpPr>
          <p:spPr>
            <a:xfrm rot="16200000">
              <a:off x="11641672" y="473411"/>
              <a:ext cx="609202" cy="151518"/>
            </a:xfrm>
            <a:custGeom>
              <a:avLst/>
              <a:gdLst>
                <a:gd name="connsiteX0" fmla="*/ 413946 w 609202"/>
                <a:gd name="connsiteY0" fmla="*/ 49664 h 151518"/>
                <a:gd name="connsiteX1" fmla="*/ 384494 w 609202"/>
                <a:gd name="connsiteY1" fmla="*/ 125217 h 151518"/>
                <a:gd name="connsiteX2" fmla="*/ 354820 w 609202"/>
                <a:gd name="connsiteY2" fmla="*/ 49664 h 151518"/>
                <a:gd name="connsiteX3" fmla="*/ 331666 w 609202"/>
                <a:gd name="connsiteY3" fmla="*/ 49664 h 151518"/>
                <a:gd name="connsiteX4" fmla="*/ 372910 w 609202"/>
                <a:gd name="connsiteY4" fmla="*/ 147314 h 151518"/>
                <a:gd name="connsiteX5" fmla="*/ 393955 w 609202"/>
                <a:gd name="connsiteY5" fmla="*/ 147314 h 151518"/>
                <a:gd name="connsiteX6" fmla="*/ 435214 w 609202"/>
                <a:gd name="connsiteY6" fmla="*/ 49665 h 151518"/>
                <a:gd name="connsiteX7" fmla="*/ 297359 w 609202"/>
                <a:gd name="connsiteY7" fmla="*/ 49664 h 151518"/>
                <a:gd name="connsiteX8" fmla="*/ 297359 w 609202"/>
                <a:gd name="connsiteY8" fmla="*/ 101215 h 151518"/>
                <a:gd name="connsiteX9" fmla="*/ 272528 w 609202"/>
                <a:gd name="connsiteY9" fmla="*/ 130474 h 151518"/>
                <a:gd name="connsiteX10" fmla="*/ 247695 w 609202"/>
                <a:gd name="connsiteY10" fmla="*/ 101215 h 151518"/>
                <a:gd name="connsiteX11" fmla="*/ 247695 w 609202"/>
                <a:gd name="connsiteY11" fmla="*/ 49664 h 151518"/>
                <a:gd name="connsiteX12" fmla="*/ 227067 w 609202"/>
                <a:gd name="connsiteY12" fmla="*/ 49664 h 151518"/>
                <a:gd name="connsiteX13" fmla="*/ 227067 w 609202"/>
                <a:gd name="connsiteY13" fmla="*/ 102060 h 151518"/>
                <a:gd name="connsiteX14" fmla="*/ 272528 w 609202"/>
                <a:gd name="connsiteY14" fmla="*/ 149408 h 151518"/>
                <a:gd name="connsiteX15" fmla="*/ 317989 w 609202"/>
                <a:gd name="connsiteY15" fmla="*/ 102060 h 151518"/>
                <a:gd name="connsiteX16" fmla="*/ 317989 w 609202"/>
                <a:gd name="connsiteY16" fmla="*/ 49664 h 151518"/>
                <a:gd name="connsiteX17" fmla="*/ 162877 w 609202"/>
                <a:gd name="connsiteY17" fmla="*/ 47347 h 151518"/>
                <a:gd name="connsiteX18" fmla="*/ 140599 w 609202"/>
                <a:gd name="connsiteY18" fmla="*/ 52442 h 151518"/>
                <a:gd name="connsiteX19" fmla="*/ 112797 w 609202"/>
                <a:gd name="connsiteY19" fmla="*/ 97428 h 151518"/>
                <a:gd name="connsiteX20" fmla="*/ 156150 w 609202"/>
                <a:gd name="connsiteY20" fmla="*/ 151519 h 151518"/>
                <a:gd name="connsiteX21" fmla="*/ 168567 w 609202"/>
                <a:gd name="connsiteY21" fmla="*/ 144568 h 151518"/>
                <a:gd name="connsiteX22" fmla="*/ 197603 w 609202"/>
                <a:gd name="connsiteY22" fmla="*/ 119528 h 151518"/>
                <a:gd name="connsiteX23" fmla="*/ 212335 w 609202"/>
                <a:gd name="connsiteY23" fmla="*/ 96596 h 151518"/>
                <a:gd name="connsiteX24" fmla="*/ 162879 w 609202"/>
                <a:gd name="connsiteY24" fmla="*/ 47348 h 151518"/>
                <a:gd name="connsiteX25" fmla="*/ 184768 w 609202"/>
                <a:gd name="connsiteY25" fmla="*/ 112799 h 151518"/>
                <a:gd name="connsiteX26" fmla="*/ 168567 w 609202"/>
                <a:gd name="connsiteY26" fmla="*/ 129419 h 151518"/>
                <a:gd name="connsiteX27" fmla="*/ 161200 w 609202"/>
                <a:gd name="connsiteY27" fmla="*/ 133844 h 151518"/>
                <a:gd name="connsiteX28" fmla="*/ 132373 w 609202"/>
                <a:gd name="connsiteY28" fmla="*/ 100591 h 151518"/>
                <a:gd name="connsiteX29" fmla="*/ 162671 w 609202"/>
                <a:gd name="connsiteY29" fmla="*/ 70070 h 151518"/>
                <a:gd name="connsiteX30" fmla="*/ 192557 w 609202"/>
                <a:gd name="connsiteY30" fmla="*/ 100182 h 151518"/>
                <a:gd name="connsiteX31" fmla="*/ 192557 w 609202"/>
                <a:gd name="connsiteY31" fmla="*/ 100182 h 151518"/>
                <a:gd name="connsiteX32" fmla="*/ 192553 w 609202"/>
                <a:gd name="connsiteY32" fmla="*/ 100589 h 151518"/>
                <a:gd name="connsiteX33" fmla="*/ 184772 w 609202"/>
                <a:gd name="connsiteY33" fmla="*/ 112797 h 151518"/>
                <a:gd name="connsiteX34" fmla="*/ 51342 w 609202"/>
                <a:gd name="connsiteY34" fmla="*/ 47347 h 151518"/>
                <a:gd name="connsiteX35" fmla="*/ 20198 w 609202"/>
                <a:gd name="connsiteY35" fmla="*/ 59555 h 151518"/>
                <a:gd name="connsiteX36" fmla="*/ 19991 w 609202"/>
                <a:gd name="connsiteY36" fmla="*/ 0 h 151518"/>
                <a:gd name="connsiteX37" fmla="*/ 0 w 609202"/>
                <a:gd name="connsiteY37" fmla="*/ 0 h 151518"/>
                <a:gd name="connsiteX38" fmla="*/ 0 w 609202"/>
                <a:gd name="connsiteY38" fmla="*/ 147315 h 151518"/>
                <a:gd name="connsiteX39" fmla="*/ 20630 w 609202"/>
                <a:gd name="connsiteY39" fmla="*/ 147315 h 151518"/>
                <a:gd name="connsiteX40" fmla="*/ 20630 w 609202"/>
                <a:gd name="connsiteY40" fmla="*/ 137422 h 151518"/>
                <a:gd name="connsiteX41" fmla="*/ 51344 w 609202"/>
                <a:gd name="connsiteY41" fmla="*/ 149200 h 151518"/>
                <a:gd name="connsiteX42" fmla="*/ 100175 w 609202"/>
                <a:gd name="connsiteY42" fmla="*/ 98273 h 151518"/>
                <a:gd name="connsiteX43" fmla="*/ 51342 w 609202"/>
                <a:gd name="connsiteY43" fmla="*/ 47347 h 151518"/>
                <a:gd name="connsiteX44" fmla="*/ 49664 w 609202"/>
                <a:gd name="connsiteY44" fmla="*/ 130266 h 151518"/>
                <a:gd name="connsiteX45" fmla="*/ 20198 w 609202"/>
                <a:gd name="connsiteY45" fmla="*/ 98275 h 151518"/>
                <a:gd name="connsiteX46" fmla="*/ 49664 w 609202"/>
                <a:gd name="connsiteY46" fmla="*/ 66284 h 151518"/>
                <a:gd name="connsiteX47" fmla="*/ 79131 w 609202"/>
                <a:gd name="connsiteY47" fmla="*/ 98276 h 151518"/>
                <a:gd name="connsiteX48" fmla="*/ 49662 w 609202"/>
                <a:gd name="connsiteY48" fmla="*/ 130264 h 151518"/>
                <a:gd name="connsiteX49" fmla="*/ 609203 w 609202"/>
                <a:gd name="connsiteY49" fmla="*/ 49664 h 151518"/>
                <a:gd name="connsiteX50" fmla="*/ 579321 w 609202"/>
                <a:gd name="connsiteY50" fmla="*/ 49664 h 151518"/>
                <a:gd name="connsiteX51" fmla="*/ 579099 w 609202"/>
                <a:gd name="connsiteY51" fmla="*/ 0 h 151518"/>
                <a:gd name="connsiteX52" fmla="*/ 559107 w 609202"/>
                <a:gd name="connsiteY52" fmla="*/ 0 h 151518"/>
                <a:gd name="connsiteX53" fmla="*/ 559107 w 609202"/>
                <a:gd name="connsiteY53" fmla="*/ 49664 h 151518"/>
                <a:gd name="connsiteX54" fmla="*/ 545369 w 609202"/>
                <a:gd name="connsiteY54" fmla="*/ 49664 h 151518"/>
                <a:gd name="connsiteX55" fmla="*/ 545369 w 609202"/>
                <a:gd name="connsiteY55" fmla="*/ 67545 h 151518"/>
                <a:gd name="connsiteX56" fmla="*/ 559107 w 609202"/>
                <a:gd name="connsiteY56" fmla="*/ 67545 h 151518"/>
                <a:gd name="connsiteX57" fmla="*/ 559107 w 609202"/>
                <a:gd name="connsiteY57" fmla="*/ 147314 h 151518"/>
                <a:gd name="connsiteX58" fmla="*/ 579529 w 609202"/>
                <a:gd name="connsiteY58" fmla="*/ 147314 h 151518"/>
                <a:gd name="connsiteX59" fmla="*/ 579321 w 609202"/>
                <a:gd name="connsiteY59" fmla="*/ 67545 h 151518"/>
                <a:gd name="connsiteX60" fmla="*/ 609203 w 609202"/>
                <a:gd name="connsiteY60" fmla="*/ 67545 h 15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9202" h="151518">
                  <a:moveTo>
                    <a:pt x="413946" y="49664"/>
                  </a:moveTo>
                  <a:lnTo>
                    <a:pt x="384494" y="125217"/>
                  </a:lnTo>
                  <a:lnTo>
                    <a:pt x="354820" y="49664"/>
                  </a:lnTo>
                  <a:lnTo>
                    <a:pt x="331666" y="49664"/>
                  </a:lnTo>
                  <a:lnTo>
                    <a:pt x="372910" y="147314"/>
                  </a:lnTo>
                  <a:lnTo>
                    <a:pt x="393955" y="147314"/>
                  </a:lnTo>
                  <a:lnTo>
                    <a:pt x="435214" y="49665"/>
                  </a:lnTo>
                  <a:close/>
                  <a:moveTo>
                    <a:pt x="297359" y="49664"/>
                  </a:moveTo>
                  <a:lnTo>
                    <a:pt x="297359" y="101215"/>
                  </a:lnTo>
                  <a:cubicBezTo>
                    <a:pt x="297359" y="119735"/>
                    <a:pt x="288314" y="130474"/>
                    <a:pt x="272528" y="130474"/>
                  </a:cubicBezTo>
                  <a:cubicBezTo>
                    <a:pt x="256742" y="130474"/>
                    <a:pt x="247695" y="119735"/>
                    <a:pt x="247695" y="101215"/>
                  </a:cubicBezTo>
                  <a:lnTo>
                    <a:pt x="247695" y="49664"/>
                  </a:lnTo>
                  <a:lnTo>
                    <a:pt x="227067" y="49664"/>
                  </a:lnTo>
                  <a:lnTo>
                    <a:pt x="227067" y="102060"/>
                  </a:lnTo>
                  <a:cubicBezTo>
                    <a:pt x="227067" y="131111"/>
                    <a:pt x="244533" y="149408"/>
                    <a:pt x="272528" y="149408"/>
                  </a:cubicBezTo>
                  <a:cubicBezTo>
                    <a:pt x="300523" y="149408"/>
                    <a:pt x="317989" y="131111"/>
                    <a:pt x="317989" y="102060"/>
                  </a:cubicBezTo>
                  <a:lnTo>
                    <a:pt x="317989" y="49664"/>
                  </a:lnTo>
                  <a:close/>
                  <a:moveTo>
                    <a:pt x="162877" y="47347"/>
                  </a:moveTo>
                  <a:cubicBezTo>
                    <a:pt x="155160" y="47330"/>
                    <a:pt x="147541" y="49072"/>
                    <a:pt x="140599" y="52442"/>
                  </a:cubicBezTo>
                  <a:cubicBezTo>
                    <a:pt x="123437" y="60827"/>
                    <a:pt x="112621" y="78328"/>
                    <a:pt x="112797" y="97428"/>
                  </a:cubicBezTo>
                  <a:cubicBezTo>
                    <a:pt x="112797" y="122482"/>
                    <a:pt x="136159" y="151519"/>
                    <a:pt x="156150" y="151519"/>
                  </a:cubicBezTo>
                  <a:cubicBezTo>
                    <a:pt x="161205" y="151479"/>
                    <a:pt x="165890" y="148857"/>
                    <a:pt x="168567" y="144568"/>
                  </a:cubicBezTo>
                  <a:cubicBezTo>
                    <a:pt x="176781" y="132150"/>
                    <a:pt x="185200" y="125009"/>
                    <a:pt x="197603" y="119528"/>
                  </a:cubicBezTo>
                  <a:cubicBezTo>
                    <a:pt x="209187" y="114478"/>
                    <a:pt x="212335" y="109428"/>
                    <a:pt x="212335" y="96596"/>
                  </a:cubicBezTo>
                  <a:cubicBezTo>
                    <a:pt x="212335" y="68809"/>
                    <a:pt x="190667" y="47348"/>
                    <a:pt x="162879" y="47348"/>
                  </a:cubicBezTo>
                  <a:close/>
                  <a:moveTo>
                    <a:pt x="184768" y="112799"/>
                  </a:moveTo>
                  <a:cubicBezTo>
                    <a:pt x="176348" y="118057"/>
                    <a:pt x="171938" y="122483"/>
                    <a:pt x="168567" y="129419"/>
                  </a:cubicBezTo>
                  <a:cubicBezTo>
                    <a:pt x="167173" y="132194"/>
                    <a:pt x="164305" y="133917"/>
                    <a:pt x="161200" y="133844"/>
                  </a:cubicBezTo>
                  <a:cubicBezTo>
                    <a:pt x="147729" y="133844"/>
                    <a:pt x="132373" y="116156"/>
                    <a:pt x="132373" y="100591"/>
                  </a:cubicBezTo>
                  <a:cubicBezTo>
                    <a:pt x="132373" y="83125"/>
                    <a:pt x="145204" y="70070"/>
                    <a:pt x="162671" y="70070"/>
                  </a:cubicBezTo>
                  <a:cubicBezTo>
                    <a:pt x="179239" y="70133"/>
                    <a:pt x="192619" y="83614"/>
                    <a:pt x="192557" y="100182"/>
                  </a:cubicBezTo>
                  <a:lnTo>
                    <a:pt x="192557" y="100182"/>
                  </a:lnTo>
                  <a:cubicBezTo>
                    <a:pt x="192556" y="100317"/>
                    <a:pt x="192554" y="100452"/>
                    <a:pt x="192553" y="100589"/>
                  </a:cubicBezTo>
                  <a:cubicBezTo>
                    <a:pt x="192553" y="106053"/>
                    <a:pt x="190667" y="109217"/>
                    <a:pt x="184772" y="112797"/>
                  </a:cubicBezTo>
                  <a:close/>
                  <a:moveTo>
                    <a:pt x="51342" y="47347"/>
                  </a:moveTo>
                  <a:cubicBezTo>
                    <a:pt x="39770" y="47223"/>
                    <a:pt x="28603" y="51600"/>
                    <a:pt x="20198" y="59555"/>
                  </a:cubicBezTo>
                  <a:lnTo>
                    <a:pt x="19991" y="0"/>
                  </a:lnTo>
                  <a:lnTo>
                    <a:pt x="0" y="0"/>
                  </a:lnTo>
                  <a:lnTo>
                    <a:pt x="0" y="147315"/>
                  </a:lnTo>
                  <a:lnTo>
                    <a:pt x="20630" y="147315"/>
                  </a:lnTo>
                  <a:lnTo>
                    <a:pt x="20630" y="137422"/>
                  </a:lnTo>
                  <a:cubicBezTo>
                    <a:pt x="29061" y="145007"/>
                    <a:pt x="40002" y="149203"/>
                    <a:pt x="51344" y="149200"/>
                  </a:cubicBezTo>
                  <a:cubicBezTo>
                    <a:pt x="79130" y="149200"/>
                    <a:pt x="100175" y="127100"/>
                    <a:pt x="100175" y="98273"/>
                  </a:cubicBezTo>
                  <a:cubicBezTo>
                    <a:pt x="100175" y="69445"/>
                    <a:pt x="79130" y="47347"/>
                    <a:pt x="51342" y="47347"/>
                  </a:cubicBezTo>
                  <a:close/>
                  <a:moveTo>
                    <a:pt x="49664" y="130266"/>
                  </a:moveTo>
                  <a:cubicBezTo>
                    <a:pt x="32822" y="130266"/>
                    <a:pt x="20198" y="116587"/>
                    <a:pt x="20198" y="98275"/>
                  </a:cubicBezTo>
                  <a:cubicBezTo>
                    <a:pt x="20198" y="79962"/>
                    <a:pt x="32822" y="66284"/>
                    <a:pt x="49664" y="66284"/>
                  </a:cubicBezTo>
                  <a:cubicBezTo>
                    <a:pt x="66505" y="66284"/>
                    <a:pt x="79131" y="79962"/>
                    <a:pt x="79131" y="98276"/>
                  </a:cubicBezTo>
                  <a:cubicBezTo>
                    <a:pt x="79131" y="116590"/>
                    <a:pt x="66505" y="130264"/>
                    <a:pt x="49662" y="130264"/>
                  </a:cubicBezTo>
                  <a:close/>
                  <a:moveTo>
                    <a:pt x="609203" y="49664"/>
                  </a:moveTo>
                  <a:lnTo>
                    <a:pt x="579321" y="49664"/>
                  </a:lnTo>
                  <a:lnTo>
                    <a:pt x="579099" y="0"/>
                  </a:lnTo>
                  <a:lnTo>
                    <a:pt x="559107" y="0"/>
                  </a:lnTo>
                  <a:lnTo>
                    <a:pt x="559107" y="49664"/>
                  </a:lnTo>
                  <a:lnTo>
                    <a:pt x="545369" y="49664"/>
                  </a:lnTo>
                  <a:lnTo>
                    <a:pt x="545369" y="67545"/>
                  </a:lnTo>
                  <a:lnTo>
                    <a:pt x="559107" y="67545"/>
                  </a:lnTo>
                  <a:lnTo>
                    <a:pt x="559107" y="147314"/>
                  </a:lnTo>
                  <a:lnTo>
                    <a:pt x="579529" y="147314"/>
                  </a:lnTo>
                  <a:lnTo>
                    <a:pt x="579321" y="67545"/>
                  </a:lnTo>
                  <a:lnTo>
                    <a:pt x="609203" y="67545"/>
                  </a:lnTo>
                  <a:close/>
                </a:path>
              </a:pathLst>
            </a:custGeom>
            <a:grpFill/>
            <a:ln w="26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CE4A25F-66AD-4588-A78A-F5842EE74531}"/>
                </a:ext>
              </a:extLst>
            </p:cNvPr>
            <p:cNvSpPr/>
            <p:nvPr/>
          </p:nvSpPr>
          <p:spPr>
            <a:xfrm rot="16200000">
              <a:off x="11921301" y="313678"/>
              <a:ext cx="96119" cy="101875"/>
            </a:xfrm>
            <a:custGeom>
              <a:avLst/>
              <a:gdLst>
                <a:gd name="connsiteX0" fmla="*/ 95810 w 96119"/>
                <a:gd name="connsiteY0" fmla="*/ 56965 h 101875"/>
                <a:gd name="connsiteX1" fmla="*/ 20362 w 96119"/>
                <a:gd name="connsiteY1" fmla="*/ 56965 h 101875"/>
                <a:gd name="connsiteX2" fmla="*/ 34212 w 96119"/>
                <a:gd name="connsiteY2" fmla="*/ 79118 h 101875"/>
                <a:gd name="connsiteX3" fmla="*/ 48915 w 96119"/>
                <a:gd name="connsiteY3" fmla="*/ 82727 h 101875"/>
                <a:gd name="connsiteX4" fmla="*/ 73366 w 96119"/>
                <a:gd name="connsiteY4" fmla="*/ 75426 h 101875"/>
                <a:gd name="connsiteX5" fmla="*/ 79556 w 96119"/>
                <a:gd name="connsiteY5" fmla="*/ 69472 h 101875"/>
                <a:gd name="connsiteX6" fmla="*/ 93354 w 96119"/>
                <a:gd name="connsiteY6" fmla="*/ 82930 h 101875"/>
                <a:gd name="connsiteX7" fmla="*/ 83867 w 96119"/>
                <a:gd name="connsiteY7" fmla="*/ 91638 h 101875"/>
                <a:gd name="connsiteX8" fmla="*/ 46091 w 96119"/>
                <a:gd name="connsiteY8" fmla="*/ 101759 h 101875"/>
                <a:gd name="connsiteX9" fmla="*/ 16168 w 96119"/>
                <a:gd name="connsiteY9" fmla="*/ 89716 h 101875"/>
                <a:gd name="connsiteX10" fmla="*/ 506 w 96119"/>
                <a:gd name="connsiteY10" fmla="*/ 58160 h 101875"/>
                <a:gd name="connsiteX11" fmla="*/ 5248 w 96119"/>
                <a:gd name="connsiteY11" fmla="*/ 26756 h 101875"/>
                <a:gd name="connsiteX12" fmla="*/ 40827 w 96119"/>
                <a:gd name="connsiteY12" fmla="*/ 738 h 101875"/>
                <a:gd name="connsiteX13" fmla="*/ 70343 w 96119"/>
                <a:gd name="connsiteY13" fmla="*/ 4817 h 101875"/>
                <a:gd name="connsiteX14" fmla="*/ 94209 w 96119"/>
                <a:gd name="connsiteY14" fmla="*/ 35590 h 101875"/>
                <a:gd name="connsiteX15" fmla="*/ 95810 w 96119"/>
                <a:gd name="connsiteY15" fmla="*/ 56965 h 101875"/>
                <a:gd name="connsiteX16" fmla="*/ 20776 w 96119"/>
                <a:gd name="connsiteY16" fmla="*/ 40423 h 101875"/>
                <a:gd name="connsiteX17" fmla="*/ 74793 w 96119"/>
                <a:gd name="connsiteY17" fmla="*/ 40423 h 101875"/>
                <a:gd name="connsiteX18" fmla="*/ 50253 w 96119"/>
                <a:gd name="connsiteY18" fmla="*/ 17857 h 101875"/>
                <a:gd name="connsiteX19" fmla="*/ 20776 w 96119"/>
                <a:gd name="connsiteY19" fmla="*/ 40423 h 10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6119" h="101875">
                  <a:moveTo>
                    <a:pt x="95810" y="56965"/>
                  </a:moveTo>
                  <a:lnTo>
                    <a:pt x="20362" y="56965"/>
                  </a:lnTo>
                  <a:cubicBezTo>
                    <a:pt x="21886" y="66442"/>
                    <a:pt x="25653" y="74318"/>
                    <a:pt x="34212" y="79118"/>
                  </a:cubicBezTo>
                  <a:cubicBezTo>
                    <a:pt x="38729" y="81545"/>
                    <a:pt x="43788" y="82786"/>
                    <a:pt x="48915" y="82727"/>
                  </a:cubicBezTo>
                  <a:cubicBezTo>
                    <a:pt x="57811" y="82850"/>
                    <a:pt x="66195" y="81075"/>
                    <a:pt x="73366" y="75426"/>
                  </a:cubicBezTo>
                  <a:cubicBezTo>
                    <a:pt x="75532" y="73550"/>
                    <a:pt x="77598" y="71563"/>
                    <a:pt x="79556" y="69472"/>
                  </a:cubicBezTo>
                  <a:lnTo>
                    <a:pt x="93354" y="82930"/>
                  </a:lnTo>
                  <a:cubicBezTo>
                    <a:pt x="90598" y="86246"/>
                    <a:pt x="87407" y="89175"/>
                    <a:pt x="83867" y="91638"/>
                  </a:cubicBezTo>
                  <a:cubicBezTo>
                    <a:pt x="72486" y="99593"/>
                    <a:pt x="59751" y="102519"/>
                    <a:pt x="46091" y="101759"/>
                  </a:cubicBezTo>
                  <a:cubicBezTo>
                    <a:pt x="35014" y="101373"/>
                    <a:pt x="24424" y="97111"/>
                    <a:pt x="16168" y="89716"/>
                  </a:cubicBezTo>
                  <a:cubicBezTo>
                    <a:pt x="6826" y="81316"/>
                    <a:pt x="1889" y="70591"/>
                    <a:pt x="506" y="58160"/>
                  </a:cubicBezTo>
                  <a:cubicBezTo>
                    <a:pt x="-933" y="47454"/>
                    <a:pt x="712" y="36560"/>
                    <a:pt x="5248" y="26756"/>
                  </a:cubicBezTo>
                  <a:cubicBezTo>
                    <a:pt x="12466" y="11681"/>
                    <a:pt x="24591" y="3239"/>
                    <a:pt x="40827" y="738"/>
                  </a:cubicBezTo>
                  <a:cubicBezTo>
                    <a:pt x="50850" y="-1030"/>
                    <a:pt x="61175" y="397"/>
                    <a:pt x="70343" y="4817"/>
                  </a:cubicBezTo>
                  <a:cubicBezTo>
                    <a:pt x="83187" y="11156"/>
                    <a:pt x="90642" y="21889"/>
                    <a:pt x="94209" y="35590"/>
                  </a:cubicBezTo>
                  <a:cubicBezTo>
                    <a:pt x="95990" y="42566"/>
                    <a:pt x="96532" y="49801"/>
                    <a:pt x="95810" y="56965"/>
                  </a:cubicBezTo>
                  <a:close/>
                  <a:moveTo>
                    <a:pt x="20776" y="40423"/>
                  </a:moveTo>
                  <a:lnTo>
                    <a:pt x="74793" y="40423"/>
                  </a:lnTo>
                  <a:cubicBezTo>
                    <a:pt x="73059" y="28002"/>
                    <a:pt x="62776" y="18546"/>
                    <a:pt x="50253" y="17857"/>
                  </a:cubicBezTo>
                  <a:cubicBezTo>
                    <a:pt x="34544" y="16956"/>
                    <a:pt x="23456" y="25443"/>
                    <a:pt x="20776" y="40423"/>
                  </a:cubicBezTo>
                  <a:close/>
                </a:path>
              </a:pathLst>
            </a:custGeom>
            <a:grpFill/>
            <a:ln w="264" cap="flat">
              <a:noFill/>
              <a:prstDash val="solid"/>
              <a:miter/>
            </a:ln>
          </p:spPr>
          <p:txBody>
            <a:bodyPr rtlCol="0" anchor="ctr"/>
            <a:lstStyle/>
            <a:p>
              <a:endParaRPr lang="en-US"/>
            </a:p>
          </p:txBody>
        </p:sp>
      </p:grpSp>
      <p:sp>
        <p:nvSpPr>
          <p:cNvPr id="12" name="Freeform: Shape 11">
            <a:extLst>
              <a:ext uri="{FF2B5EF4-FFF2-40B4-BE49-F238E27FC236}">
                <a16:creationId xmlns:a16="http://schemas.microsoft.com/office/drawing/2014/main" id="{7E9E5F7C-935D-44AE-B4D7-F96F0E923750}"/>
              </a:ext>
            </a:extLst>
          </p:cNvPr>
          <p:cNvSpPr/>
          <p:nvPr/>
        </p:nvSpPr>
        <p:spPr>
          <a:xfrm>
            <a:off x="9732645" y="4429125"/>
            <a:ext cx="1483339" cy="1469731"/>
          </a:xfrm>
          <a:custGeom>
            <a:avLst/>
            <a:gdLst>
              <a:gd name="connsiteX0" fmla="*/ -36 w 2171319"/>
              <a:gd name="connsiteY0" fmla="*/ 2151329 h 2151402"/>
              <a:gd name="connsiteX1" fmla="*/ 641949 w 2171319"/>
              <a:gd name="connsiteY1" fmla="*/ 1337313 h 2151402"/>
              <a:gd name="connsiteX2" fmla="*/ 1930063 w 2171319"/>
              <a:gd name="connsiteY2" fmla="*/ 226441 h 2151402"/>
              <a:gd name="connsiteX3" fmla="*/ 2171284 w 2171319"/>
              <a:gd name="connsiteY3" fmla="*/ -73 h 2151402"/>
              <a:gd name="connsiteX4" fmla="*/ 2171284 w 2171319"/>
              <a:gd name="connsiteY4" fmla="*/ 2151329 h 2151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319" h="2151402">
                <a:moveTo>
                  <a:pt x="-36" y="2151329"/>
                </a:moveTo>
                <a:cubicBezTo>
                  <a:pt x="32854" y="1733029"/>
                  <a:pt x="189636" y="1534661"/>
                  <a:pt x="641949" y="1337313"/>
                </a:cubicBezTo>
                <a:cubicBezTo>
                  <a:pt x="1197057" y="1092473"/>
                  <a:pt x="1570351" y="770746"/>
                  <a:pt x="1930063" y="226441"/>
                </a:cubicBezTo>
                <a:cubicBezTo>
                  <a:pt x="1991742" y="133189"/>
                  <a:pt x="2074341" y="55626"/>
                  <a:pt x="2171284" y="-73"/>
                </a:cubicBezTo>
                <a:lnTo>
                  <a:pt x="2171284" y="2151329"/>
                </a:lnTo>
                <a:close/>
              </a:path>
            </a:pathLst>
          </a:custGeom>
          <a:solidFill>
            <a:schemeClr val="accent2"/>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634EFC9-9435-416F-9F71-9ACD804CE676}"/>
              </a:ext>
            </a:extLst>
          </p:cNvPr>
          <p:cNvSpPr/>
          <p:nvPr userDrawn="1"/>
        </p:nvSpPr>
        <p:spPr>
          <a:xfrm>
            <a:off x="1837820" y="5558043"/>
            <a:ext cx="1472118" cy="745100"/>
          </a:xfrm>
          <a:custGeom>
            <a:avLst/>
            <a:gdLst>
              <a:gd name="connsiteX0" fmla="*/ 2605793 w 2605792"/>
              <a:gd name="connsiteY0" fmla="*/ 1318898 h 1318898"/>
              <a:gd name="connsiteX1" fmla="*/ 2234098 w 2605792"/>
              <a:gd name="connsiteY1" fmla="*/ 663483 h 1318898"/>
              <a:gd name="connsiteX2" fmla="*/ 1862404 w 2605792"/>
              <a:gd name="connsiteY2" fmla="*/ 8058 h 1318898"/>
              <a:gd name="connsiteX3" fmla="*/ 1480642 w 2605792"/>
              <a:gd name="connsiteY3" fmla="*/ 657663 h 1318898"/>
              <a:gd name="connsiteX4" fmla="*/ 1305497 w 2605792"/>
              <a:gd name="connsiteY4" fmla="*/ 955691 h 1318898"/>
              <a:gd name="connsiteX5" fmla="*/ 1135218 w 2605792"/>
              <a:gd name="connsiteY5" fmla="*/ 655416 h 1318898"/>
              <a:gd name="connsiteX6" fmla="*/ 763524 w 2605792"/>
              <a:gd name="connsiteY6" fmla="*/ 0 h 1318898"/>
              <a:gd name="connsiteX7" fmla="*/ 381762 w 2605792"/>
              <a:gd name="connsiteY7" fmla="*/ 649605 h 1318898"/>
              <a:gd name="connsiteX8" fmla="*/ 0 w 2605792"/>
              <a:gd name="connsiteY8" fmla="*/ 1299210 h 1318898"/>
              <a:gd name="connsiteX9" fmla="*/ 753456 w 2605792"/>
              <a:gd name="connsiteY9" fmla="*/ 1305020 h 1318898"/>
              <a:gd name="connsiteX10" fmla="*/ 1506912 w 2605792"/>
              <a:gd name="connsiteY10" fmla="*/ 1310840 h 1318898"/>
              <a:gd name="connsiteX11" fmla="*/ 1506674 w 2605792"/>
              <a:gd name="connsiteY11" fmla="*/ 1310412 h 1318898"/>
              <a:gd name="connsiteX12" fmla="*/ 1852336 w 2605792"/>
              <a:gd name="connsiteY12" fmla="*/ 1313088 h 1318898"/>
              <a:gd name="connsiteX13" fmla="*/ 2605793 w 2605792"/>
              <a:gd name="connsiteY13" fmla="*/ 1318898 h 131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05792" h="1318898">
                <a:moveTo>
                  <a:pt x="2605793" y="1318898"/>
                </a:moveTo>
                <a:lnTo>
                  <a:pt x="2234098" y="663483"/>
                </a:lnTo>
                <a:lnTo>
                  <a:pt x="1862404" y="8058"/>
                </a:lnTo>
                <a:lnTo>
                  <a:pt x="1480642" y="657663"/>
                </a:lnTo>
                <a:lnTo>
                  <a:pt x="1305497" y="955691"/>
                </a:lnTo>
                <a:lnTo>
                  <a:pt x="1135218" y="655416"/>
                </a:lnTo>
                <a:lnTo>
                  <a:pt x="763524" y="0"/>
                </a:lnTo>
                <a:lnTo>
                  <a:pt x="381762" y="649605"/>
                </a:lnTo>
                <a:lnTo>
                  <a:pt x="0" y="1299210"/>
                </a:lnTo>
                <a:lnTo>
                  <a:pt x="753456" y="1305020"/>
                </a:lnTo>
                <a:lnTo>
                  <a:pt x="1506912" y="1310840"/>
                </a:lnTo>
                <a:lnTo>
                  <a:pt x="1506674" y="1310412"/>
                </a:lnTo>
                <a:lnTo>
                  <a:pt x="1852336" y="1313088"/>
                </a:lnTo>
                <a:lnTo>
                  <a:pt x="2605793" y="1318898"/>
                </a:lnTo>
                <a:close/>
              </a:path>
            </a:pathLst>
          </a:custGeom>
          <a:solidFill>
            <a:schemeClr val="accent1"/>
          </a:solidFill>
          <a:ln w="9525" cap="flat">
            <a:noFill/>
            <a:prstDash val="solid"/>
            <a:miter/>
          </a:ln>
        </p:spPr>
        <p:txBody>
          <a:bodyPr rtlCol="0" anchor="ctr"/>
          <a:lstStyle/>
          <a:p>
            <a:endParaRPr lang="en-US"/>
          </a:p>
        </p:txBody>
      </p:sp>
      <p:sp>
        <p:nvSpPr>
          <p:cNvPr id="24" name="Text Placeholder 23">
            <a:extLst>
              <a:ext uri="{FF2B5EF4-FFF2-40B4-BE49-F238E27FC236}">
                <a16:creationId xmlns:a16="http://schemas.microsoft.com/office/drawing/2014/main" id="{AF8B88C5-A0B4-414C-9D05-FA001AC5BF1B}"/>
              </a:ext>
            </a:extLst>
          </p:cNvPr>
          <p:cNvSpPr>
            <a:spLocks noGrp="1"/>
          </p:cNvSpPr>
          <p:nvPr>
            <p:ph type="body" sz="quarter" idx="10"/>
          </p:nvPr>
        </p:nvSpPr>
        <p:spPr>
          <a:xfrm>
            <a:off x="839788" y="3843053"/>
            <a:ext cx="10512425" cy="586071"/>
          </a:xfrm>
        </p:spPr>
        <p:txBody>
          <a:bodyPr>
            <a:normAutofit/>
          </a:bodyPr>
          <a:lstStyle>
            <a:lvl1pPr marL="0" indent="0" algn="ctr">
              <a:buNone/>
              <a:defRPr sz="2000" b="0">
                <a:solidFill>
                  <a:schemeClr val="tx1"/>
                </a:solidFill>
                <a:latin typeface="Inter SemiBold" panose="020B0502030000000004" pitchFamily="34" charset="0"/>
                <a:ea typeface="Inter SemiBold" panose="020B0502030000000004" pitchFamily="34" charset="0"/>
              </a:defRPr>
            </a:lvl1pPr>
          </a:lstStyle>
          <a:p>
            <a:pPr lvl="0"/>
            <a:r>
              <a:rPr lang="en-US" noProof="0"/>
              <a:t>Click to edit Master text styles</a:t>
            </a:r>
          </a:p>
        </p:txBody>
      </p:sp>
    </p:spTree>
    <p:extLst>
      <p:ext uri="{BB962C8B-B14F-4D97-AF65-F5344CB8AC3E}">
        <p14:creationId xmlns:p14="http://schemas.microsoft.com/office/powerpoint/2010/main" val="16069574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Avslutning alternativ 2">
    <p:bg>
      <p:bgPr>
        <a:solidFill>
          <a:schemeClr val="tx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4F8F0A41-A289-44BD-93D7-44141F13C11D}"/>
              </a:ext>
            </a:extLst>
          </p:cNvPr>
          <p:cNvSpPr/>
          <p:nvPr/>
        </p:nvSpPr>
        <p:spPr>
          <a:xfrm>
            <a:off x="9389087" y="1437505"/>
            <a:ext cx="990782" cy="1981623"/>
          </a:xfrm>
          <a:custGeom>
            <a:avLst/>
            <a:gdLst>
              <a:gd name="connsiteX0" fmla="*/ 1123191 w 1123226"/>
              <a:gd name="connsiteY0" fmla="*/ -73 h 2246518"/>
              <a:gd name="connsiteX1" fmla="*/ 1123191 w 1123226"/>
              <a:gd name="connsiteY1" fmla="*/ 2246446 h 2246518"/>
              <a:gd name="connsiteX2" fmla="*/ -36 w 1123226"/>
              <a:gd name="connsiteY2" fmla="*/ 1123220 h 2246518"/>
              <a:gd name="connsiteX3" fmla="*/ 1123191 w 1123226"/>
              <a:gd name="connsiteY3" fmla="*/ -7 h 2246518"/>
            </a:gdLst>
            <a:ahLst/>
            <a:cxnLst>
              <a:cxn ang="0">
                <a:pos x="connsiteX0" y="connsiteY0"/>
              </a:cxn>
              <a:cxn ang="0">
                <a:pos x="connsiteX1" y="connsiteY1"/>
              </a:cxn>
              <a:cxn ang="0">
                <a:pos x="connsiteX2" y="connsiteY2"/>
              </a:cxn>
              <a:cxn ang="0">
                <a:pos x="connsiteX3" y="connsiteY3"/>
              </a:cxn>
            </a:cxnLst>
            <a:rect l="l" t="t" r="r" b="b"/>
            <a:pathLst>
              <a:path w="1123226" h="2246518">
                <a:moveTo>
                  <a:pt x="1123191" y="-73"/>
                </a:moveTo>
                <a:lnTo>
                  <a:pt x="1123191" y="2246446"/>
                </a:lnTo>
                <a:cubicBezTo>
                  <a:pt x="502850" y="2246446"/>
                  <a:pt x="-36" y="1743560"/>
                  <a:pt x="-36" y="1123220"/>
                </a:cubicBezTo>
                <a:cubicBezTo>
                  <a:pt x="-36" y="502879"/>
                  <a:pt x="502850" y="-7"/>
                  <a:pt x="1123191" y="-7"/>
                </a:cubicBezTo>
                <a:close/>
              </a:path>
            </a:pathLst>
          </a:custGeom>
          <a:solidFill>
            <a:schemeClr val="accent2"/>
          </a:solidFill>
          <a:ln w="7144" cap="flat">
            <a:noFill/>
            <a:prstDash val="solid"/>
            <a:miter/>
          </a:ln>
        </p:spPr>
        <p:txBody>
          <a:bodyPr rtlCol="0" anchor="ctr"/>
          <a:lstStyle/>
          <a:p>
            <a:endParaRPr lang="en-US"/>
          </a:p>
        </p:txBody>
      </p:sp>
      <p:grpSp>
        <p:nvGrpSpPr>
          <p:cNvPr id="15" name="Group 14">
            <a:extLst>
              <a:ext uri="{FF2B5EF4-FFF2-40B4-BE49-F238E27FC236}">
                <a16:creationId xmlns:a16="http://schemas.microsoft.com/office/drawing/2014/main" id="{3289A2E8-3D65-441A-A338-504F33981BA4}"/>
              </a:ext>
            </a:extLst>
          </p:cNvPr>
          <p:cNvGrpSpPr/>
          <p:nvPr userDrawn="1"/>
        </p:nvGrpSpPr>
        <p:grpSpPr>
          <a:xfrm rot="5400000">
            <a:off x="9296572" y="1548758"/>
            <a:ext cx="431536" cy="1735057"/>
            <a:chOff x="11870514" y="244569"/>
            <a:chExt cx="151518" cy="609202"/>
          </a:xfrm>
          <a:solidFill>
            <a:schemeClr val="bg1"/>
          </a:solidFill>
        </p:grpSpPr>
        <p:sp>
          <p:nvSpPr>
            <p:cNvPr id="16" name="Freeform: Shape 15">
              <a:extLst>
                <a:ext uri="{FF2B5EF4-FFF2-40B4-BE49-F238E27FC236}">
                  <a16:creationId xmlns:a16="http://schemas.microsoft.com/office/drawing/2014/main" id="{5402AC29-8A61-4CA4-8CB8-4BC3EC56A3B9}"/>
                </a:ext>
              </a:extLst>
            </p:cNvPr>
            <p:cNvSpPr/>
            <p:nvPr/>
          </p:nvSpPr>
          <p:spPr>
            <a:xfrm rot="16200000">
              <a:off x="11641672" y="473411"/>
              <a:ext cx="609202" cy="151518"/>
            </a:xfrm>
            <a:custGeom>
              <a:avLst/>
              <a:gdLst>
                <a:gd name="connsiteX0" fmla="*/ 413946 w 609202"/>
                <a:gd name="connsiteY0" fmla="*/ 49664 h 151518"/>
                <a:gd name="connsiteX1" fmla="*/ 384494 w 609202"/>
                <a:gd name="connsiteY1" fmla="*/ 125217 h 151518"/>
                <a:gd name="connsiteX2" fmla="*/ 354820 w 609202"/>
                <a:gd name="connsiteY2" fmla="*/ 49664 h 151518"/>
                <a:gd name="connsiteX3" fmla="*/ 331666 w 609202"/>
                <a:gd name="connsiteY3" fmla="*/ 49664 h 151518"/>
                <a:gd name="connsiteX4" fmla="*/ 372910 w 609202"/>
                <a:gd name="connsiteY4" fmla="*/ 147314 h 151518"/>
                <a:gd name="connsiteX5" fmla="*/ 393955 w 609202"/>
                <a:gd name="connsiteY5" fmla="*/ 147314 h 151518"/>
                <a:gd name="connsiteX6" fmla="*/ 435214 w 609202"/>
                <a:gd name="connsiteY6" fmla="*/ 49665 h 151518"/>
                <a:gd name="connsiteX7" fmla="*/ 297359 w 609202"/>
                <a:gd name="connsiteY7" fmla="*/ 49664 h 151518"/>
                <a:gd name="connsiteX8" fmla="*/ 297359 w 609202"/>
                <a:gd name="connsiteY8" fmla="*/ 101215 h 151518"/>
                <a:gd name="connsiteX9" fmla="*/ 272528 w 609202"/>
                <a:gd name="connsiteY9" fmla="*/ 130474 h 151518"/>
                <a:gd name="connsiteX10" fmla="*/ 247695 w 609202"/>
                <a:gd name="connsiteY10" fmla="*/ 101215 h 151518"/>
                <a:gd name="connsiteX11" fmla="*/ 247695 w 609202"/>
                <a:gd name="connsiteY11" fmla="*/ 49664 h 151518"/>
                <a:gd name="connsiteX12" fmla="*/ 227067 w 609202"/>
                <a:gd name="connsiteY12" fmla="*/ 49664 h 151518"/>
                <a:gd name="connsiteX13" fmla="*/ 227067 w 609202"/>
                <a:gd name="connsiteY13" fmla="*/ 102060 h 151518"/>
                <a:gd name="connsiteX14" fmla="*/ 272528 w 609202"/>
                <a:gd name="connsiteY14" fmla="*/ 149408 h 151518"/>
                <a:gd name="connsiteX15" fmla="*/ 317989 w 609202"/>
                <a:gd name="connsiteY15" fmla="*/ 102060 h 151518"/>
                <a:gd name="connsiteX16" fmla="*/ 317989 w 609202"/>
                <a:gd name="connsiteY16" fmla="*/ 49664 h 151518"/>
                <a:gd name="connsiteX17" fmla="*/ 162877 w 609202"/>
                <a:gd name="connsiteY17" fmla="*/ 47347 h 151518"/>
                <a:gd name="connsiteX18" fmla="*/ 140599 w 609202"/>
                <a:gd name="connsiteY18" fmla="*/ 52442 h 151518"/>
                <a:gd name="connsiteX19" fmla="*/ 112797 w 609202"/>
                <a:gd name="connsiteY19" fmla="*/ 97428 h 151518"/>
                <a:gd name="connsiteX20" fmla="*/ 156150 w 609202"/>
                <a:gd name="connsiteY20" fmla="*/ 151519 h 151518"/>
                <a:gd name="connsiteX21" fmla="*/ 168567 w 609202"/>
                <a:gd name="connsiteY21" fmla="*/ 144568 h 151518"/>
                <a:gd name="connsiteX22" fmla="*/ 197603 w 609202"/>
                <a:gd name="connsiteY22" fmla="*/ 119528 h 151518"/>
                <a:gd name="connsiteX23" fmla="*/ 212335 w 609202"/>
                <a:gd name="connsiteY23" fmla="*/ 96596 h 151518"/>
                <a:gd name="connsiteX24" fmla="*/ 162879 w 609202"/>
                <a:gd name="connsiteY24" fmla="*/ 47348 h 151518"/>
                <a:gd name="connsiteX25" fmla="*/ 184768 w 609202"/>
                <a:gd name="connsiteY25" fmla="*/ 112799 h 151518"/>
                <a:gd name="connsiteX26" fmla="*/ 168567 w 609202"/>
                <a:gd name="connsiteY26" fmla="*/ 129419 h 151518"/>
                <a:gd name="connsiteX27" fmla="*/ 161200 w 609202"/>
                <a:gd name="connsiteY27" fmla="*/ 133844 h 151518"/>
                <a:gd name="connsiteX28" fmla="*/ 132373 w 609202"/>
                <a:gd name="connsiteY28" fmla="*/ 100591 h 151518"/>
                <a:gd name="connsiteX29" fmla="*/ 162671 w 609202"/>
                <a:gd name="connsiteY29" fmla="*/ 70070 h 151518"/>
                <a:gd name="connsiteX30" fmla="*/ 192557 w 609202"/>
                <a:gd name="connsiteY30" fmla="*/ 100182 h 151518"/>
                <a:gd name="connsiteX31" fmla="*/ 192557 w 609202"/>
                <a:gd name="connsiteY31" fmla="*/ 100182 h 151518"/>
                <a:gd name="connsiteX32" fmla="*/ 192553 w 609202"/>
                <a:gd name="connsiteY32" fmla="*/ 100589 h 151518"/>
                <a:gd name="connsiteX33" fmla="*/ 184772 w 609202"/>
                <a:gd name="connsiteY33" fmla="*/ 112797 h 151518"/>
                <a:gd name="connsiteX34" fmla="*/ 51342 w 609202"/>
                <a:gd name="connsiteY34" fmla="*/ 47347 h 151518"/>
                <a:gd name="connsiteX35" fmla="*/ 20198 w 609202"/>
                <a:gd name="connsiteY35" fmla="*/ 59555 h 151518"/>
                <a:gd name="connsiteX36" fmla="*/ 19991 w 609202"/>
                <a:gd name="connsiteY36" fmla="*/ 0 h 151518"/>
                <a:gd name="connsiteX37" fmla="*/ 0 w 609202"/>
                <a:gd name="connsiteY37" fmla="*/ 0 h 151518"/>
                <a:gd name="connsiteX38" fmla="*/ 0 w 609202"/>
                <a:gd name="connsiteY38" fmla="*/ 147315 h 151518"/>
                <a:gd name="connsiteX39" fmla="*/ 20630 w 609202"/>
                <a:gd name="connsiteY39" fmla="*/ 147315 h 151518"/>
                <a:gd name="connsiteX40" fmla="*/ 20630 w 609202"/>
                <a:gd name="connsiteY40" fmla="*/ 137422 h 151518"/>
                <a:gd name="connsiteX41" fmla="*/ 51344 w 609202"/>
                <a:gd name="connsiteY41" fmla="*/ 149200 h 151518"/>
                <a:gd name="connsiteX42" fmla="*/ 100175 w 609202"/>
                <a:gd name="connsiteY42" fmla="*/ 98273 h 151518"/>
                <a:gd name="connsiteX43" fmla="*/ 51342 w 609202"/>
                <a:gd name="connsiteY43" fmla="*/ 47347 h 151518"/>
                <a:gd name="connsiteX44" fmla="*/ 49664 w 609202"/>
                <a:gd name="connsiteY44" fmla="*/ 130266 h 151518"/>
                <a:gd name="connsiteX45" fmla="*/ 20198 w 609202"/>
                <a:gd name="connsiteY45" fmla="*/ 98275 h 151518"/>
                <a:gd name="connsiteX46" fmla="*/ 49664 w 609202"/>
                <a:gd name="connsiteY46" fmla="*/ 66284 h 151518"/>
                <a:gd name="connsiteX47" fmla="*/ 79131 w 609202"/>
                <a:gd name="connsiteY47" fmla="*/ 98276 h 151518"/>
                <a:gd name="connsiteX48" fmla="*/ 49662 w 609202"/>
                <a:gd name="connsiteY48" fmla="*/ 130264 h 151518"/>
                <a:gd name="connsiteX49" fmla="*/ 609203 w 609202"/>
                <a:gd name="connsiteY49" fmla="*/ 49664 h 151518"/>
                <a:gd name="connsiteX50" fmla="*/ 579321 w 609202"/>
                <a:gd name="connsiteY50" fmla="*/ 49664 h 151518"/>
                <a:gd name="connsiteX51" fmla="*/ 579099 w 609202"/>
                <a:gd name="connsiteY51" fmla="*/ 0 h 151518"/>
                <a:gd name="connsiteX52" fmla="*/ 559107 w 609202"/>
                <a:gd name="connsiteY52" fmla="*/ 0 h 151518"/>
                <a:gd name="connsiteX53" fmla="*/ 559107 w 609202"/>
                <a:gd name="connsiteY53" fmla="*/ 49664 h 151518"/>
                <a:gd name="connsiteX54" fmla="*/ 545369 w 609202"/>
                <a:gd name="connsiteY54" fmla="*/ 49664 h 151518"/>
                <a:gd name="connsiteX55" fmla="*/ 545369 w 609202"/>
                <a:gd name="connsiteY55" fmla="*/ 67545 h 151518"/>
                <a:gd name="connsiteX56" fmla="*/ 559107 w 609202"/>
                <a:gd name="connsiteY56" fmla="*/ 67545 h 151518"/>
                <a:gd name="connsiteX57" fmla="*/ 559107 w 609202"/>
                <a:gd name="connsiteY57" fmla="*/ 147314 h 151518"/>
                <a:gd name="connsiteX58" fmla="*/ 579529 w 609202"/>
                <a:gd name="connsiteY58" fmla="*/ 147314 h 151518"/>
                <a:gd name="connsiteX59" fmla="*/ 579321 w 609202"/>
                <a:gd name="connsiteY59" fmla="*/ 67545 h 151518"/>
                <a:gd name="connsiteX60" fmla="*/ 609203 w 609202"/>
                <a:gd name="connsiteY60" fmla="*/ 67545 h 15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9202" h="151518">
                  <a:moveTo>
                    <a:pt x="413946" y="49664"/>
                  </a:moveTo>
                  <a:lnTo>
                    <a:pt x="384494" y="125217"/>
                  </a:lnTo>
                  <a:lnTo>
                    <a:pt x="354820" y="49664"/>
                  </a:lnTo>
                  <a:lnTo>
                    <a:pt x="331666" y="49664"/>
                  </a:lnTo>
                  <a:lnTo>
                    <a:pt x="372910" y="147314"/>
                  </a:lnTo>
                  <a:lnTo>
                    <a:pt x="393955" y="147314"/>
                  </a:lnTo>
                  <a:lnTo>
                    <a:pt x="435214" y="49665"/>
                  </a:lnTo>
                  <a:close/>
                  <a:moveTo>
                    <a:pt x="297359" y="49664"/>
                  </a:moveTo>
                  <a:lnTo>
                    <a:pt x="297359" y="101215"/>
                  </a:lnTo>
                  <a:cubicBezTo>
                    <a:pt x="297359" y="119735"/>
                    <a:pt x="288314" y="130474"/>
                    <a:pt x="272528" y="130474"/>
                  </a:cubicBezTo>
                  <a:cubicBezTo>
                    <a:pt x="256742" y="130474"/>
                    <a:pt x="247695" y="119735"/>
                    <a:pt x="247695" y="101215"/>
                  </a:cubicBezTo>
                  <a:lnTo>
                    <a:pt x="247695" y="49664"/>
                  </a:lnTo>
                  <a:lnTo>
                    <a:pt x="227067" y="49664"/>
                  </a:lnTo>
                  <a:lnTo>
                    <a:pt x="227067" y="102060"/>
                  </a:lnTo>
                  <a:cubicBezTo>
                    <a:pt x="227067" y="131111"/>
                    <a:pt x="244533" y="149408"/>
                    <a:pt x="272528" y="149408"/>
                  </a:cubicBezTo>
                  <a:cubicBezTo>
                    <a:pt x="300523" y="149408"/>
                    <a:pt x="317989" y="131111"/>
                    <a:pt x="317989" y="102060"/>
                  </a:cubicBezTo>
                  <a:lnTo>
                    <a:pt x="317989" y="49664"/>
                  </a:lnTo>
                  <a:close/>
                  <a:moveTo>
                    <a:pt x="162877" y="47347"/>
                  </a:moveTo>
                  <a:cubicBezTo>
                    <a:pt x="155160" y="47330"/>
                    <a:pt x="147541" y="49072"/>
                    <a:pt x="140599" y="52442"/>
                  </a:cubicBezTo>
                  <a:cubicBezTo>
                    <a:pt x="123437" y="60827"/>
                    <a:pt x="112621" y="78328"/>
                    <a:pt x="112797" y="97428"/>
                  </a:cubicBezTo>
                  <a:cubicBezTo>
                    <a:pt x="112797" y="122482"/>
                    <a:pt x="136159" y="151519"/>
                    <a:pt x="156150" y="151519"/>
                  </a:cubicBezTo>
                  <a:cubicBezTo>
                    <a:pt x="161205" y="151479"/>
                    <a:pt x="165890" y="148857"/>
                    <a:pt x="168567" y="144568"/>
                  </a:cubicBezTo>
                  <a:cubicBezTo>
                    <a:pt x="176781" y="132150"/>
                    <a:pt x="185200" y="125009"/>
                    <a:pt x="197603" y="119528"/>
                  </a:cubicBezTo>
                  <a:cubicBezTo>
                    <a:pt x="209187" y="114478"/>
                    <a:pt x="212335" y="109428"/>
                    <a:pt x="212335" y="96596"/>
                  </a:cubicBezTo>
                  <a:cubicBezTo>
                    <a:pt x="212335" y="68809"/>
                    <a:pt x="190667" y="47348"/>
                    <a:pt x="162879" y="47348"/>
                  </a:cubicBezTo>
                  <a:close/>
                  <a:moveTo>
                    <a:pt x="184768" y="112799"/>
                  </a:moveTo>
                  <a:cubicBezTo>
                    <a:pt x="176348" y="118057"/>
                    <a:pt x="171938" y="122483"/>
                    <a:pt x="168567" y="129419"/>
                  </a:cubicBezTo>
                  <a:cubicBezTo>
                    <a:pt x="167173" y="132194"/>
                    <a:pt x="164305" y="133917"/>
                    <a:pt x="161200" y="133844"/>
                  </a:cubicBezTo>
                  <a:cubicBezTo>
                    <a:pt x="147729" y="133844"/>
                    <a:pt x="132373" y="116156"/>
                    <a:pt x="132373" y="100591"/>
                  </a:cubicBezTo>
                  <a:cubicBezTo>
                    <a:pt x="132373" y="83125"/>
                    <a:pt x="145204" y="70070"/>
                    <a:pt x="162671" y="70070"/>
                  </a:cubicBezTo>
                  <a:cubicBezTo>
                    <a:pt x="179239" y="70133"/>
                    <a:pt x="192619" y="83614"/>
                    <a:pt x="192557" y="100182"/>
                  </a:cubicBezTo>
                  <a:lnTo>
                    <a:pt x="192557" y="100182"/>
                  </a:lnTo>
                  <a:cubicBezTo>
                    <a:pt x="192556" y="100317"/>
                    <a:pt x="192554" y="100452"/>
                    <a:pt x="192553" y="100589"/>
                  </a:cubicBezTo>
                  <a:cubicBezTo>
                    <a:pt x="192553" y="106053"/>
                    <a:pt x="190667" y="109217"/>
                    <a:pt x="184772" y="112797"/>
                  </a:cubicBezTo>
                  <a:close/>
                  <a:moveTo>
                    <a:pt x="51342" y="47347"/>
                  </a:moveTo>
                  <a:cubicBezTo>
                    <a:pt x="39770" y="47223"/>
                    <a:pt x="28603" y="51600"/>
                    <a:pt x="20198" y="59555"/>
                  </a:cubicBezTo>
                  <a:lnTo>
                    <a:pt x="19991" y="0"/>
                  </a:lnTo>
                  <a:lnTo>
                    <a:pt x="0" y="0"/>
                  </a:lnTo>
                  <a:lnTo>
                    <a:pt x="0" y="147315"/>
                  </a:lnTo>
                  <a:lnTo>
                    <a:pt x="20630" y="147315"/>
                  </a:lnTo>
                  <a:lnTo>
                    <a:pt x="20630" y="137422"/>
                  </a:lnTo>
                  <a:cubicBezTo>
                    <a:pt x="29061" y="145007"/>
                    <a:pt x="40002" y="149203"/>
                    <a:pt x="51344" y="149200"/>
                  </a:cubicBezTo>
                  <a:cubicBezTo>
                    <a:pt x="79130" y="149200"/>
                    <a:pt x="100175" y="127100"/>
                    <a:pt x="100175" y="98273"/>
                  </a:cubicBezTo>
                  <a:cubicBezTo>
                    <a:pt x="100175" y="69445"/>
                    <a:pt x="79130" y="47347"/>
                    <a:pt x="51342" y="47347"/>
                  </a:cubicBezTo>
                  <a:close/>
                  <a:moveTo>
                    <a:pt x="49664" y="130266"/>
                  </a:moveTo>
                  <a:cubicBezTo>
                    <a:pt x="32822" y="130266"/>
                    <a:pt x="20198" y="116587"/>
                    <a:pt x="20198" y="98275"/>
                  </a:cubicBezTo>
                  <a:cubicBezTo>
                    <a:pt x="20198" y="79962"/>
                    <a:pt x="32822" y="66284"/>
                    <a:pt x="49664" y="66284"/>
                  </a:cubicBezTo>
                  <a:cubicBezTo>
                    <a:pt x="66505" y="66284"/>
                    <a:pt x="79131" y="79962"/>
                    <a:pt x="79131" y="98276"/>
                  </a:cubicBezTo>
                  <a:cubicBezTo>
                    <a:pt x="79131" y="116590"/>
                    <a:pt x="66505" y="130264"/>
                    <a:pt x="49662" y="130264"/>
                  </a:cubicBezTo>
                  <a:close/>
                  <a:moveTo>
                    <a:pt x="609203" y="49664"/>
                  </a:moveTo>
                  <a:lnTo>
                    <a:pt x="579321" y="49664"/>
                  </a:lnTo>
                  <a:lnTo>
                    <a:pt x="579099" y="0"/>
                  </a:lnTo>
                  <a:lnTo>
                    <a:pt x="559107" y="0"/>
                  </a:lnTo>
                  <a:lnTo>
                    <a:pt x="559107" y="49664"/>
                  </a:lnTo>
                  <a:lnTo>
                    <a:pt x="545369" y="49664"/>
                  </a:lnTo>
                  <a:lnTo>
                    <a:pt x="545369" y="67545"/>
                  </a:lnTo>
                  <a:lnTo>
                    <a:pt x="559107" y="67545"/>
                  </a:lnTo>
                  <a:lnTo>
                    <a:pt x="559107" y="147314"/>
                  </a:lnTo>
                  <a:lnTo>
                    <a:pt x="579529" y="147314"/>
                  </a:lnTo>
                  <a:lnTo>
                    <a:pt x="579321" y="67545"/>
                  </a:lnTo>
                  <a:lnTo>
                    <a:pt x="609203" y="67545"/>
                  </a:lnTo>
                  <a:close/>
                </a:path>
              </a:pathLst>
            </a:custGeom>
            <a:grpFill/>
            <a:ln w="26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CE4A25F-66AD-4588-A78A-F5842EE74531}"/>
                </a:ext>
              </a:extLst>
            </p:cNvPr>
            <p:cNvSpPr/>
            <p:nvPr/>
          </p:nvSpPr>
          <p:spPr>
            <a:xfrm rot="16200000">
              <a:off x="11921301" y="313678"/>
              <a:ext cx="96119" cy="101875"/>
            </a:xfrm>
            <a:custGeom>
              <a:avLst/>
              <a:gdLst>
                <a:gd name="connsiteX0" fmla="*/ 95810 w 96119"/>
                <a:gd name="connsiteY0" fmla="*/ 56965 h 101875"/>
                <a:gd name="connsiteX1" fmla="*/ 20362 w 96119"/>
                <a:gd name="connsiteY1" fmla="*/ 56965 h 101875"/>
                <a:gd name="connsiteX2" fmla="*/ 34212 w 96119"/>
                <a:gd name="connsiteY2" fmla="*/ 79118 h 101875"/>
                <a:gd name="connsiteX3" fmla="*/ 48915 w 96119"/>
                <a:gd name="connsiteY3" fmla="*/ 82727 h 101875"/>
                <a:gd name="connsiteX4" fmla="*/ 73366 w 96119"/>
                <a:gd name="connsiteY4" fmla="*/ 75426 h 101875"/>
                <a:gd name="connsiteX5" fmla="*/ 79556 w 96119"/>
                <a:gd name="connsiteY5" fmla="*/ 69472 h 101875"/>
                <a:gd name="connsiteX6" fmla="*/ 93354 w 96119"/>
                <a:gd name="connsiteY6" fmla="*/ 82930 h 101875"/>
                <a:gd name="connsiteX7" fmla="*/ 83867 w 96119"/>
                <a:gd name="connsiteY7" fmla="*/ 91638 h 101875"/>
                <a:gd name="connsiteX8" fmla="*/ 46091 w 96119"/>
                <a:gd name="connsiteY8" fmla="*/ 101759 h 101875"/>
                <a:gd name="connsiteX9" fmla="*/ 16168 w 96119"/>
                <a:gd name="connsiteY9" fmla="*/ 89716 h 101875"/>
                <a:gd name="connsiteX10" fmla="*/ 506 w 96119"/>
                <a:gd name="connsiteY10" fmla="*/ 58160 h 101875"/>
                <a:gd name="connsiteX11" fmla="*/ 5248 w 96119"/>
                <a:gd name="connsiteY11" fmla="*/ 26756 h 101875"/>
                <a:gd name="connsiteX12" fmla="*/ 40827 w 96119"/>
                <a:gd name="connsiteY12" fmla="*/ 738 h 101875"/>
                <a:gd name="connsiteX13" fmla="*/ 70343 w 96119"/>
                <a:gd name="connsiteY13" fmla="*/ 4817 h 101875"/>
                <a:gd name="connsiteX14" fmla="*/ 94209 w 96119"/>
                <a:gd name="connsiteY14" fmla="*/ 35590 h 101875"/>
                <a:gd name="connsiteX15" fmla="*/ 95810 w 96119"/>
                <a:gd name="connsiteY15" fmla="*/ 56965 h 101875"/>
                <a:gd name="connsiteX16" fmla="*/ 20776 w 96119"/>
                <a:gd name="connsiteY16" fmla="*/ 40423 h 101875"/>
                <a:gd name="connsiteX17" fmla="*/ 74793 w 96119"/>
                <a:gd name="connsiteY17" fmla="*/ 40423 h 101875"/>
                <a:gd name="connsiteX18" fmla="*/ 50253 w 96119"/>
                <a:gd name="connsiteY18" fmla="*/ 17857 h 101875"/>
                <a:gd name="connsiteX19" fmla="*/ 20776 w 96119"/>
                <a:gd name="connsiteY19" fmla="*/ 40423 h 10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6119" h="101875">
                  <a:moveTo>
                    <a:pt x="95810" y="56965"/>
                  </a:moveTo>
                  <a:lnTo>
                    <a:pt x="20362" y="56965"/>
                  </a:lnTo>
                  <a:cubicBezTo>
                    <a:pt x="21886" y="66442"/>
                    <a:pt x="25653" y="74318"/>
                    <a:pt x="34212" y="79118"/>
                  </a:cubicBezTo>
                  <a:cubicBezTo>
                    <a:pt x="38729" y="81545"/>
                    <a:pt x="43788" y="82786"/>
                    <a:pt x="48915" y="82727"/>
                  </a:cubicBezTo>
                  <a:cubicBezTo>
                    <a:pt x="57811" y="82850"/>
                    <a:pt x="66195" y="81075"/>
                    <a:pt x="73366" y="75426"/>
                  </a:cubicBezTo>
                  <a:cubicBezTo>
                    <a:pt x="75532" y="73550"/>
                    <a:pt x="77598" y="71563"/>
                    <a:pt x="79556" y="69472"/>
                  </a:cubicBezTo>
                  <a:lnTo>
                    <a:pt x="93354" y="82930"/>
                  </a:lnTo>
                  <a:cubicBezTo>
                    <a:pt x="90598" y="86246"/>
                    <a:pt x="87407" y="89175"/>
                    <a:pt x="83867" y="91638"/>
                  </a:cubicBezTo>
                  <a:cubicBezTo>
                    <a:pt x="72486" y="99593"/>
                    <a:pt x="59751" y="102519"/>
                    <a:pt x="46091" y="101759"/>
                  </a:cubicBezTo>
                  <a:cubicBezTo>
                    <a:pt x="35014" y="101373"/>
                    <a:pt x="24424" y="97111"/>
                    <a:pt x="16168" y="89716"/>
                  </a:cubicBezTo>
                  <a:cubicBezTo>
                    <a:pt x="6826" y="81316"/>
                    <a:pt x="1889" y="70591"/>
                    <a:pt x="506" y="58160"/>
                  </a:cubicBezTo>
                  <a:cubicBezTo>
                    <a:pt x="-933" y="47454"/>
                    <a:pt x="712" y="36560"/>
                    <a:pt x="5248" y="26756"/>
                  </a:cubicBezTo>
                  <a:cubicBezTo>
                    <a:pt x="12466" y="11681"/>
                    <a:pt x="24591" y="3239"/>
                    <a:pt x="40827" y="738"/>
                  </a:cubicBezTo>
                  <a:cubicBezTo>
                    <a:pt x="50850" y="-1030"/>
                    <a:pt x="61175" y="397"/>
                    <a:pt x="70343" y="4817"/>
                  </a:cubicBezTo>
                  <a:cubicBezTo>
                    <a:pt x="83187" y="11156"/>
                    <a:pt x="90642" y="21889"/>
                    <a:pt x="94209" y="35590"/>
                  </a:cubicBezTo>
                  <a:cubicBezTo>
                    <a:pt x="95990" y="42566"/>
                    <a:pt x="96532" y="49801"/>
                    <a:pt x="95810" y="56965"/>
                  </a:cubicBezTo>
                  <a:close/>
                  <a:moveTo>
                    <a:pt x="20776" y="40423"/>
                  </a:moveTo>
                  <a:lnTo>
                    <a:pt x="74793" y="40423"/>
                  </a:lnTo>
                  <a:cubicBezTo>
                    <a:pt x="73059" y="28002"/>
                    <a:pt x="62776" y="18546"/>
                    <a:pt x="50253" y="17857"/>
                  </a:cubicBezTo>
                  <a:cubicBezTo>
                    <a:pt x="34544" y="16956"/>
                    <a:pt x="23456" y="25443"/>
                    <a:pt x="20776" y="40423"/>
                  </a:cubicBezTo>
                  <a:close/>
                </a:path>
              </a:pathLst>
            </a:custGeom>
            <a:grpFill/>
            <a:ln w="264" cap="flat">
              <a:noFill/>
              <a:prstDash val="solid"/>
              <a:miter/>
            </a:ln>
          </p:spPr>
          <p:txBody>
            <a:bodyPr rtlCol="0" anchor="ctr"/>
            <a:lstStyle/>
            <a:p>
              <a:endParaRPr lang="en-US"/>
            </a:p>
          </p:txBody>
        </p:sp>
      </p:grpSp>
      <p:sp>
        <p:nvSpPr>
          <p:cNvPr id="12" name="Freeform: Shape 11">
            <a:extLst>
              <a:ext uri="{FF2B5EF4-FFF2-40B4-BE49-F238E27FC236}">
                <a16:creationId xmlns:a16="http://schemas.microsoft.com/office/drawing/2014/main" id="{7E9E5F7C-935D-44AE-B4D7-F96F0E923750}"/>
              </a:ext>
            </a:extLst>
          </p:cNvPr>
          <p:cNvSpPr/>
          <p:nvPr/>
        </p:nvSpPr>
        <p:spPr>
          <a:xfrm>
            <a:off x="9732645" y="4429125"/>
            <a:ext cx="1483339" cy="1469731"/>
          </a:xfrm>
          <a:custGeom>
            <a:avLst/>
            <a:gdLst>
              <a:gd name="connsiteX0" fmla="*/ -36 w 2171319"/>
              <a:gd name="connsiteY0" fmla="*/ 2151329 h 2151402"/>
              <a:gd name="connsiteX1" fmla="*/ 641949 w 2171319"/>
              <a:gd name="connsiteY1" fmla="*/ 1337313 h 2151402"/>
              <a:gd name="connsiteX2" fmla="*/ 1930063 w 2171319"/>
              <a:gd name="connsiteY2" fmla="*/ 226441 h 2151402"/>
              <a:gd name="connsiteX3" fmla="*/ 2171284 w 2171319"/>
              <a:gd name="connsiteY3" fmla="*/ -73 h 2151402"/>
              <a:gd name="connsiteX4" fmla="*/ 2171284 w 2171319"/>
              <a:gd name="connsiteY4" fmla="*/ 2151329 h 2151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319" h="2151402">
                <a:moveTo>
                  <a:pt x="-36" y="2151329"/>
                </a:moveTo>
                <a:cubicBezTo>
                  <a:pt x="32854" y="1733029"/>
                  <a:pt x="189636" y="1534661"/>
                  <a:pt x="641949" y="1337313"/>
                </a:cubicBezTo>
                <a:cubicBezTo>
                  <a:pt x="1197057" y="1092473"/>
                  <a:pt x="1570351" y="770746"/>
                  <a:pt x="1930063" y="226441"/>
                </a:cubicBezTo>
                <a:cubicBezTo>
                  <a:pt x="1991742" y="133189"/>
                  <a:pt x="2074341" y="55626"/>
                  <a:pt x="2171284" y="-73"/>
                </a:cubicBezTo>
                <a:lnTo>
                  <a:pt x="2171284" y="2151329"/>
                </a:lnTo>
                <a:close/>
              </a:path>
            </a:pathLst>
          </a:custGeom>
          <a:solidFill>
            <a:schemeClr val="accent3"/>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634EFC9-9435-416F-9F71-9ACD804CE676}"/>
              </a:ext>
            </a:extLst>
          </p:cNvPr>
          <p:cNvSpPr/>
          <p:nvPr userDrawn="1"/>
        </p:nvSpPr>
        <p:spPr>
          <a:xfrm>
            <a:off x="1837820" y="5558043"/>
            <a:ext cx="1472118" cy="745100"/>
          </a:xfrm>
          <a:custGeom>
            <a:avLst/>
            <a:gdLst>
              <a:gd name="connsiteX0" fmla="*/ 2605793 w 2605792"/>
              <a:gd name="connsiteY0" fmla="*/ 1318898 h 1318898"/>
              <a:gd name="connsiteX1" fmla="*/ 2234098 w 2605792"/>
              <a:gd name="connsiteY1" fmla="*/ 663483 h 1318898"/>
              <a:gd name="connsiteX2" fmla="*/ 1862404 w 2605792"/>
              <a:gd name="connsiteY2" fmla="*/ 8058 h 1318898"/>
              <a:gd name="connsiteX3" fmla="*/ 1480642 w 2605792"/>
              <a:gd name="connsiteY3" fmla="*/ 657663 h 1318898"/>
              <a:gd name="connsiteX4" fmla="*/ 1305497 w 2605792"/>
              <a:gd name="connsiteY4" fmla="*/ 955691 h 1318898"/>
              <a:gd name="connsiteX5" fmla="*/ 1135218 w 2605792"/>
              <a:gd name="connsiteY5" fmla="*/ 655416 h 1318898"/>
              <a:gd name="connsiteX6" fmla="*/ 763524 w 2605792"/>
              <a:gd name="connsiteY6" fmla="*/ 0 h 1318898"/>
              <a:gd name="connsiteX7" fmla="*/ 381762 w 2605792"/>
              <a:gd name="connsiteY7" fmla="*/ 649605 h 1318898"/>
              <a:gd name="connsiteX8" fmla="*/ 0 w 2605792"/>
              <a:gd name="connsiteY8" fmla="*/ 1299210 h 1318898"/>
              <a:gd name="connsiteX9" fmla="*/ 753456 w 2605792"/>
              <a:gd name="connsiteY9" fmla="*/ 1305020 h 1318898"/>
              <a:gd name="connsiteX10" fmla="*/ 1506912 w 2605792"/>
              <a:gd name="connsiteY10" fmla="*/ 1310840 h 1318898"/>
              <a:gd name="connsiteX11" fmla="*/ 1506674 w 2605792"/>
              <a:gd name="connsiteY11" fmla="*/ 1310412 h 1318898"/>
              <a:gd name="connsiteX12" fmla="*/ 1852336 w 2605792"/>
              <a:gd name="connsiteY12" fmla="*/ 1313088 h 1318898"/>
              <a:gd name="connsiteX13" fmla="*/ 2605793 w 2605792"/>
              <a:gd name="connsiteY13" fmla="*/ 1318898 h 131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05792" h="1318898">
                <a:moveTo>
                  <a:pt x="2605793" y="1318898"/>
                </a:moveTo>
                <a:lnTo>
                  <a:pt x="2234098" y="663483"/>
                </a:lnTo>
                <a:lnTo>
                  <a:pt x="1862404" y="8058"/>
                </a:lnTo>
                <a:lnTo>
                  <a:pt x="1480642" y="657663"/>
                </a:lnTo>
                <a:lnTo>
                  <a:pt x="1305497" y="955691"/>
                </a:lnTo>
                <a:lnTo>
                  <a:pt x="1135218" y="655416"/>
                </a:lnTo>
                <a:lnTo>
                  <a:pt x="763524" y="0"/>
                </a:lnTo>
                <a:lnTo>
                  <a:pt x="381762" y="649605"/>
                </a:lnTo>
                <a:lnTo>
                  <a:pt x="0" y="1299210"/>
                </a:lnTo>
                <a:lnTo>
                  <a:pt x="753456" y="1305020"/>
                </a:lnTo>
                <a:lnTo>
                  <a:pt x="1506912" y="1310840"/>
                </a:lnTo>
                <a:lnTo>
                  <a:pt x="1506674" y="1310412"/>
                </a:lnTo>
                <a:lnTo>
                  <a:pt x="1852336" y="1313088"/>
                </a:lnTo>
                <a:lnTo>
                  <a:pt x="2605793" y="1318898"/>
                </a:lnTo>
                <a:close/>
              </a:path>
            </a:pathLst>
          </a:custGeom>
          <a:solidFill>
            <a:schemeClr val="accent1"/>
          </a:solidFill>
          <a:ln w="9525" cap="flat">
            <a:noFill/>
            <a:prstDash val="solid"/>
            <a:miter/>
          </a:ln>
        </p:spPr>
        <p:txBody>
          <a:bodyPr rtlCol="0" anchor="ctr"/>
          <a:lstStyle/>
          <a:p>
            <a:endParaRPr lang="en-US"/>
          </a:p>
        </p:txBody>
      </p:sp>
      <p:sp>
        <p:nvSpPr>
          <p:cNvPr id="24" name="Text Placeholder 23">
            <a:extLst>
              <a:ext uri="{FF2B5EF4-FFF2-40B4-BE49-F238E27FC236}">
                <a16:creationId xmlns:a16="http://schemas.microsoft.com/office/drawing/2014/main" id="{AF8B88C5-A0B4-414C-9D05-FA001AC5BF1B}"/>
              </a:ext>
            </a:extLst>
          </p:cNvPr>
          <p:cNvSpPr>
            <a:spLocks noGrp="1"/>
          </p:cNvSpPr>
          <p:nvPr>
            <p:ph type="body" sz="quarter" idx="10"/>
          </p:nvPr>
        </p:nvSpPr>
        <p:spPr>
          <a:xfrm>
            <a:off x="839788" y="3843053"/>
            <a:ext cx="10512425" cy="586071"/>
          </a:xfrm>
        </p:spPr>
        <p:txBody>
          <a:bodyPr>
            <a:normAutofit/>
          </a:bodyPr>
          <a:lstStyle>
            <a:lvl1pPr marL="0" indent="0" algn="ctr">
              <a:buNone/>
              <a:defRPr sz="2000" b="0">
                <a:solidFill>
                  <a:schemeClr val="bg2"/>
                </a:solidFill>
                <a:latin typeface="Inter SemiBold" panose="020B0502030000000004" pitchFamily="34" charset="0"/>
                <a:ea typeface="Inter SemiBold" panose="020B0502030000000004" pitchFamily="34" charset="0"/>
              </a:defRPr>
            </a:lvl1pPr>
          </a:lstStyle>
          <a:p>
            <a:pPr lvl="0"/>
            <a:r>
              <a:rPr lang="en-US" noProof="0"/>
              <a:t>Click to edit Master text styles</a:t>
            </a:r>
          </a:p>
        </p:txBody>
      </p:sp>
    </p:spTree>
    <p:extLst>
      <p:ext uri="{BB962C8B-B14F-4D97-AF65-F5344CB8AC3E}">
        <p14:creationId xmlns:p14="http://schemas.microsoft.com/office/powerpoint/2010/main" val="41902501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Forside alternativ 1">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2889BDD-A5DA-449C-9F32-411F60AB59E7}"/>
              </a:ext>
            </a:extLst>
          </p:cNvPr>
          <p:cNvSpPr/>
          <p:nvPr userDrawn="1"/>
        </p:nvSpPr>
        <p:spPr>
          <a:xfrm>
            <a:off x="6614160" y="0"/>
            <a:ext cx="557784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en-US" sz="1600">
              <a:solidFill>
                <a:schemeClr val="tx1"/>
              </a:solidFill>
            </a:endParaRPr>
          </a:p>
        </p:txBody>
      </p:sp>
      <p:sp>
        <p:nvSpPr>
          <p:cNvPr id="22" name="Rectangle 21">
            <a:extLst>
              <a:ext uri="{FF2B5EF4-FFF2-40B4-BE49-F238E27FC236}">
                <a16:creationId xmlns:a16="http://schemas.microsoft.com/office/drawing/2014/main" id="{0F1DB9A8-CFC3-43D6-97EF-9821CEC4EB86}"/>
              </a:ext>
            </a:extLst>
          </p:cNvPr>
          <p:cNvSpPr/>
          <p:nvPr userDrawn="1"/>
        </p:nvSpPr>
        <p:spPr>
          <a:xfrm>
            <a:off x="7394606" y="2098115"/>
            <a:ext cx="3504111" cy="149134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en-US" sz="1600">
              <a:solidFill>
                <a:schemeClr val="tx1"/>
              </a:solidFill>
            </a:endParaRPr>
          </a:p>
        </p:txBody>
      </p:sp>
      <p:sp>
        <p:nvSpPr>
          <p:cNvPr id="2" name="Title 1">
            <a:extLst>
              <a:ext uri="{FF2B5EF4-FFF2-40B4-BE49-F238E27FC236}">
                <a16:creationId xmlns:a16="http://schemas.microsoft.com/office/drawing/2014/main" id="{F54A5564-B0D4-4D90-A4B6-A0C3339E8668}"/>
              </a:ext>
            </a:extLst>
          </p:cNvPr>
          <p:cNvSpPr>
            <a:spLocks noGrp="1"/>
          </p:cNvSpPr>
          <p:nvPr>
            <p:ph type="title"/>
          </p:nvPr>
        </p:nvSpPr>
        <p:spPr>
          <a:xfrm>
            <a:off x="839788" y="2097088"/>
            <a:ext cx="4932362" cy="1735772"/>
          </a:xfrm>
        </p:spPr>
        <p:txBody>
          <a:bodyPr anchor="t"/>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grpSp>
        <p:nvGrpSpPr>
          <p:cNvPr id="15" name="Group 14">
            <a:extLst>
              <a:ext uri="{FF2B5EF4-FFF2-40B4-BE49-F238E27FC236}">
                <a16:creationId xmlns:a16="http://schemas.microsoft.com/office/drawing/2014/main" id="{3289A2E8-3D65-441A-A338-504F33981BA4}"/>
              </a:ext>
            </a:extLst>
          </p:cNvPr>
          <p:cNvGrpSpPr/>
          <p:nvPr userDrawn="1"/>
        </p:nvGrpSpPr>
        <p:grpSpPr>
          <a:xfrm rot="5400000">
            <a:off x="8863209" y="1651018"/>
            <a:ext cx="580592" cy="2334362"/>
            <a:chOff x="11870514" y="244569"/>
            <a:chExt cx="151518" cy="609202"/>
          </a:xfrm>
        </p:grpSpPr>
        <p:sp>
          <p:nvSpPr>
            <p:cNvPr id="16" name="Freeform: Shape 15">
              <a:extLst>
                <a:ext uri="{FF2B5EF4-FFF2-40B4-BE49-F238E27FC236}">
                  <a16:creationId xmlns:a16="http://schemas.microsoft.com/office/drawing/2014/main" id="{5402AC29-8A61-4CA4-8CB8-4BC3EC56A3B9}"/>
                </a:ext>
              </a:extLst>
            </p:cNvPr>
            <p:cNvSpPr/>
            <p:nvPr/>
          </p:nvSpPr>
          <p:spPr>
            <a:xfrm rot="16200000">
              <a:off x="11641672" y="473411"/>
              <a:ext cx="609202" cy="151518"/>
            </a:xfrm>
            <a:custGeom>
              <a:avLst/>
              <a:gdLst>
                <a:gd name="connsiteX0" fmla="*/ 413946 w 609202"/>
                <a:gd name="connsiteY0" fmla="*/ 49664 h 151518"/>
                <a:gd name="connsiteX1" fmla="*/ 384494 w 609202"/>
                <a:gd name="connsiteY1" fmla="*/ 125217 h 151518"/>
                <a:gd name="connsiteX2" fmla="*/ 354820 w 609202"/>
                <a:gd name="connsiteY2" fmla="*/ 49664 h 151518"/>
                <a:gd name="connsiteX3" fmla="*/ 331666 w 609202"/>
                <a:gd name="connsiteY3" fmla="*/ 49664 h 151518"/>
                <a:gd name="connsiteX4" fmla="*/ 372910 w 609202"/>
                <a:gd name="connsiteY4" fmla="*/ 147314 h 151518"/>
                <a:gd name="connsiteX5" fmla="*/ 393955 w 609202"/>
                <a:gd name="connsiteY5" fmla="*/ 147314 h 151518"/>
                <a:gd name="connsiteX6" fmla="*/ 435214 w 609202"/>
                <a:gd name="connsiteY6" fmla="*/ 49665 h 151518"/>
                <a:gd name="connsiteX7" fmla="*/ 297359 w 609202"/>
                <a:gd name="connsiteY7" fmla="*/ 49664 h 151518"/>
                <a:gd name="connsiteX8" fmla="*/ 297359 w 609202"/>
                <a:gd name="connsiteY8" fmla="*/ 101215 h 151518"/>
                <a:gd name="connsiteX9" fmla="*/ 272528 w 609202"/>
                <a:gd name="connsiteY9" fmla="*/ 130474 h 151518"/>
                <a:gd name="connsiteX10" fmla="*/ 247695 w 609202"/>
                <a:gd name="connsiteY10" fmla="*/ 101215 h 151518"/>
                <a:gd name="connsiteX11" fmla="*/ 247695 w 609202"/>
                <a:gd name="connsiteY11" fmla="*/ 49664 h 151518"/>
                <a:gd name="connsiteX12" fmla="*/ 227067 w 609202"/>
                <a:gd name="connsiteY12" fmla="*/ 49664 h 151518"/>
                <a:gd name="connsiteX13" fmla="*/ 227067 w 609202"/>
                <a:gd name="connsiteY13" fmla="*/ 102060 h 151518"/>
                <a:gd name="connsiteX14" fmla="*/ 272528 w 609202"/>
                <a:gd name="connsiteY14" fmla="*/ 149408 h 151518"/>
                <a:gd name="connsiteX15" fmla="*/ 317989 w 609202"/>
                <a:gd name="connsiteY15" fmla="*/ 102060 h 151518"/>
                <a:gd name="connsiteX16" fmla="*/ 317989 w 609202"/>
                <a:gd name="connsiteY16" fmla="*/ 49664 h 151518"/>
                <a:gd name="connsiteX17" fmla="*/ 162877 w 609202"/>
                <a:gd name="connsiteY17" fmla="*/ 47347 h 151518"/>
                <a:gd name="connsiteX18" fmla="*/ 140599 w 609202"/>
                <a:gd name="connsiteY18" fmla="*/ 52442 h 151518"/>
                <a:gd name="connsiteX19" fmla="*/ 112797 w 609202"/>
                <a:gd name="connsiteY19" fmla="*/ 97428 h 151518"/>
                <a:gd name="connsiteX20" fmla="*/ 156150 w 609202"/>
                <a:gd name="connsiteY20" fmla="*/ 151519 h 151518"/>
                <a:gd name="connsiteX21" fmla="*/ 168567 w 609202"/>
                <a:gd name="connsiteY21" fmla="*/ 144568 h 151518"/>
                <a:gd name="connsiteX22" fmla="*/ 197603 w 609202"/>
                <a:gd name="connsiteY22" fmla="*/ 119528 h 151518"/>
                <a:gd name="connsiteX23" fmla="*/ 212335 w 609202"/>
                <a:gd name="connsiteY23" fmla="*/ 96596 h 151518"/>
                <a:gd name="connsiteX24" fmla="*/ 162879 w 609202"/>
                <a:gd name="connsiteY24" fmla="*/ 47348 h 151518"/>
                <a:gd name="connsiteX25" fmla="*/ 184768 w 609202"/>
                <a:gd name="connsiteY25" fmla="*/ 112799 h 151518"/>
                <a:gd name="connsiteX26" fmla="*/ 168567 w 609202"/>
                <a:gd name="connsiteY26" fmla="*/ 129419 h 151518"/>
                <a:gd name="connsiteX27" fmla="*/ 161200 w 609202"/>
                <a:gd name="connsiteY27" fmla="*/ 133844 h 151518"/>
                <a:gd name="connsiteX28" fmla="*/ 132373 w 609202"/>
                <a:gd name="connsiteY28" fmla="*/ 100591 h 151518"/>
                <a:gd name="connsiteX29" fmla="*/ 162671 w 609202"/>
                <a:gd name="connsiteY29" fmla="*/ 70070 h 151518"/>
                <a:gd name="connsiteX30" fmla="*/ 192557 w 609202"/>
                <a:gd name="connsiteY30" fmla="*/ 100182 h 151518"/>
                <a:gd name="connsiteX31" fmla="*/ 192557 w 609202"/>
                <a:gd name="connsiteY31" fmla="*/ 100182 h 151518"/>
                <a:gd name="connsiteX32" fmla="*/ 192553 w 609202"/>
                <a:gd name="connsiteY32" fmla="*/ 100589 h 151518"/>
                <a:gd name="connsiteX33" fmla="*/ 184772 w 609202"/>
                <a:gd name="connsiteY33" fmla="*/ 112797 h 151518"/>
                <a:gd name="connsiteX34" fmla="*/ 51342 w 609202"/>
                <a:gd name="connsiteY34" fmla="*/ 47347 h 151518"/>
                <a:gd name="connsiteX35" fmla="*/ 20198 w 609202"/>
                <a:gd name="connsiteY35" fmla="*/ 59555 h 151518"/>
                <a:gd name="connsiteX36" fmla="*/ 19991 w 609202"/>
                <a:gd name="connsiteY36" fmla="*/ 0 h 151518"/>
                <a:gd name="connsiteX37" fmla="*/ 0 w 609202"/>
                <a:gd name="connsiteY37" fmla="*/ 0 h 151518"/>
                <a:gd name="connsiteX38" fmla="*/ 0 w 609202"/>
                <a:gd name="connsiteY38" fmla="*/ 147315 h 151518"/>
                <a:gd name="connsiteX39" fmla="*/ 20630 w 609202"/>
                <a:gd name="connsiteY39" fmla="*/ 147315 h 151518"/>
                <a:gd name="connsiteX40" fmla="*/ 20630 w 609202"/>
                <a:gd name="connsiteY40" fmla="*/ 137422 h 151518"/>
                <a:gd name="connsiteX41" fmla="*/ 51344 w 609202"/>
                <a:gd name="connsiteY41" fmla="*/ 149200 h 151518"/>
                <a:gd name="connsiteX42" fmla="*/ 100175 w 609202"/>
                <a:gd name="connsiteY42" fmla="*/ 98273 h 151518"/>
                <a:gd name="connsiteX43" fmla="*/ 51342 w 609202"/>
                <a:gd name="connsiteY43" fmla="*/ 47347 h 151518"/>
                <a:gd name="connsiteX44" fmla="*/ 49664 w 609202"/>
                <a:gd name="connsiteY44" fmla="*/ 130266 h 151518"/>
                <a:gd name="connsiteX45" fmla="*/ 20198 w 609202"/>
                <a:gd name="connsiteY45" fmla="*/ 98275 h 151518"/>
                <a:gd name="connsiteX46" fmla="*/ 49664 w 609202"/>
                <a:gd name="connsiteY46" fmla="*/ 66284 h 151518"/>
                <a:gd name="connsiteX47" fmla="*/ 79131 w 609202"/>
                <a:gd name="connsiteY47" fmla="*/ 98276 h 151518"/>
                <a:gd name="connsiteX48" fmla="*/ 49662 w 609202"/>
                <a:gd name="connsiteY48" fmla="*/ 130264 h 151518"/>
                <a:gd name="connsiteX49" fmla="*/ 609203 w 609202"/>
                <a:gd name="connsiteY49" fmla="*/ 49664 h 151518"/>
                <a:gd name="connsiteX50" fmla="*/ 579321 w 609202"/>
                <a:gd name="connsiteY50" fmla="*/ 49664 h 151518"/>
                <a:gd name="connsiteX51" fmla="*/ 579099 w 609202"/>
                <a:gd name="connsiteY51" fmla="*/ 0 h 151518"/>
                <a:gd name="connsiteX52" fmla="*/ 559107 w 609202"/>
                <a:gd name="connsiteY52" fmla="*/ 0 h 151518"/>
                <a:gd name="connsiteX53" fmla="*/ 559107 w 609202"/>
                <a:gd name="connsiteY53" fmla="*/ 49664 h 151518"/>
                <a:gd name="connsiteX54" fmla="*/ 545369 w 609202"/>
                <a:gd name="connsiteY54" fmla="*/ 49664 h 151518"/>
                <a:gd name="connsiteX55" fmla="*/ 545369 w 609202"/>
                <a:gd name="connsiteY55" fmla="*/ 67545 h 151518"/>
                <a:gd name="connsiteX56" fmla="*/ 559107 w 609202"/>
                <a:gd name="connsiteY56" fmla="*/ 67545 h 151518"/>
                <a:gd name="connsiteX57" fmla="*/ 559107 w 609202"/>
                <a:gd name="connsiteY57" fmla="*/ 147314 h 151518"/>
                <a:gd name="connsiteX58" fmla="*/ 579529 w 609202"/>
                <a:gd name="connsiteY58" fmla="*/ 147314 h 151518"/>
                <a:gd name="connsiteX59" fmla="*/ 579321 w 609202"/>
                <a:gd name="connsiteY59" fmla="*/ 67545 h 151518"/>
                <a:gd name="connsiteX60" fmla="*/ 609203 w 609202"/>
                <a:gd name="connsiteY60" fmla="*/ 67545 h 15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9202" h="151518">
                  <a:moveTo>
                    <a:pt x="413946" y="49664"/>
                  </a:moveTo>
                  <a:lnTo>
                    <a:pt x="384494" y="125217"/>
                  </a:lnTo>
                  <a:lnTo>
                    <a:pt x="354820" y="49664"/>
                  </a:lnTo>
                  <a:lnTo>
                    <a:pt x="331666" y="49664"/>
                  </a:lnTo>
                  <a:lnTo>
                    <a:pt x="372910" y="147314"/>
                  </a:lnTo>
                  <a:lnTo>
                    <a:pt x="393955" y="147314"/>
                  </a:lnTo>
                  <a:lnTo>
                    <a:pt x="435214" y="49665"/>
                  </a:lnTo>
                  <a:close/>
                  <a:moveTo>
                    <a:pt x="297359" y="49664"/>
                  </a:moveTo>
                  <a:lnTo>
                    <a:pt x="297359" y="101215"/>
                  </a:lnTo>
                  <a:cubicBezTo>
                    <a:pt x="297359" y="119735"/>
                    <a:pt x="288314" y="130474"/>
                    <a:pt x="272528" y="130474"/>
                  </a:cubicBezTo>
                  <a:cubicBezTo>
                    <a:pt x="256742" y="130474"/>
                    <a:pt x="247695" y="119735"/>
                    <a:pt x="247695" y="101215"/>
                  </a:cubicBezTo>
                  <a:lnTo>
                    <a:pt x="247695" y="49664"/>
                  </a:lnTo>
                  <a:lnTo>
                    <a:pt x="227067" y="49664"/>
                  </a:lnTo>
                  <a:lnTo>
                    <a:pt x="227067" y="102060"/>
                  </a:lnTo>
                  <a:cubicBezTo>
                    <a:pt x="227067" y="131111"/>
                    <a:pt x="244533" y="149408"/>
                    <a:pt x="272528" y="149408"/>
                  </a:cubicBezTo>
                  <a:cubicBezTo>
                    <a:pt x="300523" y="149408"/>
                    <a:pt x="317989" y="131111"/>
                    <a:pt x="317989" y="102060"/>
                  </a:cubicBezTo>
                  <a:lnTo>
                    <a:pt x="317989" y="49664"/>
                  </a:lnTo>
                  <a:close/>
                  <a:moveTo>
                    <a:pt x="162877" y="47347"/>
                  </a:moveTo>
                  <a:cubicBezTo>
                    <a:pt x="155160" y="47330"/>
                    <a:pt x="147541" y="49072"/>
                    <a:pt x="140599" y="52442"/>
                  </a:cubicBezTo>
                  <a:cubicBezTo>
                    <a:pt x="123437" y="60827"/>
                    <a:pt x="112621" y="78328"/>
                    <a:pt x="112797" y="97428"/>
                  </a:cubicBezTo>
                  <a:cubicBezTo>
                    <a:pt x="112797" y="122482"/>
                    <a:pt x="136159" y="151519"/>
                    <a:pt x="156150" y="151519"/>
                  </a:cubicBezTo>
                  <a:cubicBezTo>
                    <a:pt x="161205" y="151479"/>
                    <a:pt x="165890" y="148857"/>
                    <a:pt x="168567" y="144568"/>
                  </a:cubicBezTo>
                  <a:cubicBezTo>
                    <a:pt x="176781" y="132150"/>
                    <a:pt x="185200" y="125009"/>
                    <a:pt x="197603" y="119528"/>
                  </a:cubicBezTo>
                  <a:cubicBezTo>
                    <a:pt x="209187" y="114478"/>
                    <a:pt x="212335" y="109428"/>
                    <a:pt x="212335" y="96596"/>
                  </a:cubicBezTo>
                  <a:cubicBezTo>
                    <a:pt x="212335" y="68809"/>
                    <a:pt x="190667" y="47348"/>
                    <a:pt x="162879" y="47348"/>
                  </a:cubicBezTo>
                  <a:close/>
                  <a:moveTo>
                    <a:pt x="184768" y="112799"/>
                  </a:moveTo>
                  <a:cubicBezTo>
                    <a:pt x="176348" y="118057"/>
                    <a:pt x="171938" y="122483"/>
                    <a:pt x="168567" y="129419"/>
                  </a:cubicBezTo>
                  <a:cubicBezTo>
                    <a:pt x="167173" y="132194"/>
                    <a:pt x="164305" y="133917"/>
                    <a:pt x="161200" y="133844"/>
                  </a:cubicBezTo>
                  <a:cubicBezTo>
                    <a:pt x="147729" y="133844"/>
                    <a:pt x="132373" y="116156"/>
                    <a:pt x="132373" y="100591"/>
                  </a:cubicBezTo>
                  <a:cubicBezTo>
                    <a:pt x="132373" y="83125"/>
                    <a:pt x="145204" y="70070"/>
                    <a:pt x="162671" y="70070"/>
                  </a:cubicBezTo>
                  <a:cubicBezTo>
                    <a:pt x="179239" y="70133"/>
                    <a:pt x="192619" y="83614"/>
                    <a:pt x="192557" y="100182"/>
                  </a:cubicBezTo>
                  <a:lnTo>
                    <a:pt x="192557" y="100182"/>
                  </a:lnTo>
                  <a:cubicBezTo>
                    <a:pt x="192556" y="100317"/>
                    <a:pt x="192554" y="100452"/>
                    <a:pt x="192553" y="100589"/>
                  </a:cubicBezTo>
                  <a:cubicBezTo>
                    <a:pt x="192553" y="106053"/>
                    <a:pt x="190667" y="109217"/>
                    <a:pt x="184772" y="112797"/>
                  </a:cubicBezTo>
                  <a:close/>
                  <a:moveTo>
                    <a:pt x="51342" y="47347"/>
                  </a:moveTo>
                  <a:cubicBezTo>
                    <a:pt x="39770" y="47223"/>
                    <a:pt x="28603" y="51600"/>
                    <a:pt x="20198" y="59555"/>
                  </a:cubicBezTo>
                  <a:lnTo>
                    <a:pt x="19991" y="0"/>
                  </a:lnTo>
                  <a:lnTo>
                    <a:pt x="0" y="0"/>
                  </a:lnTo>
                  <a:lnTo>
                    <a:pt x="0" y="147315"/>
                  </a:lnTo>
                  <a:lnTo>
                    <a:pt x="20630" y="147315"/>
                  </a:lnTo>
                  <a:lnTo>
                    <a:pt x="20630" y="137422"/>
                  </a:lnTo>
                  <a:cubicBezTo>
                    <a:pt x="29061" y="145007"/>
                    <a:pt x="40002" y="149203"/>
                    <a:pt x="51344" y="149200"/>
                  </a:cubicBezTo>
                  <a:cubicBezTo>
                    <a:pt x="79130" y="149200"/>
                    <a:pt x="100175" y="127100"/>
                    <a:pt x="100175" y="98273"/>
                  </a:cubicBezTo>
                  <a:cubicBezTo>
                    <a:pt x="100175" y="69445"/>
                    <a:pt x="79130" y="47347"/>
                    <a:pt x="51342" y="47347"/>
                  </a:cubicBezTo>
                  <a:close/>
                  <a:moveTo>
                    <a:pt x="49664" y="130266"/>
                  </a:moveTo>
                  <a:cubicBezTo>
                    <a:pt x="32822" y="130266"/>
                    <a:pt x="20198" y="116587"/>
                    <a:pt x="20198" y="98275"/>
                  </a:cubicBezTo>
                  <a:cubicBezTo>
                    <a:pt x="20198" y="79962"/>
                    <a:pt x="32822" y="66284"/>
                    <a:pt x="49664" y="66284"/>
                  </a:cubicBezTo>
                  <a:cubicBezTo>
                    <a:pt x="66505" y="66284"/>
                    <a:pt x="79131" y="79962"/>
                    <a:pt x="79131" y="98276"/>
                  </a:cubicBezTo>
                  <a:cubicBezTo>
                    <a:pt x="79131" y="116590"/>
                    <a:pt x="66505" y="130264"/>
                    <a:pt x="49662" y="130264"/>
                  </a:cubicBezTo>
                  <a:close/>
                  <a:moveTo>
                    <a:pt x="609203" y="49664"/>
                  </a:moveTo>
                  <a:lnTo>
                    <a:pt x="579321" y="49664"/>
                  </a:lnTo>
                  <a:lnTo>
                    <a:pt x="579099" y="0"/>
                  </a:lnTo>
                  <a:lnTo>
                    <a:pt x="559107" y="0"/>
                  </a:lnTo>
                  <a:lnTo>
                    <a:pt x="559107" y="49664"/>
                  </a:lnTo>
                  <a:lnTo>
                    <a:pt x="545369" y="49664"/>
                  </a:lnTo>
                  <a:lnTo>
                    <a:pt x="545369" y="67545"/>
                  </a:lnTo>
                  <a:lnTo>
                    <a:pt x="559107" y="67545"/>
                  </a:lnTo>
                  <a:lnTo>
                    <a:pt x="559107" y="147314"/>
                  </a:lnTo>
                  <a:lnTo>
                    <a:pt x="579529" y="147314"/>
                  </a:lnTo>
                  <a:lnTo>
                    <a:pt x="579321" y="67545"/>
                  </a:lnTo>
                  <a:lnTo>
                    <a:pt x="609203" y="67545"/>
                  </a:lnTo>
                  <a:close/>
                </a:path>
              </a:pathLst>
            </a:custGeom>
            <a:solidFill>
              <a:schemeClr val="tx2"/>
            </a:solidFill>
            <a:ln w="26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CE4A25F-66AD-4588-A78A-F5842EE74531}"/>
                </a:ext>
              </a:extLst>
            </p:cNvPr>
            <p:cNvSpPr/>
            <p:nvPr/>
          </p:nvSpPr>
          <p:spPr>
            <a:xfrm rot="16200000">
              <a:off x="11921301" y="313678"/>
              <a:ext cx="96119" cy="101875"/>
            </a:xfrm>
            <a:custGeom>
              <a:avLst/>
              <a:gdLst>
                <a:gd name="connsiteX0" fmla="*/ 95810 w 96119"/>
                <a:gd name="connsiteY0" fmla="*/ 56965 h 101875"/>
                <a:gd name="connsiteX1" fmla="*/ 20362 w 96119"/>
                <a:gd name="connsiteY1" fmla="*/ 56965 h 101875"/>
                <a:gd name="connsiteX2" fmla="*/ 34212 w 96119"/>
                <a:gd name="connsiteY2" fmla="*/ 79118 h 101875"/>
                <a:gd name="connsiteX3" fmla="*/ 48915 w 96119"/>
                <a:gd name="connsiteY3" fmla="*/ 82727 h 101875"/>
                <a:gd name="connsiteX4" fmla="*/ 73366 w 96119"/>
                <a:gd name="connsiteY4" fmla="*/ 75426 h 101875"/>
                <a:gd name="connsiteX5" fmla="*/ 79556 w 96119"/>
                <a:gd name="connsiteY5" fmla="*/ 69472 h 101875"/>
                <a:gd name="connsiteX6" fmla="*/ 93354 w 96119"/>
                <a:gd name="connsiteY6" fmla="*/ 82930 h 101875"/>
                <a:gd name="connsiteX7" fmla="*/ 83867 w 96119"/>
                <a:gd name="connsiteY7" fmla="*/ 91638 h 101875"/>
                <a:gd name="connsiteX8" fmla="*/ 46091 w 96119"/>
                <a:gd name="connsiteY8" fmla="*/ 101759 h 101875"/>
                <a:gd name="connsiteX9" fmla="*/ 16168 w 96119"/>
                <a:gd name="connsiteY9" fmla="*/ 89716 h 101875"/>
                <a:gd name="connsiteX10" fmla="*/ 506 w 96119"/>
                <a:gd name="connsiteY10" fmla="*/ 58160 h 101875"/>
                <a:gd name="connsiteX11" fmla="*/ 5248 w 96119"/>
                <a:gd name="connsiteY11" fmla="*/ 26756 h 101875"/>
                <a:gd name="connsiteX12" fmla="*/ 40827 w 96119"/>
                <a:gd name="connsiteY12" fmla="*/ 738 h 101875"/>
                <a:gd name="connsiteX13" fmla="*/ 70343 w 96119"/>
                <a:gd name="connsiteY13" fmla="*/ 4817 h 101875"/>
                <a:gd name="connsiteX14" fmla="*/ 94209 w 96119"/>
                <a:gd name="connsiteY14" fmla="*/ 35590 h 101875"/>
                <a:gd name="connsiteX15" fmla="*/ 95810 w 96119"/>
                <a:gd name="connsiteY15" fmla="*/ 56965 h 101875"/>
                <a:gd name="connsiteX16" fmla="*/ 20776 w 96119"/>
                <a:gd name="connsiteY16" fmla="*/ 40423 h 101875"/>
                <a:gd name="connsiteX17" fmla="*/ 74793 w 96119"/>
                <a:gd name="connsiteY17" fmla="*/ 40423 h 101875"/>
                <a:gd name="connsiteX18" fmla="*/ 50253 w 96119"/>
                <a:gd name="connsiteY18" fmla="*/ 17857 h 101875"/>
                <a:gd name="connsiteX19" fmla="*/ 20776 w 96119"/>
                <a:gd name="connsiteY19" fmla="*/ 40423 h 10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6119" h="101875">
                  <a:moveTo>
                    <a:pt x="95810" y="56965"/>
                  </a:moveTo>
                  <a:lnTo>
                    <a:pt x="20362" y="56965"/>
                  </a:lnTo>
                  <a:cubicBezTo>
                    <a:pt x="21886" y="66442"/>
                    <a:pt x="25653" y="74318"/>
                    <a:pt x="34212" y="79118"/>
                  </a:cubicBezTo>
                  <a:cubicBezTo>
                    <a:pt x="38729" y="81545"/>
                    <a:pt x="43788" y="82786"/>
                    <a:pt x="48915" y="82727"/>
                  </a:cubicBezTo>
                  <a:cubicBezTo>
                    <a:pt x="57811" y="82850"/>
                    <a:pt x="66195" y="81075"/>
                    <a:pt x="73366" y="75426"/>
                  </a:cubicBezTo>
                  <a:cubicBezTo>
                    <a:pt x="75532" y="73550"/>
                    <a:pt x="77598" y="71563"/>
                    <a:pt x="79556" y="69472"/>
                  </a:cubicBezTo>
                  <a:lnTo>
                    <a:pt x="93354" y="82930"/>
                  </a:lnTo>
                  <a:cubicBezTo>
                    <a:pt x="90598" y="86246"/>
                    <a:pt x="87407" y="89175"/>
                    <a:pt x="83867" y="91638"/>
                  </a:cubicBezTo>
                  <a:cubicBezTo>
                    <a:pt x="72486" y="99593"/>
                    <a:pt x="59751" y="102519"/>
                    <a:pt x="46091" y="101759"/>
                  </a:cubicBezTo>
                  <a:cubicBezTo>
                    <a:pt x="35014" y="101373"/>
                    <a:pt x="24424" y="97111"/>
                    <a:pt x="16168" y="89716"/>
                  </a:cubicBezTo>
                  <a:cubicBezTo>
                    <a:pt x="6826" y="81316"/>
                    <a:pt x="1889" y="70591"/>
                    <a:pt x="506" y="58160"/>
                  </a:cubicBezTo>
                  <a:cubicBezTo>
                    <a:pt x="-933" y="47454"/>
                    <a:pt x="712" y="36560"/>
                    <a:pt x="5248" y="26756"/>
                  </a:cubicBezTo>
                  <a:cubicBezTo>
                    <a:pt x="12466" y="11681"/>
                    <a:pt x="24591" y="3239"/>
                    <a:pt x="40827" y="738"/>
                  </a:cubicBezTo>
                  <a:cubicBezTo>
                    <a:pt x="50850" y="-1030"/>
                    <a:pt x="61175" y="397"/>
                    <a:pt x="70343" y="4817"/>
                  </a:cubicBezTo>
                  <a:cubicBezTo>
                    <a:pt x="83187" y="11156"/>
                    <a:pt x="90642" y="21889"/>
                    <a:pt x="94209" y="35590"/>
                  </a:cubicBezTo>
                  <a:cubicBezTo>
                    <a:pt x="95990" y="42566"/>
                    <a:pt x="96532" y="49801"/>
                    <a:pt x="95810" y="56965"/>
                  </a:cubicBezTo>
                  <a:close/>
                  <a:moveTo>
                    <a:pt x="20776" y="40423"/>
                  </a:moveTo>
                  <a:lnTo>
                    <a:pt x="74793" y="40423"/>
                  </a:lnTo>
                  <a:cubicBezTo>
                    <a:pt x="73059" y="28002"/>
                    <a:pt x="62776" y="18546"/>
                    <a:pt x="50253" y="17857"/>
                  </a:cubicBezTo>
                  <a:cubicBezTo>
                    <a:pt x="34544" y="16956"/>
                    <a:pt x="23456" y="25443"/>
                    <a:pt x="20776" y="40423"/>
                  </a:cubicBezTo>
                  <a:close/>
                </a:path>
              </a:pathLst>
            </a:custGeom>
            <a:solidFill>
              <a:schemeClr val="tx2"/>
            </a:solidFill>
            <a:ln w="264" cap="flat">
              <a:noFill/>
              <a:prstDash val="solid"/>
              <a:miter/>
            </a:ln>
          </p:spPr>
          <p:txBody>
            <a:bodyPr rtlCol="0" anchor="ctr"/>
            <a:lstStyle/>
            <a:p>
              <a:endParaRPr lang="en-US"/>
            </a:p>
          </p:txBody>
        </p:sp>
      </p:grpSp>
      <p:sp>
        <p:nvSpPr>
          <p:cNvPr id="19" name="Freeform: Shape 18">
            <a:extLst>
              <a:ext uri="{FF2B5EF4-FFF2-40B4-BE49-F238E27FC236}">
                <a16:creationId xmlns:a16="http://schemas.microsoft.com/office/drawing/2014/main" id="{E925D05D-BADA-4CE4-87CE-12CFA0CDE945}"/>
              </a:ext>
            </a:extLst>
          </p:cNvPr>
          <p:cNvSpPr/>
          <p:nvPr userDrawn="1"/>
        </p:nvSpPr>
        <p:spPr>
          <a:xfrm>
            <a:off x="9431648" y="435724"/>
            <a:ext cx="1226389" cy="1226389"/>
          </a:xfrm>
          <a:custGeom>
            <a:avLst/>
            <a:gdLst>
              <a:gd name="connsiteX0" fmla="*/ 2139813 w 2139848"/>
              <a:gd name="connsiteY0" fmla="*/ 1069841 h 2139848"/>
              <a:gd name="connsiteX1" fmla="*/ 1069898 w 2139848"/>
              <a:gd name="connsiteY1" fmla="*/ 2139775 h 2139848"/>
              <a:gd name="connsiteX2" fmla="*/ -36 w 2139848"/>
              <a:gd name="connsiteY2" fmla="*/ 1069860 h 2139848"/>
              <a:gd name="connsiteX3" fmla="*/ 1069879 w 2139848"/>
              <a:gd name="connsiteY3" fmla="*/ -73 h 2139848"/>
              <a:gd name="connsiteX4" fmla="*/ 1069898 w 2139848"/>
              <a:gd name="connsiteY4" fmla="*/ -73 h 2139848"/>
              <a:gd name="connsiteX5" fmla="*/ 2139813 w 2139848"/>
              <a:gd name="connsiteY5" fmla="*/ 1069841 h 2139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9848" h="2139848">
                <a:moveTo>
                  <a:pt x="2139813" y="1069841"/>
                </a:moveTo>
                <a:cubicBezTo>
                  <a:pt x="2139818" y="1660744"/>
                  <a:pt x="1660801" y="2139770"/>
                  <a:pt x="1069898" y="2139775"/>
                </a:cubicBezTo>
                <a:cubicBezTo>
                  <a:pt x="478995" y="2139780"/>
                  <a:pt x="-30" y="1660763"/>
                  <a:pt x="-36" y="1069860"/>
                </a:cubicBezTo>
                <a:cubicBezTo>
                  <a:pt x="-41" y="478958"/>
                  <a:pt x="478976" y="-68"/>
                  <a:pt x="1069879" y="-73"/>
                </a:cubicBezTo>
                <a:cubicBezTo>
                  <a:pt x="1069886" y="-73"/>
                  <a:pt x="1069892" y="-73"/>
                  <a:pt x="1069898" y="-73"/>
                </a:cubicBezTo>
                <a:cubicBezTo>
                  <a:pt x="1660796" y="-73"/>
                  <a:pt x="2139813" y="478944"/>
                  <a:pt x="2139813" y="1069841"/>
                </a:cubicBezTo>
              </a:path>
            </a:pathLst>
          </a:custGeom>
          <a:solidFill>
            <a:schemeClr val="accent3"/>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634EFC9-9435-416F-9F71-9ACD804CE676}"/>
              </a:ext>
            </a:extLst>
          </p:cNvPr>
          <p:cNvSpPr/>
          <p:nvPr userDrawn="1"/>
        </p:nvSpPr>
        <p:spPr>
          <a:xfrm>
            <a:off x="7738557" y="4327499"/>
            <a:ext cx="1296934" cy="656431"/>
          </a:xfrm>
          <a:custGeom>
            <a:avLst/>
            <a:gdLst>
              <a:gd name="connsiteX0" fmla="*/ 2605793 w 2605792"/>
              <a:gd name="connsiteY0" fmla="*/ 1318898 h 1318898"/>
              <a:gd name="connsiteX1" fmla="*/ 2234098 w 2605792"/>
              <a:gd name="connsiteY1" fmla="*/ 663483 h 1318898"/>
              <a:gd name="connsiteX2" fmla="*/ 1862404 w 2605792"/>
              <a:gd name="connsiteY2" fmla="*/ 8058 h 1318898"/>
              <a:gd name="connsiteX3" fmla="*/ 1480642 w 2605792"/>
              <a:gd name="connsiteY3" fmla="*/ 657663 h 1318898"/>
              <a:gd name="connsiteX4" fmla="*/ 1305497 w 2605792"/>
              <a:gd name="connsiteY4" fmla="*/ 955691 h 1318898"/>
              <a:gd name="connsiteX5" fmla="*/ 1135218 w 2605792"/>
              <a:gd name="connsiteY5" fmla="*/ 655416 h 1318898"/>
              <a:gd name="connsiteX6" fmla="*/ 763524 w 2605792"/>
              <a:gd name="connsiteY6" fmla="*/ 0 h 1318898"/>
              <a:gd name="connsiteX7" fmla="*/ 381762 w 2605792"/>
              <a:gd name="connsiteY7" fmla="*/ 649605 h 1318898"/>
              <a:gd name="connsiteX8" fmla="*/ 0 w 2605792"/>
              <a:gd name="connsiteY8" fmla="*/ 1299210 h 1318898"/>
              <a:gd name="connsiteX9" fmla="*/ 753456 w 2605792"/>
              <a:gd name="connsiteY9" fmla="*/ 1305020 h 1318898"/>
              <a:gd name="connsiteX10" fmla="*/ 1506912 w 2605792"/>
              <a:gd name="connsiteY10" fmla="*/ 1310840 h 1318898"/>
              <a:gd name="connsiteX11" fmla="*/ 1506674 w 2605792"/>
              <a:gd name="connsiteY11" fmla="*/ 1310412 h 1318898"/>
              <a:gd name="connsiteX12" fmla="*/ 1852336 w 2605792"/>
              <a:gd name="connsiteY12" fmla="*/ 1313088 h 1318898"/>
              <a:gd name="connsiteX13" fmla="*/ 2605793 w 2605792"/>
              <a:gd name="connsiteY13" fmla="*/ 1318898 h 131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05792" h="1318898">
                <a:moveTo>
                  <a:pt x="2605793" y="1318898"/>
                </a:moveTo>
                <a:lnTo>
                  <a:pt x="2234098" y="663483"/>
                </a:lnTo>
                <a:lnTo>
                  <a:pt x="1862404" y="8058"/>
                </a:lnTo>
                <a:lnTo>
                  <a:pt x="1480642" y="657663"/>
                </a:lnTo>
                <a:lnTo>
                  <a:pt x="1305497" y="955691"/>
                </a:lnTo>
                <a:lnTo>
                  <a:pt x="1135218" y="655416"/>
                </a:lnTo>
                <a:lnTo>
                  <a:pt x="763524" y="0"/>
                </a:lnTo>
                <a:lnTo>
                  <a:pt x="381762" y="649605"/>
                </a:lnTo>
                <a:lnTo>
                  <a:pt x="0" y="1299210"/>
                </a:lnTo>
                <a:lnTo>
                  <a:pt x="753456" y="1305020"/>
                </a:lnTo>
                <a:lnTo>
                  <a:pt x="1506912" y="1310840"/>
                </a:lnTo>
                <a:lnTo>
                  <a:pt x="1506674" y="1310412"/>
                </a:lnTo>
                <a:lnTo>
                  <a:pt x="1852336" y="1313088"/>
                </a:lnTo>
                <a:lnTo>
                  <a:pt x="2605793" y="1318898"/>
                </a:lnTo>
                <a:close/>
              </a:path>
            </a:pathLst>
          </a:custGeom>
          <a:solidFill>
            <a:schemeClr val="accent1"/>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C051F08-BCC2-42B7-A7D2-2EF1738B42C5}"/>
              </a:ext>
            </a:extLst>
          </p:cNvPr>
          <p:cNvSpPr/>
          <p:nvPr userDrawn="1"/>
        </p:nvSpPr>
        <p:spPr>
          <a:xfrm>
            <a:off x="10241991" y="4688420"/>
            <a:ext cx="1546225" cy="1674896"/>
          </a:xfrm>
          <a:custGeom>
            <a:avLst/>
            <a:gdLst>
              <a:gd name="connsiteX0" fmla="*/ 1442050 w 2031330"/>
              <a:gd name="connsiteY0" fmla="*/ 1615462 h 2200369"/>
              <a:gd name="connsiteX1" fmla="*/ -36 w 2031330"/>
              <a:gd name="connsiteY1" fmla="*/ 2200296 h 2200369"/>
              <a:gd name="connsiteX2" fmla="*/ -36 w 2031330"/>
              <a:gd name="connsiteY2" fmla="*/ -73 h 2200369"/>
              <a:gd name="connsiteX3" fmla="*/ 2025646 w 2031330"/>
              <a:gd name="connsiteY3" fmla="*/ -73 h 2200369"/>
              <a:gd name="connsiteX4" fmla="*/ 2031295 w 2031330"/>
              <a:gd name="connsiteY4" fmla="*/ 172500 h 2200369"/>
              <a:gd name="connsiteX5" fmla="*/ 1442050 w 2031330"/>
              <a:gd name="connsiteY5" fmla="*/ 1615462 h 2200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1330" h="2200369">
                <a:moveTo>
                  <a:pt x="1442050" y="1615462"/>
                </a:moveTo>
                <a:cubicBezTo>
                  <a:pt x="1063812" y="1991432"/>
                  <a:pt x="551738" y="2199097"/>
                  <a:pt x="-36" y="2200296"/>
                </a:cubicBezTo>
                <a:lnTo>
                  <a:pt x="-36" y="-73"/>
                </a:lnTo>
                <a:lnTo>
                  <a:pt x="2025646" y="-73"/>
                </a:lnTo>
                <a:cubicBezTo>
                  <a:pt x="2029456" y="52419"/>
                  <a:pt x="2031295" y="109026"/>
                  <a:pt x="2031295" y="172500"/>
                </a:cubicBezTo>
                <a:cubicBezTo>
                  <a:pt x="2031352" y="725150"/>
                  <a:pt x="1822011" y="1237671"/>
                  <a:pt x="1442050" y="1615462"/>
                </a:cubicBezTo>
                <a:close/>
              </a:path>
            </a:pathLst>
          </a:custGeom>
          <a:solidFill>
            <a:schemeClr val="accent2"/>
          </a:solidFill>
          <a:ln w="9525" cap="flat">
            <a:noFill/>
            <a:prstDash val="solid"/>
            <a:miter/>
          </a:ln>
        </p:spPr>
        <p:txBody>
          <a:bodyPr rtlCol="0" anchor="ctr"/>
          <a:lstStyle/>
          <a:p>
            <a:r>
              <a:rPr lang="nb-NO"/>
              <a:t> </a:t>
            </a:r>
            <a:endParaRPr lang="en-US"/>
          </a:p>
        </p:txBody>
      </p:sp>
      <p:sp>
        <p:nvSpPr>
          <p:cNvPr id="24" name="Text Placeholder 23">
            <a:extLst>
              <a:ext uri="{FF2B5EF4-FFF2-40B4-BE49-F238E27FC236}">
                <a16:creationId xmlns:a16="http://schemas.microsoft.com/office/drawing/2014/main" id="{AF8B88C5-A0B4-414C-9D05-FA001AC5BF1B}"/>
              </a:ext>
            </a:extLst>
          </p:cNvPr>
          <p:cNvSpPr>
            <a:spLocks noGrp="1"/>
          </p:cNvSpPr>
          <p:nvPr>
            <p:ph type="body" sz="quarter" idx="10"/>
          </p:nvPr>
        </p:nvSpPr>
        <p:spPr>
          <a:xfrm>
            <a:off x="839788" y="4522678"/>
            <a:ext cx="4932362" cy="496725"/>
          </a:xfrm>
        </p:spPr>
        <p:txBody>
          <a:bodyPr>
            <a:normAutofit/>
          </a:bodyPr>
          <a:lstStyle>
            <a:lvl1pPr marL="0" indent="0">
              <a:buNone/>
              <a:defRPr b="0">
                <a:latin typeface="Inter SemiBold" panose="020B0502030000000004" pitchFamily="34" charset="0"/>
                <a:ea typeface="Inter SemiBold" panose="020B0502030000000004" pitchFamily="34" charset="0"/>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
        <p:nvSpPr>
          <p:cNvPr id="25" name="Text Placeholder 23">
            <a:extLst>
              <a:ext uri="{FF2B5EF4-FFF2-40B4-BE49-F238E27FC236}">
                <a16:creationId xmlns:a16="http://schemas.microsoft.com/office/drawing/2014/main" id="{A8E95EAD-4D11-408C-A543-78867EDAC11E}"/>
              </a:ext>
            </a:extLst>
          </p:cNvPr>
          <p:cNvSpPr>
            <a:spLocks noGrp="1"/>
          </p:cNvSpPr>
          <p:nvPr>
            <p:ph type="body" sz="quarter" idx="11"/>
          </p:nvPr>
        </p:nvSpPr>
        <p:spPr>
          <a:xfrm>
            <a:off x="852964" y="5403520"/>
            <a:ext cx="4919186" cy="797255"/>
          </a:xfrm>
        </p:spPr>
        <p:txBody>
          <a:bodyPr>
            <a:normAutofit/>
          </a:bodyPr>
          <a:lstStyle>
            <a:lvl1pPr marL="0" indent="0">
              <a:buNone/>
              <a:defRPr sz="14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1377541587"/>
      </p:ext>
    </p:extLst>
  </p:cSld>
  <p:clrMapOvr>
    <a:masterClrMapping/>
  </p:clrMapOvr>
  <p:extLst>
    <p:ext uri="{DCECCB84-F9BA-43D5-87BE-67443E8EF086}">
      <p15:sldGuideLst xmlns:p15="http://schemas.microsoft.com/office/powerpoint/2012/main">
        <p15:guide id="1" pos="3636"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Forside alternativ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A5564-B0D4-4D90-A4B6-A0C3339E8668}"/>
              </a:ext>
            </a:extLst>
          </p:cNvPr>
          <p:cNvSpPr>
            <a:spLocks noGrp="1"/>
          </p:cNvSpPr>
          <p:nvPr>
            <p:ph type="title"/>
          </p:nvPr>
        </p:nvSpPr>
        <p:spPr>
          <a:xfrm>
            <a:off x="2316162" y="2097088"/>
            <a:ext cx="6300788" cy="1655761"/>
          </a:xfrm>
        </p:spPr>
        <p:txBody>
          <a:bodyPr anchor="b"/>
          <a:lstStyle>
            <a:lvl1pPr>
              <a:defRPr cap="all" baseline="0">
                <a:solidFill>
                  <a:schemeClr val="bg2"/>
                </a:solidFill>
              </a:defRPr>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grpSp>
        <p:nvGrpSpPr>
          <p:cNvPr id="15" name="Group 14">
            <a:extLst>
              <a:ext uri="{FF2B5EF4-FFF2-40B4-BE49-F238E27FC236}">
                <a16:creationId xmlns:a16="http://schemas.microsoft.com/office/drawing/2014/main" id="{3289A2E8-3D65-441A-A338-504F33981BA4}"/>
              </a:ext>
            </a:extLst>
          </p:cNvPr>
          <p:cNvGrpSpPr/>
          <p:nvPr userDrawn="1"/>
        </p:nvGrpSpPr>
        <p:grpSpPr>
          <a:xfrm rot="5400000">
            <a:off x="9768927" y="5069545"/>
            <a:ext cx="407476" cy="1638320"/>
            <a:chOff x="11870514" y="244569"/>
            <a:chExt cx="151518" cy="609202"/>
          </a:xfrm>
          <a:solidFill>
            <a:schemeClr val="bg2"/>
          </a:solidFill>
        </p:grpSpPr>
        <p:sp>
          <p:nvSpPr>
            <p:cNvPr id="16" name="Freeform: Shape 15">
              <a:extLst>
                <a:ext uri="{FF2B5EF4-FFF2-40B4-BE49-F238E27FC236}">
                  <a16:creationId xmlns:a16="http://schemas.microsoft.com/office/drawing/2014/main" id="{5402AC29-8A61-4CA4-8CB8-4BC3EC56A3B9}"/>
                </a:ext>
              </a:extLst>
            </p:cNvPr>
            <p:cNvSpPr/>
            <p:nvPr/>
          </p:nvSpPr>
          <p:spPr>
            <a:xfrm rot="16200000">
              <a:off x="11641672" y="473411"/>
              <a:ext cx="609202" cy="151518"/>
            </a:xfrm>
            <a:custGeom>
              <a:avLst/>
              <a:gdLst>
                <a:gd name="connsiteX0" fmla="*/ 413946 w 609202"/>
                <a:gd name="connsiteY0" fmla="*/ 49664 h 151518"/>
                <a:gd name="connsiteX1" fmla="*/ 384494 w 609202"/>
                <a:gd name="connsiteY1" fmla="*/ 125217 h 151518"/>
                <a:gd name="connsiteX2" fmla="*/ 354820 w 609202"/>
                <a:gd name="connsiteY2" fmla="*/ 49664 h 151518"/>
                <a:gd name="connsiteX3" fmla="*/ 331666 w 609202"/>
                <a:gd name="connsiteY3" fmla="*/ 49664 h 151518"/>
                <a:gd name="connsiteX4" fmla="*/ 372910 w 609202"/>
                <a:gd name="connsiteY4" fmla="*/ 147314 h 151518"/>
                <a:gd name="connsiteX5" fmla="*/ 393955 w 609202"/>
                <a:gd name="connsiteY5" fmla="*/ 147314 h 151518"/>
                <a:gd name="connsiteX6" fmla="*/ 435214 w 609202"/>
                <a:gd name="connsiteY6" fmla="*/ 49665 h 151518"/>
                <a:gd name="connsiteX7" fmla="*/ 297359 w 609202"/>
                <a:gd name="connsiteY7" fmla="*/ 49664 h 151518"/>
                <a:gd name="connsiteX8" fmla="*/ 297359 w 609202"/>
                <a:gd name="connsiteY8" fmla="*/ 101215 h 151518"/>
                <a:gd name="connsiteX9" fmla="*/ 272528 w 609202"/>
                <a:gd name="connsiteY9" fmla="*/ 130474 h 151518"/>
                <a:gd name="connsiteX10" fmla="*/ 247695 w 609202"/>
                <a:gd name="connsiteY10" fmla="*/ 101215 h 151518"/>
                <a:gd name="connsiteX11" fmla="*/ 247695 w 609202"/>
                <a:gd name="connsiteY11" fmla="*/ 49664 h 151518"/>
                <a:gd name="connsiteX12" fmla="*/ 227067 w 609202"/>
                <a:gd name="connsiteY12" fmla="*/ 49664 h 151518"/>
                <a:gd name="connsiteX13" fmla="*/ 227067 w 609202"/>
                <a:gd name="connsiteY13" fmla="*/ 102060 h 151518"/>
                <a:gd name="connsiteX14" fmla="*/ 272528 w 609202"/>
                <a:gd name="connsiteY14" fmla="*/ 149408 h 151518"/>
                <a:gd name="connsiteX15" fmla="*/ 317989 w 609202"/>
                <a:gd name="connsiteY15" fmla="*/ 102060 h 151518"/>
                <a:gd name="connsiteX16" fmla="*/ 317989 w 609202"/>
                <a:gd name="connsiteY16" fmla="*/ 49664 h 151518"/>
                <a:gd name="connsiteX17" fmla="*/ 162877 w 609202"/>
                <a:gd name="connsiteY17" fmla="*/ 47347 h 151518"/>
                <a:gd name="connsiteX18" fmla="*/ 140599 w 609202"/>
                <a:gd name="connsiteY18" fmla="*/ 52442 h 151518"/>
                <a:gd name="connsiteX19" fmla="*/ 112797 w 609202"/>
                <a:gd name="connsiteY19" fmla="*/ 97428 h 151518"/>
                <a:gd name="connsiteX20" fmla="*/ 156150 w 609202"/>
                <a:gd name="connsiteY20" fmla="*/ 151519 h 151518"/>
                <a:gd name="connsiteX21" fmla="*/ 168567 w 609202"/>
                <a:gd name="connsiteY21" fmla="*/ 144568 h 151518"/>
                <a:gd name="connsiteX22" fmla="*/ 197603 w 609202"/>
                <a:gd name="connsiteY22" fmla="*/ 119528 h 151518"/>
                <a:gd name="connsiteX23" fmla="*/ 212335 w 609202"/>
                <a:gd name="connsiteY23" fmla="*/ 96596 h 151518"/>
                <a:gd name="connsiteX24" fmla="*/ 162879 w 609202"/>
                <a:gd name="connsiteY24" fmla="*/ 47348 h 151518"/>
                <a:gd name="connsiteX25" fmla="*/ 184768 w 609202"/>
                <a:gd name="connsiteY25" fmla="*/ 112799 h 151518"/>
                <a:gd name="connsiteX26" fmla="*/ 168567 w 609202"/>
                <a:gd name="connsiteY26" fmla="*/ 129419 h 151518"/>
                <a:gd name="connsiteX27" fmla="*/ 161200 w 609202"/>
                <a:gd name="connsiteY27" fmla="*/ 133844 h 151518"/>
                <a:gd name="connsiteX28" fmla="*/ 132373 w 609202"/>
                <a:gd name="connsiteY28" fmla="*/ 100591 h 151518"/>
                <a:gd name="connsiteX29" fmla="*/ 162671 w 609202"/>
                <a:gd name="connsiteY29" fmla="*/ 70070 h 151518"/>
                <a:gd name="connsiteX30" fmla="*/ 192557 w 609202"/>
                <a:gd name="connsiteY30" fmla="*/ 100182 h 151518"/>
                <a:gd name="connsiteX31" fmla="*/ 192557 w 609202"/>
                <a:gd name="connsiteY31" fmla="*/ 100182 h 151518"/>
                <a:gd name="connsiteX32" fmla="*/ 192553 w 609202"/>
                <a:gd name="connsiteY32" fmla="*/ 100589 h 151518"/>
                <a:gd name="connsiteX33" fmla="*/ 184772 w 609202"/>
                <a:gd name="connsiteY33" fmla="*/ 112797 h 151518"/>
                <a:gd name="connsiteX34" fmla="*/ 51342 w 609202"/>
                <a:gd name="connsiteY34" fmla="*/ 47347 h 151518"/>
                <a:gd name="connsiteX35" fmla="*/ 20198 w 609202"/>
                <a:gd name="connsiteY35" fmla="*/ 59555 h 151518"/>
                <a:gd name="connsiteX36" fmla="*/ 19991 w 609202"/>
                <a:gd name="connsiteY36" fmla="*/ 0 h 151518"/>
                <a:gd name="connsiteX37" fmla="*/ 0 w 609202"/>
                <a:gd name="connsiteY37" fmla="*/ 0 h 151518"/>
                <a:gd name="connsiteX38" fmla="*/ 0 w 609202"/>
                <a:gd name="connsiteY38" fmla="*/ 147315 h 151518"/>
                <a:gd name="connsiteX39" fmla="*/ 20630 w 609202"/>
                <a:gd name="connsiteY39" fmla="*/ 147315 h 151518"/>
                <a:gd name="connsiteX40" fmla="*/ 20630 w 609202"/>
                <a:gd name="connsiteY40" fmla="*/ 137422 h 151518"/>
                <a:gd name="connsiteX41" fmla="*/ 51344 w 609202"/>
                <a:gd name="connsiteY41" fmla="*/ 149200 h 151518"/>
                <a:gd name="connsiteX42" fmla="*/ 100175 w 609202"/>
                <a:gd name="connsiteY42" fmla="*/ 98273 h 151518"/>
                <a:gd name="connsiteX43" fmla="*/ 51342 w 609202"/>
                <a:gd name="connsiteY43" fmla="*/ 47347 h 151518"/>
                <a:gd name="connsiteX44" fmla="*/ 49664 w 609202"/>
                <a:gd name="connsiteY44" fmla="*/ 130266 h 151518"/>
                <a:gd name="connsiteX45" fmla="*/ 20198 w 609202"/>
                <a:gd name="connsiteY45" fmla="*/ 98275 h 151518"/>
                <a:gd name="connsiteX46" fmla="*/ 49664 w 609202"/>
                <a:gd name="connsiteY46" fmla="*/ 66284 h 151518"/>
                <a:gd name="connsiteX47" fmla="*/ 79131 w 609202"/>
                <a:gd name="connsiteY47" fmla="*/ 98276 h 151518"/>
                <a:gd name="connsiteX48" fmla="*/ 49662 w 609202"/>
                <a:gd name="connsiteY48" fmla="*/ 130264 h 151518"/>
                <a:gd name="connsiteX49" fmla="*/ 609203 w 609202"/>
                <a:gd name="connsiteY49" fmla="*/ 49664 h 151518"/>
                <a:gd name="connsiteX50" fmla="*/ 579321 w 609202"/>
                <a:gd name="connsiteY50" fmla="*/ 49664 h 151518"/>
                <a:gd name="connsiteX51" fmla="*/ 579099 w 609202"/>
                <a:gd name="connsiteY51" fmla="*/ 0 h 151518"/>
                <a:gd name="connsiteX52" fmla="*/ 559107 w 609202"/>
                <a:gd name="connsiteY52" fmla="*/ 0 h 151518"/>
                <a:gd name="connsiteX53" fmla="*/ 559107 w 609202"/>
                <a:gd name="connsiteY53" fmla="*/ 49664 h 151518"/>
                <a:gd name="connsiteX54" fmla="*/ 545369 w 609202"/>
                <a:gd name="connsiteY54" fmla="*/ 49664 h 151518"/>
                <a:gd name="connsiteX55" fmla="*/ 545369 w 609202"/>
                <a:gd name="connsiteY55" fmla="*/ 67545 h 151518"/>
                <a:gd name="connsiteX56" fmla="*/ 559107 w 609202"/>
                <a:gd name="connsiteY56" fmla="*/ 67545 h 151518"/>
                <a:gd name="connsiteX57" fmla="*/ 559107 w 609202"/>
                <a:gd name="connsiteY57" fmla="*/ 147314 h 151518"/>
                <a:gd name="connsiteX58" fmla="*/ 579529 w 609202"/>
                <a:gd name="connsiteY58" fmla="*/ 147314 h 151518"/>
                <a:gd name="connsiteX59" fmla="*/ 579321 w 609202"/>
                <a:gd name="connsiteY59" fmla="*/ 67545 h 151518"/>
                <a:gd name="connsiteX60" fmla="*/ 609203 w 609202"/>
                <a:gd name="connsiteY60" fmla="*/ 67545 h 15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9202" h="151518">
                  <a:moveTo>
                    <a:pt x="413946" y="49664"/>
                  </a:moveTo>
                  <a:lnTo>
                    <a:pt x="384494" y="125217"/>
                  </a:lnTo>
                  <a:lnTo>
                    <a:pt x="354820" y="49664"/>
                  </a:lnTo>
                  <a:lnTo>
                    <a:pt x="331666" y="49664"/>
                  </a:lnTo>
                  <a:lnTo>
                    <a:pt x="372910" y="147314"/>
                  </a:lnTo>
                  <a:lnTo>
                    <a:pt x="393955" y="147314"/>
                  </a:lnTo>
                  <a:lnTo>
                    <a:pt x="435214" y="49665"/>
                  </a:lnTo>
                  <a:close/>
                  <a:moveTo>
                    <a:pt x="297359" y="49664"/>
                  </a:moveTo>
                  <a:lnTo>
                    <a:pt x="297359" y="101215"/>
                  </a:lnTo>
                  <a:cubicBezTo>
                    <a:pt x="297359" y="119735"/>
                    <a:pt x="288314" y="130474"/>
                    <a:pt x="272528" y="130474"/>
                  </a:cubicBezTo>
                  <a:cubicBezTo>
                    <a:pt x="256742" y="130474"/>
                    <a:pt x="247695" y="119735"/>
                    <a:pt x="247695" y="101215"/>
                  </a:cubicBezTo>
                  <a:lnTo>
                    <a:pt x="247695" y="49664"/>
                  </a:lnTo>
                  <a:lnTo>
                    <a:pt x="227067" y="49664"/>
                  </a:lnTo>
                  <a:lnTo>
                    <a:pt x="227067" y="102060"/>
                  </a:lnTo>
                  <a:cubicBezTo>
                    <a:pt x="227067" y="131111"/>
                    <a:pt x="244533" y="149408"/>
                    <a:pt x="272528" y="149408"/>
                  </a:cubicBezTo>
                  <a:cubicBezTo>
                    <a:pt x="300523" y="149408"/>
                    <a:pt x="317989" y="131111"/>
                    <a:pt x="317989" y="102060"/>
                  </a:cubicBezTo>
                  <a:lnTo>
                    <a:pt x="317989" y="49664"/>
                  </a:lnTo>
                  <a:close/>
                  <a:moveTo>
                    <a:pt x="162877" y="47347"/>
                  </a:moveTo>
                  <a:cubicBezTo>
                    <a:pt x="155160" y="47330"/>
                    <a:pt x="147541" y="49072"/>
                    <a:pt x="140599" y="52442"/>
                  </a:cubicBezTo>
                  <a:cubicBezTo>
                    <a:pt x="123437" y="60827"/>
                    <a:pt x="112621" y="78328"/>
                    <a:pt x="112797" y="97428"/>
                  </a:cubicBezTo>
                  <a:cubicBezTo>
                    <a:pt x="112797" y="122482"/>
                    <a:pt x="136159" y="151519"/>
                    <a:pt x="156150" y="151519"/>
                  </a:cubicBezTo>
                  <a:cubicBezTo>
                    <a:pt x="161205" y="151479"/>
                    <a:pt x="165890" y="148857"/>
                    <a:pt x="168567" y="144568"/>
                  </a:cubicBezTo>
                  <a:cubicBezTo>
                    <a:pt x="176781" y="132150"/>
                    <a:pt x="185200" y="125009"/>
                    <a:pt x="197603" y="119528"/>
                  </a:cubicBezTo>
                  <a:cubicBezTo>
                    <a:pt x="209187" y="114478"/>
                    <a:pt x="212335" y="109428"/>
                    <a:pt x="212335" y="96596"/>
                  </a:cubicBezTo>
                  <a:cubicBezTo>
                    <a:pt x="212335" y="68809"/>
                    <a:pt x="190667" y="47348"/>
                    <a:pt x="162879" y="47348"/>
                  </a:cubicBezTo>
                  <a:close/>
                  <a:moveTo>
                    <a:pt x="184768" y="112799"/>
                  </a:moveTo>
                  <a:cubicBezTo>
                    <a:pt x="176348" y="118057"/>
                    <a:pt x="171938" y="122483"/>
                    <a:pt x="168567" y="129419"/>
                  </a:cubicBezTo>
                  <a:cubicBezTo>
                    <a:pt x="167173" y="132194"/>
                    <a:pt x="164305" y="133917"/>
                    <a:pt x="161200" y="133844"/>
                  </a:cubicBezTo>
                  <a:cubicBezTo>
                    <a:pt x="147729" y="133844"/>
                    <a:pt x="132373" y="116156"/>
                    <a:pt x="132373" y="100591"/>
                  </a:cubicBezTo>
                  <a:cubicBezTo>
                    <a:pt x="132373" y="83125"/>
                    <a:pt x="145204" y="70070"/>
                    <a:pt x="162671" y="70070"/>
                  </a:cubicBezTo>
                  <a:cubicBezTo>
                    <a:pt x="179239" y="70133"/>
                    <a:pt x="192619" y="83614"/>
                    <a:pt x="192557" y="100182"/>
                  </a:cubicBezTo>
                  <a:lnTo>
                    <a:pt x="192557" y="100182"/>
                  </a:lnTo>
                  <a:cubicBezTo>
                    <a:pt x="192556" y="100317"/>
                    <a:pt x="192554" y="100452"/>
                    <a:pt x="192553" y="100589"/>
                  </a:cubicBezTo>
                  <a:cubicBezTo>
                    <a:pt x="192553" y="106053"/>
                    <a:pt x="190667" y="109217"/>
                    <a:pt x="184772" y="112797"/>
                  </a:cubicBezTo>
                  <a:close/>
                  <a:moveTo>
                    <a:pt x="51342" y="47347"/>
                  </a:moveTo>
                  <a:cubicBezTo>
                    <a:pt x="39770" y="47223"/>
                    <a:pt x="28603" y="51600"/>
                    <a:pt x="20198" y="59555"/>
                  </a:cubicBezTo>
                  <a:lnTo>
                    <a:pt x="19991" y="0"/>
                  </a:lnTo>
                  <a:lnTo>
                    <a:pt x="0" y="0"/>
                  </a:lnTo>
                  <a:lnTo>
                    <a:pt x="0" y="147315"/>
                  </a:lnTo>
                  <a:lnTo>
                    <a:pt x="20630" y="147315"/>
                  </a:lnTo>
                  <a:lnTo>
                    <a:pt x="20630" y="137422"/>
                  </a:lnTo>
                  <a:cubicBezTo>
                    <a:pt x="29061" y="145007"/>
                    <a:pt x="40002" y="149203"/>
                    <a:pt x="51344" y="149200"/>
                  </a:cubicBezTo>
                  <a:cubicBezTo>
                    <a:pt x="79130" y="149200"/>
                    <a:pt x="100175" y="127100"/>
                    <a:pt x="100175" y="98273"/>
                  </a:cubicBezTo>
                  <a:cubicBezTo>
                    <a:pt x="100175" y="69445"/>
                    <a:pt x="79130" y="47347"/>
                    <a:pt x="51342" y="47347"/>
                  </a:cubicBezTo>
                  <a:close/>
                  <a:moveTo>
                    <a:pt x="49664" y="130266"/>
                  </a:moveTo>
                  <a:cubicBezTo>
                    <a:pt x="32822" y="130266"/>
                    <a:pt x="20198" y="116587"/>
                    <a:pt x="20198" y="98275"/>
                  </a:cubicBezTo>
                  <a:cubicBezTo>
                    <a:pt x="20198" y="79962"/>
                    <a:pt x="32822" y="66284"/>
                    <a:pt x="49664" y="66284"/>
                  </a:cubicBezTo>
                  <a:cubicBezTo>
                    <a:pt x="66505" y="66284"/>
                    <a:pt x="79131" y="79962"/>
                    <a:pt x="79131" y="98276"/>
                  </a:cubicBezTo>
                  <a:cubicBezTo>
                    <a:pt x="79131" y="116590"/>
                    <a:pt x="66505" y="130264"/>
                    <a:pt x="49662" y="130264"/>
                  </a:cubicBezTo>
                  <a:close/>
                  <a:moveTo>
                    <a:pt x="609203" y="49664"/>
                  </a:moveTo>
                  <a:lnTo>
                    <a:pt x="579321" y="49664"/>
                  </a:lnTo>
                  <a:lnTo>
                    <a:pt x="579099" y="0"/>
                  </a:lnTo>
                  <a:lnTo>
                    <a:pt x="559107" y="0"/>
                  </a:lnTo>
                  <a:lnTo>
                    <a:pt x="559107" y="49664"/>
                  </a:lnTo>
                  <a:lnTo>
                    <a:pt x="545369" y="49664"/>
                  </a:lnTo>
                  <a:lnTo>
                    <a:pt x="545369" y="67545"/>
                  </a:lnTo>
                  <a:lnTo>
                    <a:pt x="559107" y="67545"/>
                  </a:lnTo>
                  <a:lnTo>
                    <a:pt x="559107" y="147314"/>
                  </a:lnTo>
                  <a:lnTo>
                    <a:pt x="579529" y="147314"/>
                  </a:lnTo>
                  <a:lnTo>
                    <a:pt x="579321" y="67545"/>
                  </a:lnTo>
                  <a:lnTo>
                    <a:pt x="609203" y="67545"/>
                  </a:lnTo>
                  <a:close/>
                </a:path>
              </a:pathLst>
            </a:custGeom>
            <a:grpFill/>
            <a:ln w="26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CE4A25F-66AD-4588-A78A-F5842EE74531}"/>
                </a:ext>
              </a:extLst>
            </p:cNvPr>
            <p:cNvSpPr/>
            <p:nvPr/>
          </p:nvSpPr>
          <p:spPr>
            <a:xfrm rot="16200000">
              <a:off x="11921301" y="313678"/>
              <a:ext cx="96119" cy="101875"/>
            </a:xfrm>
            <a:custGeom>
              <a:avLst/>
              <a:gdLst>
                <a:gd name="connsiteX0" fmla="*/ 95810 w 96119"/>
                <a:gd name="connsiteY0" fmla="*/ 56965 h 101875"/>
                <a:gd name="connsiteX1" fmla="*/ 20362 w 96119"/>
                <a:gd name="connsiteY1" fmla="*/ 56965 h 101875"/>
                <a:gd name="connsiteX2" fmla="*/ 34212 w 96119"/>
                <a:gd name="connsiteY2" fmla="*/ 79118 h 101875"/>
                <a:gd name="connsiteX3" fmla="*/ 48915 w 96119"/>
                <a:gd name="connsiteY3" fmla="*/ 82727 h 101875"/>
                <a:gd name="connsiteX4" fmla="*/ 73366 w 96119"/>
                <a:gd name="connsiteY4" fmla="*/ 75426 h 101875"/>
                <a:gd name="connsiteX5" fmla="*/ 79556 w 96119"/>
                <a:gd name="connsiteY5" fmla="*/ 69472 h 101875"/>
                <a:gd name="connsiteX6" fmla="*/ 93354 w 96119"/>
                <a:gd name="connsiteY6" fmla="*/ 82930 h 101875"/>
                <a:gd name="connsiteX7" fmla="*/ 83867 w 96119"/>
                <a:gd name="connsiteY7" fmla="*/ 91638 h 101875"/>
                <a:gd name="connsiteX8" fmla="*/ 46091 w 96119"/>
                <a:gd name="connsiteY8" fmla="*/ 101759 h 101875"/>
                <a:gd name="connsiteX9" fmla="*/ 16168 w 96119"/>
                <a:gd name="connsiteY9" fmla="*/ 89716 h 101875"/>
                <a:gd name="connsiteX10" fmla="*/ 506 w 96119"/>
                <a:gd name="connsiteY10" fmla="*/ 58160 h 101875"/>
                <a:gd name="connsiteX11" fmla="*/ 5248 w 96119"/>
                <a:gd name="connsiteY11" fmla="*/ 26756 h 101875"/>
                <a:gd name="connsiteX12" fmla="*/ 40827 w 96119"/>
                <a:gd name="connsiteY12" fmla="*/ 738 h 101875"/>
                <a:gd name="connsiteX13" fmla="*/ 70343 w 96119"/>
                <a:gd name="connsiteY13" fmla="*/ 4817 h 101875"/>
                <a:gd name="connsiteX14" fmla="*/ 94209 w 96119"/>
                <a:gd name="connsiteY14" fmla="*/ 35590 h 101875"/>
                <a:gd name="connsiteX15" fmla="*/ 95810 w 96119"/>
                <a:gd name="connsiteY15" fmla="*/ 56965 h 101875"/>
                <a:gd name="connsiteX16" fmla="*/ 20776 w 96119"/>
                <a:gd name="connsiteY16" fmla="*/ 40423 h 101875"/>
                <a:gd name="connsiteX17" fmla="*/ 74793 w 96119"/>
                <a:gd name="connsiteY17" fmla="*/ 40423 h 101875"/>
                <a:gd name="connsiteX18" fmla="*/ 50253 w 96119"/>
                <a:gd name="connsiteY18" fmla="*/ 17857 h 101875"/>
                <a:gd name="connsiteX19" fmla="*/ 20776 w 96119"/>
                <a:gd name="connsiteY19" fmla="*/ 40423 h 10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6119" h="101875">
                  <a:moveTo>
                    <a:pt x="95810" y="56965"/>
                  </a:moveTo>
                  <a:lnTo>
                    <a:pt x="20362" y="56965"/>
                  </a:lnTo>
                  <a:cubicBezTo>
                    <a:pt x="21886" y="66442"/>
                    <a:pt x="25653" y="74318"/>
                    <a:pt x="34212" y="79118"/>
                  </a:cubicBezTo>
                  <a:cubicBezTo>
                    <a:pt x="38729" y="81545"/>
                    <a:pt x="43788" y="82786"/>
                    <a:pt x="48915" y="82727"/>
                  </a:cubicBezTo>
                  <a:cubicBezTo>
                    <a:pt x="57811" y="82850"/>
                    <a:pt x="66195" y="81075"/>
                    <a:pt x="73366" y="75426"/>
                  </a:cubicBezTo>
                  <a:cubicBezTo>
                    <a:pt x="75532" y="73550"/>
                    <a:pt x="77598" y="71563"/>
                    <a:pt x="79556" y="69472"/>
                  </a:cubicBezTo>
                  <a:lnTo>
                    <a:pt x="93354" y="82930"/>
                  </a:lnTo>
                  <a:cubicBezTo>
                    <a:pt x="90598" y="86246"/>
                    <a:pt x="87407" y="89175"/>
                    <a:pt x="83867" y="91638"/>
                  </a:cubicBezTo>
                  <a:cubicBezTo>
                    <a:pt x="72486" y="99593"/>
                    <a:pt x="59751" y="102519"/>
                    <a:pt x="46091" y="101759"/>
                  </a:cubicBezTo>
                  <a:cubicBezTo>
                    <a:pt x="35014" y="101373"/>
                    <a:pt x="24424" y="97111"/>
                    <a:pt x="16168" y="89716"/>
                  </a:cubicBezTo>
                  <a:cubicBezTo>
                    <a:pt x="6826" y="81316"/>
                    <a:pt x="1889" y="70591"/>
                    <a:pt x="506" y="58160"/>
                  </a:cubicBezTo>
                  <a:cubicBezTo>
                    <a:pt x="-933" y="47454"/>
                    <a:pt x="712" y="36560"/>
                    <a:pt x="5248" y="26756"/>
                  </a:cubicBezTo>
                  <a:cubicBezTo>
                    <a:pt x="12466" y="11681"/>
                    <a:pt x="24591" y="3239"/>
                    <a:pt x="40827" y="738"/>
                  </a:cubicBezTo>
                  <a:cubicBezTo>
                    <a:pt x="50850" y="-1030"/>
                    <a:pt x="61175" y="397"/>
                    <a:pt x="70343" y="4817"/>
                  </a:cubicBezTo>
                  <a:cubicBezTo>
                    <a:pt x="83187" y="11156"/>
                    <a:pt x="90642" y="21889"/>
                    <a:pt x="94209" y="35590"/>
                  </a:cubicBezTo>
                  <a:cubicBezTo>
                    <a:pt x="95990" y="42566"/>
                    <a:pt x="96532" y="49801"/>
                    <a:pt x="95810" y="56965"/>
                  </a:cubicBezTo>
                  <a:close/>
                  <a:moveTo>
                    <a:pt x="20776" y="40423"/>
                  </a:moveTo>
                  <a:lnTo>
                    <a:pt x="74793" y="40423"/>
                  </a:lnTo>
                  <a:cubicBezTo>
                    <a:pt x="73059" y="28002"/>
                    <a:pt x="62776" y="18546"/>
                    <a:pt x="50253" y="17857"/>
                  </a:cubicBezTo>
                  <a:cubicBezTo>
                    <a:pt x="34544" y="16956"/>
                    <a:pt x="23456" y="25443"/>
                    <a:pt x="20776" y="40423"/>
                  </a:cubicBezTo>
                  <a:close/>
                </a:path>
              </a:pathLst>
            </a:custGeom>
            <a:grpFill/>
            <a:ln w="264" cap="flat">
              <a:noFill/>
              <a:prstDash val="solid"/>
              <a:miter/>
            </a:ln>
          </p:spPr>
          <p:txBody>
            <a:bodyPr rtlCol="0" anchor="ctr"/>
            <a:lstStyle/>
            <a:p>
              <a:endParaRPr lang="en-US"/>
            </a:p>
          </p:txBody>
        </p:sp>
      </p:grpSp>
      <p:sp>
        <p:nvSpPr>
          <p:cNvPr id="11" name="Freeform: Shape 10">
            <a:extLst>
              <a:ext uri="{FF2B5EF4-FFF2-40B4-BE49-F238E27FC236}">
                <a16:creationId xmlns:a16="http://schemas.microsoft.com/office/drawing/2014/main" id="{4F8F0A41-A289-44BD-93D7-44141F13C11D}"/>
              </a:ext>
            </a:extLst>
          </p:cNvPr>
          <p:cNvSpPr/>
          <p:nvPr/>
        </p:nvSpPr>
        <p:spPr>
          <a:xfrm>
            <a:off x="10624944" y="4676005"/>
            <a:ext cx="385955" cy="771933"/>
          </a:xfrm>
          <a:custGeom>
            <a:avLst/>
            <a:gdLst>
              <a:gd name="connsiteX0" fmla="*/ 1123191 w 1123226"/>
              <a:gd name="connsiteY0" fmla="*/ -73 h 2246518"/>
              <a:gd name="connsiteX1" fmla="*/ 1123191 w 1123226"/>
              <a:gd name="connsiteY1" fmla="*/ 2246446 h 2246518"/>
              <a:gd name="connsiteX2" fmla="*/ -36 w 1123226"/>
              <a:gd name="connsiteY2" fmla="*/ 1123220 h 2246518"/>
              <a:gd name="connsiteX3" fmla="*/ 1123191 w 1123226"/>
              <a:gd name="connsiteY3" fmla="*/ -7 h 2246518"/>
            </a:gdLst>
            <a:ahLst/>
            <a:cxnLst>
              <a:cxn ang="0">
                <a:pos x="connsiteX0" y="connsiteY0"/>
              </a:cxn>
              <a:cxn ang="0">
                <a:pos x="connsiteX1" y="connsiteY1"/>
              </a:cxn>
              <a:cxn ang="0">
                <a:pos x="connsiteX2" y="connsiteY2"/>
              </a:cxn>
              <a:cxn ang="0">
                <a:pos x="connsiteX3" y="connsiteY3"/>
              </a:cxn>
            </a:cxnLst>
            <a:rect l="l" t="t" r="r" b="b"/>
            <a:pathLst>
              <a:path w="1123226" h="2246518">
                <a:moveTo>
                  <a:pt x="1123191" y="-73"/>
                </a:moveTo>
                <a:lnTo>
                  <a:pt x="1123191" y="2246446"/>
                </a:lnTo>
                <a:cubicBezTo>
                  <a:pt x="502850" y="2246446"/>
                  <a:pt x="-36" y="1743560"/>
                  <a:pt x="-36" y="1123220"/>
                </a:cubicBezTo>
                <a:cubicBezTo>
                  <a:pt x="-36" y="502879"/>
                  <a:pt x="502850" y="-7"/>
                  <a:pt x="1123191" y="-7"/>
                </a:cubicBezTo>
                <a:close/>
              </a:path>
            </a:pathLst>
          </a:custGeom>
          <a:solidFill>
            <a:schemeClr val="accent3"/>
          </a:solidFill>
          <a:ln w="714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E9E5F7C-935D-44AE-B4D7-F96F0E923750}"/>
              </a:ext>
            </a:extLst>
          </p:cNvPr>
          <p:cNvSpPr/>
          <p:nvPr/>
        </p:nvSpPr>
        <p:spPr>
          <a:xfrm>
            <a:off x="11181162" y="5784447"/>
            <a:ext cx="562482" cy="557322"/>
          </a:xfrm>
          <a:custGeom>
            <a:avLst/>
            <a:gdLst>
              <a:gd name="connsiteX0" fmla="*/ -36 w 2171319"/>
              <a:gd name="connsiteY0" fmla="*/ 2151329 h 2151402"/>
              <a:gd name="connsiteX1" fmla="*/ 641949 w 2171319"/>
              <a:gd name="connsiteY1" fmla="*/ 1337313 h 2151402"/>
              <a:gd name="connsiteX2" fmla="*/ 1930063 w 2171319"/>
              <a:gd name="connsiteY2" fmla="*/ 226441 h 2151402"/>
              <a:gd name="connsiteX3" fmla="*/ 2171284 w 2171319"/>
              <a:gd name="connsiteY3" fmla="*/ -73 h 2151402"/>
              <a:gd name="connsiteX4" fmla="*/ 2171284 w 2171319"/>
              <a:gd name="connsiteY4" fmla="*/ 2151329 h 2151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319" h="2151402">
                <a:moveTo>
                  <a:pt x="-36" y="2151329"/>
                </a:moveTo>
                <a:cubicBezTo>
                  <a:pt x="32854" y="1733029"/>
                  <a:pt x="189636" y="1534661"/>
                  <a:pt x="641949" y="1337313"/>
                </a:cubicBezTo>
                <a:cubicBezTo>
                  <a:pt x="1197057" y="1092473"/>
                  <a:pt x="1570351" y="770746"/>
                  <a:pt x="1930063" y="226441"/>
                </a:cubicBezTo>
                <a:cubicBezTo>
                  <a:pt x="1991742" y="133189"/>
                  <a:pt x="2074341" y="55626"/>
                  <a:pt x="2171284" y="-73"/>
                </a:cubicBezTo>
                <a:lnTo>
                  <a:pt x="2171284" y="2151329"/>
                </a:lnTo>
                <a:close/>
              </a:path>
            </a:pathLst>
          </a:custGeom>
          <a:solidFill>
            <a:schemeClr val="accent2"/>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634EFC9-9435-416F-9F71-9ACD804CE676}"/>
              </a:ext>
            </a:extLst>
          </p:cNvPr>
          <p:cNvSpPr/>
          <p:nvPr userDrawn="1"/>
        </p:nvSpPr>
        <p:spPr>
          <a:xfrm>
            <a:off x="8205282" y="6199422"/>
            <a:ext cx="562481" cy="284695"/>
          </a:xfrm>
          <a:custGeom>
            <a:avLst/>
            <a:gdLst>
              <a:gd name="connsiteX0" fmla="*/ 2605793 w 2605792"/>
              <a:gd name="connsiteY0" fmla="*/ 1318898 h 1318898"/>
              <a:gd name="connsiteX1" fmla="*/ 2234098 w 2605792"/>
              <a:gd name="connsiteY1" fmla="*/ 663483 h 1318898"/>
              <a:gd name="connsiteX2" fmla="*/ 1862404 w 2605792"/>
              <a:gd name="connsiteY2" fmla="*/ 8058 h 1318898"/>
              <a:gd name="connsiteX3" fmla="*/ 1480642 w 2605792"/>
              <a:gd name="connsiteY3" fmla="*/ 657663 h 1318898"/>
              <a:gd name="connsiteX4" fmla="*/ 1305497 w 2605792"/>
              <a:gd name="connsiteY4" fmla="*/ 955691 h 1318898"/>
              <a:gd name="connsiteX5" fmla="*/ 1135218 w 2605792"/>
              <a:gd name="connsiteY5" fmla="*/ 655416 h 1318898"/>
              <a:gd name="connsiteX6" fmla="*/ 763524 w 2605792"/>
              <a:gd name="connsiteY6" fmla="*/ 0 h 1318898"/>
              <a:gd name="connsiteX7" fmla="*/ 381762 w 2605792"/>
              <a:gd name="connsiteY7" fmla="*/ 649605 h 1318898"/>
              <a:gd name="connsiteX8" fmla="*/ 0 w 2605792"/>
              <a:gd name="connsiteY8" fmla="*/ 1299210 h 1318898"/>
              <a:gd name="connsiteX9" fmla="*/ 753456 w 2605792"/>
              <a:gd name="connsiteY9" fmla="*/ 1305020 h 1318898"/>
              <a:gd name="connsiteX10" fmla="*/ 1506912 w 2605792"/>
              <a:gd name="connsiteY10" fmla="*/ 1310840 h 1318898"/>
              <a:gd name="connsiteX11" fmla="*/ 1506674 w 2605792"/>
              <a:gd name="connsiteY11" fmla="*/ 1310412 h 1318898"/>
              <a:gd name="connsiteX12" fmla="*/ 1852336 w 2605792"/>
              <a:gd name="connsiteY12" fmla="*/ 1313088 h 1318898"/>
              <a:gd name="connsiteX13" fmla="*/ 2605793 w 2605792"/>
              <a:gd name="connsiteY13" fmla="*/ 1318898 h 131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05792" h="1318898">
                <a:moveTo>
                  <a:pt x="2605793" y="1318898"/>
                </a:moveTo>
                <a:lnTo>
                  <a:pt x="2234098" y="663483"/>
                </a:lnTo>
                <a:lnTo>
                  <a:pt x="1862404" y="8058"/>
                </a:lnTo>
                <a:lnTo>
                  <a:pt x="1480642" y="657663"/>
                </a:lnTo>
                <a:lnTo>
                  <a:pt x="1305497" y="955691"/>
                </a:lnTo>
                <a:lnTo>
                  <a:pt x="1135218" y="655416"/>
                </a:lnTo>
                <a:lnTo>
                  <a:pt x="763524" y="0"/>
                </a:lnTo>
                <a:lnTo>
                  <a:pt x="381762" y="649605"/>
                </a:lnTo>
                <a:lnTo>
                  <a:pt x="0" y="1299210"/>
                </a:lnTo>
                <a:lnTo>
                  <a:pt x="753456" y="1305020"/>
                </a:lnTo>
                <a:lnTo>
                  <a:pt x="1506912" y="1310840"/>
                </a:lnTo>
                <a:lnTo>
                  <a:pt x="1506674" y="1310412"/>
                </a:lnTo>
                <a:lnTo>
                  <a:pt x="1852336" y="1313088"/>
                </a:lnTo>
                <a:lnTo>
                  <a:pt x="2605793" y="1318898"/>
                </a:lnTo>
                <a:close/>
              </a:path>
            </a:pathLst>
          </a:custGeom>
          <a:solidFill>
            <a:schemeClr val="accent1"/>
          </a:solidFill>
          <a:ln w="9525" cap="flat">
            <a:noFill/>
            <a:prstDash val="solid"/>
            <a:miter/>
          </a:ln>
        </p:spPr>
        <p:txBody>
          <a:bodyPr rtlCol="0" anchor="ctr"/>
          <a:lstStyle/>
          <a:p>
            <a:endParaRPr lang="en-US"/>
          </a:p>
        </p:txBody>
      </p:sp>
      <p:sp>
        <p:nvSpPr>
          <p:cNvPr id="24" name="Text Placeholder 23">
            <a:extLst>
              <a:ext uri="{FF2B5EF4-FFF2-40B4-BE49-F238E27FC236}">
                <a16:creationId xmlns:a16="http://schemas.microsoft.com/office/drawing/2014/main" id="{AF8B88C5-A0B4-414C-9D05-FA001AC5BF1B}"/>
              </a:ext>
            </a:extLst>
          </p:cNvPr>
          <p:cNvSpPr>
            <a:spLocks noGrp="1"/>
          </p:cNvSpPr>
          <p:nvPr>
            <p:ph type="body" sz="quarter" idx="10"/>
          </p:nvPr>
        </p:nvSpPr>
        <p:spPr>
          <a:xfrm>
            <a:off x="2316161" y="4522678"/>
            <a:ext cx="6300789" cy="496725"/>
          </a:xfrm>
        </p:spPr>
        <p:txBody>
          <a:bodyPr>
            <a:normAutofit/>
          </a:bodyPr>
          <a:lstStyle>
            <a:lvl1pPr marL="0" indent="0">
              <a:buNone/>
              <a:defRPr b="0">
                <a:solidFill>
                  <a:schemeClr val="bg2"/>
                </a:solidFill>
                <a:latin typeface="Inter SemiBold" panose="020B0502030000000004" pitchFamily="34" charset="0"/>
                <a:ea typeface="Inter SemiBold" panose="020B0502030000000004" pitchFamily="34" charset="0"/>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
        <p:nvSpPr>
          <p:cNvPr id="25" name="Text Placeholder 23">
            <a:extLst>
              <a:ext uri="{FF2B5EF4-FFF2-40B4-BE49-F238E27FC236}">
                <a16:creationId xmlns:a16="http://schemas.microsoft.com/office/drawing/2014/main" id="{A8E95EAD-4D11-408C-A543-78867EDAC11E}"/>
              </a:ext>
            </a:extLst>
          </p:cNvPr>
          <p:cNvSpPr>
            <a:spLocks noGrp="1"/>
          </p:cNvSpPr>
          <p:nvPr>
            <p:ph type="body" sz="quarter" idx="11"/>
          </p:nvPr>
        </p:nvSpPr>
        <p:spPr>
          <a:xfrm>
            <a:off x="2325393" y="5403520"/>
            <a:ext cx="6283957" cy="797255"/>
          </a:xfrm>
        </p:spPr>
        <p:txBody>
          <a:bodyPr>
            <a:normAutofit/>
          </a:bodyPr>
          <a:lstStyle>
            <a:lvl1pPr marL="0" indent="0">
              <a:buNone/>
              <a:defRPr sz="1400">
                <a:solidFill>
                  <a:schemeClr val="bg2"/>
                </a:solidFill>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1218980522"/>
      </p:ext>
    </p:extLst>
  </p:cSld>
  <p:clrMapOvr>
    <a:masterClrMapping/>
  </p:clrMapOvr>
  <p:extLst>
    <p:ext uri="{DCECCB84-F9BA-43D5-87BE-67443E8EF086}">
      <p15:sldGuideLst xmlns:p15="http://schemas.microsoft.com/office/powerpoint/2012/main">
        <p15:guide id="1" pos="1459" userDrawn="1">
          <p15:clr>
            <a:srgbClr val="FBAE40"/>
          </p15:clr>
        </p15:guide>
        <p15:guide id="2" pos="5428" userDrawn="1">
          <p15:clr>
            <a:srgbClr val="FBAE40"/>
          </p15:clr>
        </p15:guide>
        <p15:guide id="3" orient="horz" pos="2364"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tel og innho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BB937F-B4E4-4D38-B9AE-ECCB527C97EB}"/>
              </a:ext>
            </a:extLst>
          </p:cNvPr>
          <p:cNvSpPr>
            <a:spLocks noGrp="1"/>
          </p:cNvSpPr>
          <p:nvPr>
            <p:ph type="sldNum" sz="quarter" idx="16"/>
          </p:nvPr>
        </p:nvSpPr>
        <p:spPr/>
        <p:txBody>
          <a:bodyPr/>
          <a:lstStyle/>
          <a:p>
            <a:fld id="{261FDEBC-E42D-42D0-B9CA-24127F1B2280}" type="slidenum">
              <a:rPr lang="nb-NO" noProof="0" smtClean="0"/>
              <a:pPr/>
              <a:t>‹#›</a:t>
            </a:fld>
            <a:endParaRPr lang="nb-NO" noProof="0"/>
          </a:p>
        </p:txBody>
      </p:sp>
      <p:sp>
        <p:nvSpPr>
          <p:cNvPr id="4" name="Title 3">
            <a:extLst>
              <a:ext uri="{FF2B5EF4-FFF2-40B4-BE49-F238E27FC236}">
                <a16:creationId xmlns:a16="http://schemas.microsoft.com/office/drawing/2014/main" id="{5054ACC8-2946-4D2A-9C31-A49E6D48BEE1}"/>
              </a:ext>
            </a:extLst>
          </p:cNvPr>
          <p:cNvSpPr>
            <a:spLocks noGrp="1"/>
          </p:cNvSpPr>
          <p:nvPr>
            <p:ph type="title"/>
          </p:nvPr>
        </p:nvSpPr>
        <p:spPr/>
        <p:txBody>
          <a:body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Content Placeholder 5">
            <a:extLst>
              <a:ext uri="{FF2B5EF4-FFF2-40B4-BE49-F238E27FC236}">
                <a16:creationId xmlns:a16="http://schemas.microsoft.com/office/drawing/2014/main" id="{611A7EBB-3399-4893-B2ED-2AB5528D3477}"/>
              </a:ext>
            </a:extLst>
          </p:cNvPr>
          <p:cNvSpPr>
            <a:spLocks noGrp="1"/>
          </p:cNvSpPr>
          <p:nvPr>
            <p:ph sz="quarter" idx="17"/>
          </p:nvPr>
        </p:nvSpPr>
        <p:spPr>
          <a:xfrm>
            <a:off x="839788" y="2097088"/>
            <a:ext cx="10514012" cy="4103687"/>
          </a:xfrm>
        </p:spPr>
        <p:txBody>
          <a:body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a:p>
            <a:pPr lvl="1"/>
            <a:r>
              <a:rPr lang="nb-NO" noProof="0"/>
              <a:t>Second </a:t>
            </a:r>
            <a:r>
              <a:rPr lang="nb-NO" noProof="0" err="1"/>
              <a:t>level</a:t>
            </a:r>
            <a:endParaRPr lang="nb-NO" noProof="0"/>
          </a:p>
          <a:p>
            <a:pPr lvl="2"/>
            <a:r>
              <a:rPr lang="nb-NO" noProof="0"/>
              <a:t>Third </a:t>
            </a:r>
            <a:r>
              <a:rPr lang="nb-NO" noProof="0" err="1"/>
              <a:t>level</a:t>
            </a:r>
            <a:endParaRPr lang="nb-NO" noProof="0"/>
          </a:p>
          <a:p>
            <a:pPr lvl="3"/>
            <a:r>
              <a:rPr lang="nb-NO" noProof="0" err="1"/>
              <a:t>Fourth</a:t>
            </a:r>
            <a:r>
              <a:rPr lang="nb-NO" noProof="0"/>
              <a:t> </a:t>
            </a:r>
            <a:r>
              <a:rPr lang="nb-NO" noProof="0" err="1"/>
              <a:t>level</a:t>
            </a:r>
            <a:endParaRPr lang="nb-NO" noProof="0"/>
          </a:p>
          <a:p>
            <a:pPr lvl="4"/>
            <a:r>
              <a:rPr lang="nb-NO" noProof="0"/>
              <a:t>Fifth </a:t>
            </a:r>
            <a:r>
              <a:rPr lang="nb-NO" noProof="0" err="1"/>
              <a:t>level</a:t>
            </a:r>
            <a:endParaRPr lang="nb-NO" noProof="0"/>
          </a:p>
        </p:txBody>
      </p:sp>
      <p:sp>
        <p:nvSpPr>
          <p:cNvPr id="7" name="Text Placeholder 6">
            <a:extLst>
              <a:ext uri="{FF2B5EF4-FFF2-40B4-BE49-F238E27FC236}">
                <a16:creationId xmlns:a16="http://schemas.microsoft.com/office/drawing/2014/main" id="{13FDA777-9394-43C9-8CC2-A99E170B0927}"/>
              </a:ext>
            </a:extLst>
          </p:cNvPr>
          <p:cNvSpPr>
            <a:spLocks noGrp="1"/>
          </p:cNvSpPr>
          <p:nvPr>
            <p:ph type="body" sz="quarter" idx="18"/>
          </p:nvPr>
        </p:nvSpPr>
        <p:spPr>
          <a:xfrm>
            <a:off x="839788" y="1304925"/>
            <a:ext cx="10512425" cy="608014"/>
          </a:xfrm>
        </p:spPr>
        <p:txBody>
          <a:bodyPr>
            <a:normAutofit/>
          </a:bodyPr>
          <a:lstStyle>
            <a:lvl1pPr marL="0" indent="0">
              <a:buNone/>
              <a:defRPr sz="2800" b="0">
                <a:solidFill>
                  <a:schemeClr val="tx2"/>
                </a:solidFill>
                <a:latin typeface="Inter SemiBold" panose="020B0502030000000004" pitchFamily="34" charset="0"/>
                <a:ea typeface="Inter SemiBold" panose="020B0502030000000004" pitchFamily="34" charset="0"/>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894306435"/>
      </p:ext>
    </p:extLst>
  </p:cSld>
  <p:clrMapOvr>
    <a:masterClrMapping/>
  </p:clrMapOvr>
  <p:extLst>
    <p:ext uri="{DCECCB84-F9BA-43D5-87BE-67443E8EF086}">
      <p15:sldGuideLst xmlns:p15="http://schemas.microsoft.com/office/powerpoint/2012/main">
        <p15:guide id="1" orient="horz" pos="822"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tel og innhold to del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BB937F-B4E4-4D38-B9AE-ECCB527C97EB}"/>
              </a:ext>
            </a:extLst>
          </p:cNvPr>
          <p:cNvSpPr>
            <a:spLocks noGrp="1"/>
          </p:cNvSpPr>
          <p:nvPr>
            <p:ph type="sldNum" sz="quarter" idx="16"/>
          </p:nvPr>
        </p:nvSpPr>
        <p:spPr/>
        <p:txBody>
          <a:bodyPr/>
          <a:lstStyle/>
          <a:p>
            <a:fld id="{261FDEBC-E42D-42D0-B9CA-24127F1B2280}" type="slidenum">
              <a:rPr lang="nb-NO" noProof="0" smtClean="0"/>
              <a:pPr/>
              <a:t>‹#›</a:t>
            </a:fld>
            <a:endParaRPr lang="nb-NO" noProof="0"/>
          </a:p>
        </p:txBody>
      </p:sp>
      <p:sp>
        <p:nvSpPr>
          <p:cNvPr id="4" name="Title 3">
            <a:extLst>
              <a:ext uri="{FF2B5EF4-FFF2-40B4-BE49-F238E27FC236}">
                <a16:creationId xmlns:a16="http://schemas.microsoft.com/office/drawing/2014/main" id="{5054ACC8-2946-4D2A-9C31-A49E6D48BEE1}"/>
              </a:ext>
            </a:extLst>
          </p:cNvPr>
          <p:cNvSpPr>
            <a:spLocks noGrp="1"/>
          </p:cNvSpPr>
          <p:nvPr>
            <p:ph type="title"/>
          </p:nvPr>
        </p:nvSpPr>
        <p:spPr/>
        <p:txBody>
          <a:body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Content Placeholder 5">
            <a:extLst>
              <a:ext uri="{FF2B5EF4-FFF2-40B4-BE49-F238E27FC236}">
                <a16:creationId xmlns:a16="http://schemas.microsoft.com/office/drawing/2014/main" id="{611A7EBB-3399-4893-B2ED-2AB5528D3477}"/>
              </a:ext>
            </a:extLst>
          </p:cNvPr>
          <p:cNvSpPr>
            <a:spLocks noGrp="1"/>
          </p:cNvSpPr>
          <p:nvPr>
            <p:ph sz="quarter" idx="17"/>
          </p:nvPr>
        </p:nvSpPr>
        <p:spPr>
          <a:xfrm>
            <a:off x="839788" y="2097088"/>
            <a:ext cx="4932362" cy="4103687"/>
          </a:xfrm>
        </p:spPr>
        <p:txBody>
          <a:body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a:p>
            <a:pPr lvl="1"/>
            <a:r>
              <a:rPr lang="nb-NO" noProof="0"/>
              <a:t>Second </a:t>
            </a:r>
            <a:r>
              <a:rPr lang="nb-NO" noProof="0" err="1"/>
              <a:t>level</a:t>
            </a:r>
            <a:endParaRPr lang="nb-NO" noProof="0"/>
          </a:p>
          <a:p>
            <a:pPr lvl="2"/>
            <a:r>
              <a:rPr lang="nb-NO" noProof="0"/>
              <a:t>Third </a:t>
            </a:r>
            <a:r>
              <a:rPr lang="nb-NO" noProof="0" err="1"/>
              <a:t>level</a:t>
            </a:r>
            <a:endParaRPr lang="nb-NO" noProof="0"/>
          </a:p>
          <a:p>
            <a:pPr lvl="3"/>
            <a:r>
              <a:rPr lang="nb-NO" noProof="0" err="1"/>
              <a:t>Fourth</a:t>
            </a:r>
            <a:r>
              <a:rPr lang="nb-NO" noProof="0"/>
              <a:t> </a:t>
            </a:r>
            <a:r>
              <a:rPr lang="nb-NO" noProof="0" err="1"/>
              <a:t>level</a:t>
            </a:r>
            <a:endParaRPr lang="nb-NO" noProof="0"/>
          </a:p>
          <a:p>
            <a:pPr lvl="4"/>
            <a:r>
              <a:rPr lang="nb-NO" noProof="0"/>
              <a:t>Fifth </a:t>
            </a:r>
            <a:r>
              <a:rPr lang="nb-NO" noProof="0" err="1"/>
              <a:t>level</a:t>
            </a:r>
            <a:endParaRPr lang="nb-NO" noProof="0"/>
          </a:p>
        </p:txBody>
      </p:sp>
      <p:sp>
        <p:nvSpPr>
          <p:cNvPr id="7" name="Text Placeholder 6">
            <a:extLst>
              <a:ext uri="{FF2B5EF4-FFF2-40B4-BE49-F238E27FC236}">
                <a16:creationId xmlns:a16="http://schemas.microsoft.com/office/drawing/2014/main" id="{13FDA777-9394-43C9-8CC2-A99E170B0927}"/>
              </a:ext>
            </a:extLst>
          </p:cNvPr>
          <p:cNvSpPr>
            <a:spLocks noGrp="1"/>
          </p:cNvSpPr>
          <p:nvPr>
            <p:ph type="body" sz="quarter" idx="18"/>
          </p:nvPr>
        </p:nvSpPr>
        <p:spPr>
          <a:xfrm>
            <a:off x="839788" y="1304925"/>
            <a:ext cx="10512425" cy="608014"/>
          </a:xfrm>
        </p:spPr>
        <p:txBody>
          <a:bodyPr>
            <a:normAutofit/>
          </a:bodyPr>
          <a:lstStyle>
            <a:lvl1pPr marL="0" indent="0">
              <a:buNone/>
              <a:defRPr sz="2800" b="0">
                <a:solidFill>
                  <a:schemeClr val="tx2"/>
                </a:solidFill>
                <a:latin typeface="Inter SemiBold" panose="020B0502030000000004" pitchFamily="34" charset="0"/>
                <a:ea typeface="Inter SemiBold" panose="020B0502030000000004" pitchFamily="34" charset="0"/>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
        <p:nvSpPr>
          <p:cNvPr id="8" name="Content Placeholder 7">
            <a:extLst>
              <a:ext uri="{FF2B5EF4-FFF2-40B4-BE49-F238E27FC236}">
                <a16:creationId xmlns:a16="http://schemas.microsoft.com/office/drawing/2014/main" id="{B51E888E-743F-4571-9AFC-D2D0A84D79D0}"/>
              </a:ext>
            </a:extLst>
          </p:cNvPr>
          <p:cNvSpPr>
            <a:spLocks noGrp="1"/>
          </p:cNvSpPr>
          <p:nvPr>
            <p:ph sz="quarter" idx="19"/>
          </p:nvPr>
        </p:nvSpPr>
        <p:spPr>
          <a:xfrm>
            <a:off x="6419851" y="2097088"/>
            <a:ext cx="4933950" cy="4103687"/>
          </a:xfrm>
        </p:spPr>
        <p:txBody>
          <a:body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a:p>
            <a:pPr lvl="1"/>
            <a:r>
              <a:rPr lang="nb-NO" noProof="0"/>
              <a:t>Second </a:t>
            </a:r>
            <a:r>
              <a:rPr lang="nb-NO" noProof="0" err="1"/>
              <a:t>level</a:t>
            </a:r>
            <a:endParaRPr lang="nb-NO" noProof="0"/>
          </a:p>
          <a:p>
            <a:pPr lvl="2"/>
            <a:r>
              <a:rPr lang="nb-NO" noProof="0"/>
              <a:t>Third </a:t>
            </a:r>
            <a:r>
              <a:rPr lang="nb-NO" noProof="0" err="1"/>
              <a:t>level</a:t>
            </a:r>
            <a:endParaRPr lang="nb-NO" noProof="0"/>
          </a:p>
          <a:p>
            <a:pPr lvl="3"/>
            <a:r>
              <a:rPr lang="nb-NO" noProof="0" err="1"/>
              <a:t>Fourth</a:t>
            </a:r>
            <a:r>
              <a:rPr lang="nb-NO" noProof="0"/>
              <a:t> </a:t>
            </a:r>
            <a:r>
              <a:rPr lang="nb-NO" noProof="0" err="1"/>
              <a:t>level</a:t>
            </a:r>
            <a:endParaRPr lang="nb-NO" noProof="0"/>
          </a:p>
          <a:p>
            <a:pPr lvl="4"/>
            <a:r>
              <a:rPr lang="nb-NO" noProof="0"/>
              <a:t>Fifth </a:t>
            </a:r>
            <a:r>
              <a:rPr lang="nb-NO" noProof="0" err="1"/>
              <a:t>level</a:t>
            </a:r>
            <a:endParaRPr lang="nb-NO" noProof="0"/>
          </a:p>
        </p:txBody>
      </p:sp>
    </p:spTree>
    <p:extLst>
      <p:ext uri="{BB962C8B-B14F-4D97-AF65-F5344CB8AC3E}">
        <p14:creationId xmlns:p14="http://schemas.microsoft.com/office/powerpoint/2010/main" val="2019278553"/>
      </p:ext>
    </p:extLst>
  </p:cSld>
  <p:clrMapOvr>
    <a:masterClrMapping/>
  </p:clrMapOvr>
  <p:extLst>
    <p:ext uri="{DCECCB84-F9BA-43D5-87BE-67443E8EF086}">
      <p15:sldGuideLst xmlns:p15="http://schemas.microsoft.com/office/powerpoint/2012/main">
        <p15:guide id="1" orient="horz" pos="822" userDrawn="1">
          <p15:clr>
            <a:srgbClr val="FBAE40"/>
          </p15:clr>
        </p15:guide>
        <p15:guide id="2" pos="3636" userDrawn="1">
          <p15:clr>
            <a:srgbClr val="FBAE40"/>
          </p15:clr>
        </p15:guide>
        <p15:guide id="3" pos="4044"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tel og innhold tre del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BB937F-B4E4-4D38-B9AE-ECCB527C97EB}"/>
              </a:ext>
            </a:extLst>
          </p:cNvPr>
          <p:cNvSpPr>
            <a:spLocks noGrp="1"/>
          </p:cNvSpPr>
          <p:nvPr>
            <p:ph type="sldNum" sz="quarter" idx="16"/>
          </p:nvPr>
        </p:nvSpPr>
        <p:spPr/>
        <p:txBody>
          <a:bodyPr/>
          <a:lstStyle/>
          <a:p>
            <a:fld id="{261FDEBC-E42D-42D0-B9CA-24127F1B2280}" type="slidenum">
              <a:rPr lang="nb-NO" noProof="0" smtClean="0"/>
              <a:pPr/>
              <a:t>‹#›</a:t>
            </a:fld>
            <a:endParaRPr lang="nb-NO" noProof="0"/>
          </a:p>
        </p:txBody>
      </p:sp>
      <p:sp>
        <p:nvSpPr>
          <p:cNvPr id="4" name="Title 3">
            <a:extLst>
              <a:ext uri="{FF2B5EF4-FFF2-40B4-BE49-F238E27FC236}">
                <a16:creationId xmlns:a16="http://schemas.microsoft.com/office/drawing/2014/main" id="{5054ACC8-2946-4D2A-9C31-A49E6D48BEE1}"/>
              </a:ext>
            </a:extLst>
          </p:cNvPr>
          <p:cNvSpPr>
            <a:spLocks noGrp="1"/>
          </p:cNvSpPr>
          <p:nvPr>
            <p:ph type="title"/>
          </p:nvPr>
        </p:nvSpPr>
        <p:spPr/>
        <p:txBody>
          <a:body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Content Placeholder 5">
            <a:extLst>
              <a:ext uri="{FF2B5EF4-FFF2-40B4-BE49-F238E27FC236}">
                <a16:creationId xmlns:a16="http://schemas.microsoft.com/office/drawing/2014/main" id="{611A7EBB-3399-4893-B2ED-2AB5528D3477}"/>
              </a:ext>
            </a:extLst>
          </p:cNvPr>
          <p:cNvSpPr>
            <a:spLocks noGrp="1"/>
          </p:cNvSpPr>
          <p:nvPr>
            <p:ph sz="quarter" idx="17"/>
          </p:nvPr>
        </p:nvSpPr>
        <p:spPr>
          <a:xfrm>
            <a:off x="839788" y="2097088"/>
            <a:ext cx="3060700" cy="4103687"/>
          </a:xfrm>
        </p:spPr>
        <p:txBody>
          <a:body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a:p>
            <a:pPr lvl="1"/>
            <a:r>
              <a:rPr lang="nb-NO" noProof="0"/>
              <a:t>Second </a:t>
            </a:r>
            <a:r>
              <a:rPr lang="nb-NO" noProof="0" err="1"/>
              <a:t>level</a:t>
            </a:r>
            <a:endParaRPr lang="nb-NO" noProof="0"/>
          </a:p>
          <a:p>
            <a:pPr lvl="2"/>
            <a:r>
              <a:rPr lang="nb-NO" noProof="0"/>
              <a:t>Third </a:t>
            </a:r>
            <a:r>
              <a:rPr lang="nb-NO" noProof="0" err="1"/>
              <a:t>level</a:t>
            </a:r>
            <a:endParaRPr lang="nb-NO" noProof="0"/>
          </a:p>
          <a:p>
            <a:pPr lvl="3"/>
            <a:r>
              <a:rPr lang="nb-NO" noProof="0" err="1"/>
              <a:t>Fourth</a:t>
            </a:r>
            <a:r>
              <a:rPr lang="nb-NO" noProof="0"/>
              <a:t> </a:t>
            </a:r>
            <a:r>
              <a:rPr lang="nb-NO" noProof="0" err="1"/>
              <a:t>level</a:t>
            </a:r>
            <a:endParaRPr lang="nb-NO" noProof="0"/>
          </a:p>
          <a:p>
            <a:pPr lvl="4"/>
            <a:r>
              <a:rPr lang="nb-NO" noProof="0"/>
              <a:t>Fifth </a:t>
            </a:r>
            <a:r>
              <a:rPr lang="nb-NO" noProof="0" err="1"/>
              <a:t>level</a:t>
            </a:r>
            <a:endParaRPr lang="nb-NO" noProof="0"/>
          </a:p>
        </p:txBody>
      </p:sp>
      <p:sp>
        <p:nvSpPr>
          <p:cNvPr id="7" name="Text Placeholder 6">
            <a:extLst>
              <a:ext uri="{FF2B5EF4-FFF2-40B4-BE49-F238E27FC236}">
                <a16:creationId xmlns:a16="http://schemas.microsoft.com/office/drawing/2014/main" id="{13FDA777-9394-43C9-8CC2-A99E170B0927}"/>
              </a:ext>
            </a:extLst>
          </p:cNvPr>
          <p:cNvSpPr>
            <a:spLocks noGrp="1"/>
          </p:cNvSpPr>
          <p:nvPr>
            <p:ph type="body" sz="quarter" idx="18"/>
          </p:nvPr>
        </p:nvSpPr>
        <p:spPr>
          <a:xfrm>
            <a:off x="839788" y="1304925"/>
            <a:ext cx="10512425" cy="608014"/>
          </a:xfrm>
        </p:spPr>
        <p:txBody>
          <a:bodyPr>
            <a:normAutofit/>
          </a:bodyPr>
          <a:lstStyle>
            <a:lvl1pPr marL="0" indent="0">
              <a:buNone/>
              <a:defRPr sz="2800" b="0">
                <a:solidFill>
                  <a:schemeClr val="tx2"/>
                </a:solidFill>
                <a:latin typeface="Inter SemiBold" panose="020B0502030000000004" pitchFamily="34" charset="0"/>
                <a:ea typeface="Inter SemiBold" panose="020B0502030000000004" pitchFamily="34" charset="0"/>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
        <p:nvSpPr>
          <p:cNvPr id="8" name="Content Placeholder 7">
            <a:extLst>
              <a:ext uri="{FF2B5EF4-FFF2-40B4-BE49-F238E27FC236}">
                <a16:creationId xmlns:a16="http://schemas.microsoft.com/office/drawing/2014/main" id="{B51E888E-743F-4571-9AFC-D2D0A84D79D0}"/>
              </a:ext>
            </a:extLst>
          </p:cNvPr>
          <p:cNvSpPr>
            <a:spLocks noGrp="1"/>
          </p:cNvSpPr>
          <p:nvPr>
            <p:ph sz="quarter" idx="19"/>
          </p:nvPr>
        </p:nvSpPr>
        <p:spPr>
          <a:xfrm>
            <a:off x="8291513" y="2097088"/>
            <a:ext cx="3062287" cy="4103687"/>
          </a:xfrm>
        </p:spPr>
        <p:txBody>
          <a:body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a:p>
            <a:pPr lvl="1"/>
            <a:r>
              <a:rPr lang="nb-NO" noProof="0"/>
              <a:t>Second </a:t>
            </a:r>
            <a:r>
              <a:rPr lang="nb-NO" noProof="0" err="1"/>
              <a:t>level</a:t>
            </a:r>
            <a:endParaRPr lang="nb-NO" noProof="0"/>
          </a:p>
          <a:p>
            <a:pPr lvl="2"/>
            <a:r>
              <a:rPr lang="nb-NO" noProof="0"/>
              <a:t>Third </a:t>
            </a:r>
            <a:r>
              <a:rPr lang="nb-NO" noProof="0" err="1"/>
              <a:t>level</a:t>
            </a:r>
            <a:endParaRPr lang="nb-NO" noProof="0"/>
          </a:p>
          <a:p>
            <a:pPr lvl="3"/>
            <a:r>
              <a:rPr lang="nb-NO" noProof="0" err="1"/>
              <a:t>Fourth</a:t>
            </a:r>
            <a:r>
              <a:rPr lang="nb-NO" noProof="0"/>
              <a:t> </a:t>
            </a:r>
            <a:r>
              <a:rPr lang="nb-NO" noProof="0" err="1"/>
              <a:t>level</a:t>
            </a:r>
            <a:endParaRPr lang="nb-NO" noProof="0"/>
          </a:p>
          <a:p>
            <a:pPr lvl="4"/>
            <a:r>
              <a:rPr lang="nb-NO" noProof="0"/>
              <a:t>Fifth </a:t>
            </a:r>
            <a:r>
              <a:rPr lang="nb-NO" noProof="0" err="1"/>
              <a:t>level</a:t>
            </a:r>
            <a:endParaRPr lang="nb-NO" noProof="0"/>
          </a:p>
        </p:txBody>
      </p:sp>
      <p:sp>
        <p:nvSpPr>
          <p:cNvPr id="11" name="Content Placeholder 5">
            <a:extLst>
              <a:ext uri="{FF2B5EF4-FFF2-40B4-BE49-F238E27FC236}">
                <a16:creationId xmlns:a16="http://schemas.microsoft.com/office/drawing/2014/main" id="{B768B532-41DC-4774-AEC1-0AB166390D97}"/>
              </a:ext>
            </a:extLst>
          </p:cNvPr>
          <p:cNvSpPr>
            <a:spLocks noGrp="1"/>
          </p:cNvSpPr>
          <p:nvPr>
            <p:ph sz="quarter" idx="20"/>
          </p:nvPr>
        </p:nvSpPr>
        <p:spPr>
          <a:xfrm>
            <a:off x="4548187" y="2098677"/>
            <a:ext cx="3095625" cy="4103687"/>
          </a:xfrm>
        </p:spPr>
        <p:txBody>
          <a:body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a:p>
            <a:pPr lvl="1"/>
            <a:r>
              <a:rPr lang="nb-NO" noProof="0"/>
              <a:t>Second </a:t>
            </a:r>
            <a:r>
              <a:rPr lang="nb-NO" noProof="0" err="1"/>
              <a:t>level</a:t>
            </a:r>
            <a:endParaRPr lang="nb-NO" noProof="0"/>
          </a:p>
          <a:p>
            <a:pPr lvl="2"/>
            <a:r>
              <a:rPr lang="nb-NO" noProof="0"/>
              <a:t>Third </a:t>
            </a:r>
            <a:r>
              <a:rPr lang="nb-NO" noProof="0" err="1"/>
              <a:t>level</a:t>
            </a:r>
            <a:endParaRPr lang="nb-NO" noProof="0"/>
          </a:p>
          <a:p>
            <a:pPr lvl="3"/>
            <a:r>
              <a:rPr lang="nb-NO" noProof="0" err="1"/>
              <a:t>Fourth</a:t>
            </a:r>
            <a:r>
              <a:rPr lang="nb-NO" noProof="0"/>
              <a:t> </a:t>
            </a:r>
            <a:r>
              <a:rPr lang="nb-NO" noProof="0" err="1"/>
              <a:t>level</a:t>
            </a:r>
            <a:endParaRPr lang="nb-NO" noProof="0"/>
          </a:p>
          <a:p>
            <a:pPr lvl="4"/>
            <a:r>
              <a:rPr lang="nb-NO" noProof="0"/>
              <a:t>Fifth </a:t>
            </a:r>
            <a:r>
              <a:rPr lang="nb-NO" noProof="0" err="1"/>
              <a:t>level</a:t>
            </a:r>
            <a:endParaRPr lang="nb-NO" noProof="0"/>
          </a:p>
        </p:txBody>
      </p:sp>
    </p:spTree>
    <p:extLst>
      <p:ext uri="{BB962C8B-B14F-4D97-AF65-F5344CB8AC3E}">
        <p14:creationId xmlns:p14="http://schemas.microsoft.com/office/powerpoint/2010/main" val="155080010"/>
      </p:ext>
    </p:extLst>
  </p:cSld>
  <p:clrMapOvr>
    <a:masterClrMapping/>
  </p:clrMapOvr>
  <p:extLst>
    <p:ext uri="{DCECCB84-F9BA-43D5-87BE-67443E8EF086}">
      <p15:sldGuideLst xmlns:p15="http://schemas.microsoft.com/office/powerpoint/2012/main">
        <p15:guide id="1" orient="horz" pos="822" userDrawn="1">
          <p15:clr>
            <a:srgbClr val="FBAE40"/>
          </p15:clr>
        </p15:guide>
        <p15:guide id="2" pos="2457" userDrawn="1">
          <p15:clr>
            <a:srgbClr val="FBAE40"/>
          </p15:clr>
        </p15:guide>
        <p15:guide id="3" pos="5223" userDrawn="1">
          <p15:clr>
            <a:srgbClr val="FBAE40"/>
          </p15:clr>
        </p15:guide>
        <p15:guide id="4" pos="2865" userDrawn="1">
          <p15:clr>
            <a:srgbClr val="FBAE40"/>
          </p15:clr>
        </p15:guide>
        <p15:guide id="5" pos="4815"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tel">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BB937F-B4E4-4D38-B9AE-ECCB527C97EB}"/>
              </a:ext>
            </a:extLst>
          </p:cNvPr>
          <p:cNvSpPr>
            <a:spLocks noGrp="1"/>
          </p:cNvSpPr>
          <p:nvPr>
            <p:ph type="sldNum" sz="quarter" idx="16"/>
          </p:nvPr>
        </p:nvSpPr>
        <p:spPr/>
        <p:txBody>
          <a:bodyPr/>
          <a:lstStyle/>
          <a:p>
            <a:fld id="{261FDEBC-E42D-42D0-B9CA-24127F1B2280}" type="slidenum">
              <a:rPr lang="nb-NO" noProof="0" smtClean="0"/>
              <a:pPr/>
              <a:t>‹#›</a:t>
            </a:fld>
            <a:endParaRPr lang="nb-NO" noProof="0"/>
          </a:p>
        </p:txBody>
      </p:sp>
      <p:sp>
        <p:nvSpPr>
          <p:cNvPr id="4" name="Title 3">
            <a:extLst>
              <a:ext uri="{FF2B5EF4-FFF2-40B4-BE49-F238E27FC236}">
                <a16:creationId xmlns:a16="http://schemas.microsoft.com/office/drawing/2014/main" id="{5054ACC8-2946-4D2A-9C31-A49E6D48BEE1}"/>
              </a:ext>
            </a:extLst>
          </p:cNvPr>
          <p:cNvSpPr>
            <a:spLocks noGrp="1"/>
          </p:cNvSpPr>
          <p:nvPr>
            <p:ph type="title"/>
          </p:nvPr>
        </p:nvSpPr>
        <p:spPr/>
        <p:txBody>
          <a:body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7" name="Text Placeholder 6">
            <a:extLst>
              <a:ext uri="{FF2B5EF4-FFF2-40B4-BE49-F238E27FC236}">
                <a16:creationId xmlns:a16="http://schemas.microsoft.com/office/drawing/2014/main" id="{13FDA777-9394-43C9-8CC2-A99E170B0927}"/>
              </a:ext>
            </a:extLst>
          </p:cNvPr>
          <p:cNvSpPr>
            <a:spLocks noGrp="1"/>
          </p:cNvSpPr>
          <p:nvPr>
            <p:ph type="body" sz="quarter" idx="18"/>
          </p:nvPr>
        </p:nvSpPr>
        <p:spPr>
          <a:xfrm>
            <a:off x="839788" y="1304925"/>
            <a:ext cx="10512425" cy="608014"/>
          </a:xfrm>
        </p:spPr>
        <p:txBody>
          <a:bodyPr>
            <a:normAutofit/>
          </a:bodyPr>
          <a:lstStyle>
            <a:lvl1pPr marL="0" indent="0">
              <a:buNone/>
              <a:defRPr sz="2800" b="0">
                <a:solidFill>
                  <a:schemeClr val="tx2"/>
                </a:solidFill>
                <a:latin typeface="Inter SemiBold" panose="020B0502030000000004" pitchFamily="34" charset="0"/>
                <a:ea typeface="Inter SemiBold" panose="020B0502030000000004" pitchFamily="34" charset="0"/>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2519969939"/>
      </p:ext>
    </p:extLst>
  </p:cSld>
  <p:clrMapOvr>
    <a:masterClrMapping/>
  </p:clrMapOvr>
  <p:extLst>
    <p:ext uri="{DCECCB84-F9BA-43D5-87BE-67443E8EF086}">
      <p15:sldGuideLst xmlns:p15="http://schemas.microsoft.com/office/powerpoint/2012/main">
        <p15:guide id="1" orient="horz" pos="822"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tel og tekst alternativ">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E829F-C6B1-4E47-BE73-78ADAC85651B}"/>
              </a:ext>
            </a:extLst>
          </p:cNvPr>
          <p:cNvSpPr>
            <a:spLocks noGrp="1"/>
          </p:cNvSpPr>
          <p:nvPr>
            <p:ph type="title"/>
          </p:nvPr>
        </p:nvSpPr>
        <p:spPr>
          <a:xfrm>
            <a:off x="839788" y="3012193"/>
            <a:ext cx="10512425" cy="992117"/>
          </a:xfrm>
        </p:spPr>
        <p:txBody>
          <a:body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4" name="Text Placeholder 3">
            <a:extLst>
              <a:ext uri="{FF2B5EF4-FFF2-40B4-BE49-F238E27FC236}">
                <a16:creationId xmlns:a16="http://schemas.microsoft.com/office/drawing/2014/main" id="{38B6F8E5-4F25-4B20-9C00-5D1EE30C25E3}"/>
              </a:ext>
            </a:extLst>
          </p:cNvPr>
          <p:cNvSpPr>
            <a:spLocks noGrp="1"/>
          </p:cNvSpPr>
          <p:nvPr>
            <p:ph type="body" sz="quarter" idx="10"/>
          </p:nvPr>
        </p:nvSpPr>
        <p:spPr>
          <a:xfrm>
            <a:off x="839788" y="4004310"/>
            <a:ext cx="10512425" cy="2196465"/>
          </a:xfrm>
        </p:spPr>
        <p:txBody>
          <a:body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a:p>
            <a:pPr lvl="1"/>
            <a:r>
              <a:rPr lang="nb-NO" noProof="0"/>
              <a:t>Second </a:t>
            </a:r>
            <a:r>
              <a:rPr lang="nb-NO" noProof="0" err="1"/>
              <a:t>level</a:t>
            </a:r>
            <a:endParaRPr lang="nb-NO" noProof="0"/>
          </a:p>
          <a:p>
            <a:pPr lvl="2"/>
            <a:r>
              <a:rPr lang="nb-NO" noProof="0"/>
              <a:t>Third </a:t>
            </a:r>
            <a:r>
              <a:rPr lang="nb-NO" noProof="0" err="1"/>
              <a:t>level</a:t>
            </a:r>
            <a:endParaRPr lang="nb-NO" noProof="0"/>
          </a:p>
          <a:p>
            <a:pPr lvl="3"/>
            <a:r>
              <a:rPr lang="nb-NO" noProof="0" err="1"/>
              <a:t>Fourth</a:t>
            </a:r>
            <a:r>
              <a:rPr lang="nb-NO" noProof="0"/>
              <a:t> </a:t>
            </a:r>
            <a:r>
              <a:rPr lang="nb-NO" noProof="0" err="1"/>
              <a:t>level</a:t>
            </a:r>
            <a:endParaRPr lang="nb-NO" noProof="0"/>
          </a:p>
          <a:p>
            <a:pPr lvl="4"/>
            <a:r>
              <a:rPr lang="nb-NO" noProof="0"/>
              <a:t>Fifth </a:t>
            </a:r>
            <a:r>
              <a:rPr lang="nb-NO" noProof="0" err="1"/>
              <a:t>level</a:t>
            </a:r>
            <a:endParaRPr lang="nb-NO" noProof="0"/>
          </a:p>
        </p:txBody>
      </p:sp>
    </p:spTree>
    <p:extLst>
      <p:ext uri="{BB962C8B-B14F-4D97-AF65-F5344CB8AC3E}">
        <p14:creationId xmlns:p14="http://schemas.microsoft.com/office/powerpoint/2010/main" val="29050520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tel og bilde helside">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21793A7B-AE56-C74D-83CD-6C0067FBC033}"/>
              </a:ext>
            </a:extLst>
          </p:cNvPr>
          <p:cNvSpPr>
            <a:spLocks noGrp="1"/>
          </p:cNvSpPr>
          <p:nvPr>
            <p:ph type="pic" sz="quarter" idx="15"/>
          </p:nvPr>
        </p:nvSpPr>
        <p:spPr>
          <a:xfrm>
            <a:off x="0" y="0"/>
            <a:ext cx="12192000" cy="6858000"/>
          </a:xfrm>
          <a:prstGeom prst="rect">
            <a:avLst/>
          </a:prstGeom>
        </p:spPr>
        <p:txBody>
          <a:bodyPr anchor="ctr"/>
          <a:lstStyle>
            <a:lvl1pPr marL="0" indent="0" algn="ctr">
              <a:buNone/>
              <a:defRPr sz="16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2" name="Title 1">
            <a:extLst>
              <a:ext uri="{FF2B5EF4-FFF2-40B4-BE49-F238E27FC236}">
                <a16:creationId xmlns:a16="http://schemas.microsoft.com/office/drawing/2014/main" id="{B154E7DB-23CD-4B89-B557-9FC8FFE20DF2}"/>
              </a:ext>
            </a:extLst>
          </p:cNvPr>
          <p:cNvSpPr>
            <a:spLocks noGrp="1"/>
          </p:cNvSpPr>
          <p:nvPr>
            <p:ph type="title"/>
          </p:nvPr>
        </p:nvSpPr>
        <p:spPr>
          <a:xfrm>
            <a:off x="839788" y="5016817"/>
            <a:ext cx="10512425" cy="1183958"/>
          </a:xfrm>
        </p:spPr>
        <p:txBody>
          <a:bodyPr anchor="b"/>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Tree>
    <p:extLst>
      <p:ext uri="{BB962C8B-B14F-4D97-AF65-F5344CB8AC3E}">
        <p14:creationId xmlns:p14="http://schemas.microsoft.com/office/powerpoint/2010/main" val="122598046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am presentasjon">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ED25A7A-261A-0B43-A8E9-F01017A8A176}"/>
              </a:ext>
            </a:extLst>
          </p:cNvPr>
          <p:cNvSpPr>
            <a:spLocks noGrp="1"/>
          </p:cNvSpPr>
          <p:nvPr>
            <p:ph type="pic" sz="quarter" idx="11"/>
          </p:nvPr>
        </p:nvSpPr>
        <p:spPr>
          <a:xfrm>
            <a:off x="1464082" y="2663280"/>
            <a:ext cx="1212850" cy="1530350"/>
          </a:xfrm>
          <a:prstGeom prst="rect">
            <a:avLst/>
          </a:prstGeom>
        </p:spPr>
        <p:txBody>
          <a:bodyPr anchor="ctr"/>
          <a:lstStyle>
            <a:lvl1pPr marL="0" indent="0" algn="ctr">
              <a:buNone/>
              <a:defRPr sz="14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39" name="Picture Placeholder 8">
            <a:extLst>
              <a:ext uri="{FF2B5EF4-FFF2-40B4-BE49-F238E27FC236}">
                <a16:creationId xmlns:a16="http://schemas.microsoft.com/office/drawing/2014/main" id="{9166DD9E-55E8-7C4D-A3FB-F01421C54124}"/>
              </a:ext>
            </a:extLst>
          </p:cNvPr>
          <p:cNvSpPr>
            <a:spLocks noGrp="1"/>
          </p:cNvSpPr>
          <p:nvPr>
            <p:ph type="pic" sz="quarter" idx="12"/>
          </p:nvPr>
        </p:nvSpPr>
        <p:spPr>
          <a:xfrm>
            <a:off x="3070275" y="2663280"/>
            <a:ext cx="1212850" cy="1530350"/>
          </a:xfrm>
          <a:prstGeom prst="rect">
            <a:avLst/>
          </a:prstGeom>
        </p:spPr>
        <p:txBody>
          <a:bodyPr anchor="ctr"/>
          <a:lstStyle>
            <a:lvl1pPr marL="0" indent="0" algn="ctr">
              <a:buNone/>
              <a:defRPr sz="14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40" name="Picture Placeholder 8">
            <a:extLst>
              <a:ext uri="{FF2B5EF4-FFF2-40B4-BE49-F238E27FC236}">
                <a16:creationId xmlns:a16="http://schemas.microsoft.com/office/drawing/2014/main" id="{869A3281-93B9-D044-95C7-95EE88207E90}"/>
              </a:ext>
            </a:extLst>
          </p:cNvPr>
          <p:cNvSpPr>
            <a:spLocks noGrp="1"/>
          </p:cNvSpPr>
          <p:nvPr>
            <p:ph type="pic" sz="quarter" idx="13"/>
          </p:nvPr>
        </p:nvSpPr>
        <p:spPr>
          <a:xfrm>
            <a:off x="4676468" y="2663280"/>
            <a:ext cx="1212850" cy="1530350"/>
          </a:xfrm>
          <a:prstGeom prst="rect">
            <a:avLst/>
          </a:prstGeom>
        </p:spPr>
        <p:txBody>
          <a:bodyPr anchor="ctr"/>
          <a:lstStyle>
            <a:lvl1pPr marL="0" indent="0" algn="ctr">
              <a:buNone/>
              <a:defRPr sz="14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41" name="Picture Placeholder 8">
            <a:extLst>
              <a:ext uri="{FF2B5EF4-FFF2-40B4-BE49-F238E27FC236}">
                <a16:creationId xmlns:a16="http://schemas.microsoft.com/office/drawing/2014/main" id="{04C4C85B-DBC6-1C48-8254-CC69EED702D3}"/>
              </a:ext>
            </a:extLst>
          </p:cNvPr>
          <p:cNvSpPr>
            <a:spLocks noGrp="1"/>
          </p:cNvSpPr>
          <p:nvPr>
            <p:ph type="pic" sz="quarter" idx="14"/>
          </p:nvPr>
        </p:nvSpPr>
        <p:spPr>
          <a:xfrm>
            <a:off x="6282661" y="2663280"/>
            <a:ext cx="1212850" cy="1530350"/>
          </a:xfrm>
          <a:prstGeom prst="rect">
            <a:avLst/>
          </a:prstGeom>
        </p:spPr>
        <p:txBody>
          <a:bodyPr anchor="ctr"/>
          <a:lstStyle>
            <a:lvl1pPr marL="0" indent="0" algn="ctr">
              <a:buNone/>
              <a:defRPr sz="14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42" name="Picture Placeholder 8">
            <a:extLst>
              <a:ext uri="{FF2B5EF4-FFF2-40B4-BE49-F238E27FC236}">
                <a16:creationId xmlns:a16="http://schemas.microsoft.com/office/drawing/2014/main" id="{E176FB11-84E3-7D49-9208-B88D1A3862F9}"/>
              </a:ext>
            </a:extLst>
          </p:cNvPr>
          <p:cNvSpPr>
            <a:spLocks noGrp="1"/>
          </p:cNvSpPr>
          <p:nvPr>
            <p:ph type="pic" sz="quarter" idx="15"/>
          </p:nvPr>
        </p:nvSpPr>
        <p:spPr>
          <a:xfrm>
            <a:off x="7888854" y="2663280"/>
            <a:ext cx="1212850" cy="1530350"/>
          </a:xfrm>
          <a:prstGeom prst="rect">
            <a:avLst/>
          </a:prstGeom>
        </p:spPr>
        <p:txBody>
          <a:bodyPr anchor="ctr"/>
          <a:lstStyle>
            <a:lvl1pPr marL="0" indent="0" algn="ctr">
              <a:buNone/>
              <a:defRPr sz="14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43" name="Picture Placeholder 8">
            <a:extLst>
              <a:ext uri="{FF2B5EF4-FFF2-40B4-BE49-F238E27FC236}">
                <a16:creationId xmlns:a16="http://schemas.microsoft.com/office/drawing/2014/main" id="{51E255ED-408C-D643-901C-F53FAC705403}"/>
              </a:ext>
            </a:extLst>
          </p:cNvPr>
          <p:cNvSpPr>
            <a:spLocks noGrp="1"/>
          </p:cNvSpPr>
          <p:nvPr>
            <p:ph type="pic" sz="quarter" idx="16"/>
          </p:nvPr>
        </p:nvSpPr>
        <p:spPr>
          <a:xfrm>
            <a:off x="9495047" y="2663280"/>
            <a:ext cx="1212850" cy="1530350"/>
          </a:xfrm>
          <a:prstGeom prst="rect">
            <a:avLst/>
          </a:prstGeom>
        </p:spPr>
        <p:txBody>
          <a:bodyPr anchor="ctr"/>
          <a:lstStyle>
            <a:lvl1pPr marL="0" indent="0" algn="ctr">
              <a:buNone/>
              <a:defRPr sz="14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23" name="Text Placeholder 43">
            <a:extLst>
              <a:ext uri="{FF2B5EF4-FFF2-40B4-BE49-F238E27FC236}">
                <a16:creationId xmlns:a16="http://schemas.microsoft.com/office/drawing/2014/main" id="{35CFAD26-538C-DC40-8739-EEB6E082782A}"/>
              </a:ext>
            </a:extLst>
          </p:cNvPr>
          <p:cNvSpPr>
            <a:spLocks noGrp="1"/>
          </p:cNvSpPr>
          <p:nvPr>
            <p:ph type="body" sz="quarter" idx="17" hasCustomPrompt="1"/>
          </p:nvPr>
        </p:nvSpPr>
        <p:spPr>
          <a:xfrm>
            <a:off x="1464082" y="4625082"/>
            <a:ext cx="1440287" cy="256481"/>
          </a:xfrm>
          <a:prstGeom prst="rect">
            <a:avLst/>
          </a:prstGeom>
        </p:spPr>
        <p:txBody>
          <a:bodyPr>
            <a:normAutofit/>
          </a:bodyPr>
          <a:lstStyle>
            <a:lvl1pPr marL="0" indent="0">
              <a:buNone/>
              <a:defRPr lang="en-NO" sz="1050" kern="1200" cap="all" baseline="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TITTEL</a:t>
            </a:r>
          </a:p>
        </p:txBody>
      </p:sp>
      <p:sp>
        <p:nvSpPr>
          <p:cNvPr id="2" name="Title 1">
            <a:extLst>
              <a:ext uri="{FF2B5EF4-FFF2-40B4-BE49-F238E27FC236}">
                <a16:creationId xmlns:a16="http://schemas.microsoft.com/office/drawing/2014/main" id="{669511DB-D674-420C-B7DB-FCE430DD65E2}"/>
              </a:ext>
            </a:extLst>
          </p:cNvPr>
          <p:cNvSpPr>
            <a:spLocks noGrp="1"/>
          </p:cNvSpPr>
          <p:nvPr>
            <p:ph type="title"/>
          </p:nvPr>
        </p:nvSpPr>
        <p:spPr/>
        <p:txBody>
          <a:body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15" name="Text Placeholder 6">
            <a:extLst>
              <a:ext uri="{FF2B5EF4-FFF2-40B4-BE49-F238E27FC236}">
                <a16:creationId xmlns:a16="http://schemas.microsoft.com/office/drawing/2014/main" id="{078EE076-7091-4FDF-9F9F-12213C717D1E}"/>
              </a:ext>
            </a:extLst>
          </p:cNvPr>
          <p:cNvSpPr>
            <a:spLocks noGrp="1"/>
          </p:cNvSpPr>
          <p:nvPr>
            <p:ph type="body" sz="quarter" idx="23"/>
          </p:nvPr>
        </p:nvSpPr>
        <p:spPr>
          <a:xfrm>
            <a:off x="839788" y="1304925"/>
            <a:ext cx="10512425" cy="608014"/>
          </a:xfrm>
        </p:spPr>
        <p:txBody>
          <a:bodyPr>
            <a:normAutofit/>
          </a:bodyPr>
          <a:lstStyle>
            <a:lvl1pPr marL="0" indent="0">
              <a:buNone/>
              <a:defRPr sz="2800" b="0">
                <a:solidFill>
                  <a:schemeClr val="tx2"/>
                </a:solidFill>
                <a:latin typeface="Inter SemiBold" panose="020B0502030000000004" pitchFamily="34" charset="0"/>
                <a:ea typeface="Inter SemiBold" panose="020B0502030000000004" pitchFamily="34" charset="0"/>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
        <p:nvSpPr>
          <p:cNvPr id="16" name="Text Placeholder 43">
            <a:extLst>
              <a:ext uri="{FF2B5EF4-FFF2-40B4-BE49-F238E27FC236}">
                <a16:creationId xmlns:a16="http://schemas.microsoft.com/office/drawing/2014/main" id="{5B6A213F-AF74-4411-8EC9-FBC6D18337B4}"/>
              </a:ext>
            </a:extLst>
          </p:cNvPr>
          <p:cNvSpPr>
            <a:spLocks noGrp="1"/>
          </p:cNvSpPr>
          <p:nvPr>
            <p:ph type="body" sz="quarter" idx="24" hasCustomPrompt="1"/>
          </p:nvPr>
        </p:nvSpPr>
        <p:spPr>
          <a:xfrm>
            <a:off x="1464489" y="4958953"/>
            <a:ext cx="1440287" cy="256481"/>
          </a:xfrm>
          <a:prstGeom prst="rect">
            <a:avLst/>
          </a:prstGeom>
        </p:spPr>
        <p:txBody>
          <a:bodyPr>
            <a:normAutofit/>
          </a:bodyPr>
          <a:lstStyle>
            <a:lvl1pPr marL="0" indent="0">
              <a:buNone/>
              <a:defRPr lang="en-NO" sz="1050" kern="120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Hen </a:t>
            </a:r>
            <a:r>
              <a:rPr lang="nb-NO" noProof="0" err="1"/>
              <a:t>Hennesen</a:t>
            </a:r>
            <a:endParaRPr lang="nb-NO" noProof="0"/>
          </a:p>
        </p:txBody>
      </p:sp>
      <p:sp>
        <p:nvSpPr>
          <p:cNvPr id="17" name="Text Placeholder 43">
            <a:extLst>
              <a:ext uri="{FF2B5EF4-FFF2-40B4-BE49-F238E27FC236}">
                <a16:creationId xmlns:a16="http://schemas.microsoft.com/office/drawing/2014/main" id="{AD9DFCE4-B57B-41AC-85B4-D7B137AA223C}"/>
              </a:ext>
            </a:extLst>
          </p:cNvPr>
          <p:cNvSpPr>
            <a:spLocks noGrp="1"/>
          </p:cNvSpPr>
          <p:nvPr>
            <p:ph type="body" sz="quarter" idx="25" hasCustomPrompt="1"/>
          </p:nvPr>
        </p:nvSpPr>
        <p:spPr>
          <a:xfrm>
            <a:off x="3070275" y="4625082"/>
            <a:ext cx="1440287" cy="256481"/>
          </a:xfrm>
          <a:prstGeom prst="rect">
            <a:avLst/>
          </a:prstGeom>
        </p:spPr>
        <p:txBody>
          <a:bodyPr>
            <a:normAutofit/>
          </a:bodyPr>
          <a:lstStyle>
            <a:lvl1pPr marL="0" indent="0">
              <a:buNone/>
              <a:defRPr lang="en-NO" sz="1050" kern="1200" cap="all" baseline="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TITTEL</a:t>
            </a:r>
          </a:p>
        </p:txBody>
      </p:sp>
      <p:sp>
        <p:nvSpPr>
          <p:cNvPr id="18" name="Text Placeholder 43">
            <a:extLst>
              <a:ext uri="{FF2B5EF4-FFF2-40B4-BE49-F238E27FC236}">
                <a16:creationId xmlns:a16="http://schemas.microsoft.com/office/drawing/2014/main" id="{77751DDC-CE5B-46CC-99BB-D2098F0C4005}"/>
              </a:ext>
            </a:extLst>
          </p:cNvPr>
          <p:cNvSpPr>
            <a:spLocks noGrp="1"/>
          </p:cNvSpPr>
          <p:nvPr>
            <p:ph type="body" sz="quarter" idx="26" hasCustomPrompt="1"/>
          </p:nvPr>
        </p:nvSpPr>
        <p:spPr>
          <a:xfrm>
            <a:off x="3070682" y="4958953"/>
            <a:ext cx="1440287" cy="256481"/>
          </a:xfrm>
          <a:prstGeom prst="rect">
            <a:avLst/>
          </a:prstGeom>
        </p:spPr>
        <p:txBody>
          <a:bodyPr>
            <a:normAutofit/>
          </a:bodyPr>
          <a:lstStyle>
            <a:lvl1pPr marL="0" indent="0">
              <a:buNone/>
              <a:defRPr lang="en-NO" sz="1050" kern="120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Hen </a:t>
            </a:r>
            <a:r>
              <a:rPr lang="nb-NO" noProof="0" err="1"/>
              <a:t>Hennesen</a:t>
            </a:r>
            <a:endParaRPr lang="nb-NO" noProof="0"/>
          </a:p>
        </p:txBody>
      </p:sp>
      <p:sp>
        <p:nvSpPr>
          <p:cNvPr id="19" name="Text Placeholder 43">
            <a:extLst>
              <a:ext uri="{FF2B5EF4-FFF2-40B4-BE49-F238E27FC236}">
                <a16:creationId xmlns:a16="http://schemas.microsoft.com/office/drawing/2014/main" id="{854A9599-0E03-4F99-A393-2B726FC1CF1D}"/>
              </a:ext>
            </a:extLst>
          </p:cNvPr>
          <p:cNvSpPr>
            <a:spLocks noGrp="1"/>
          </p:cNvSpPr>
          <p:nvPr>
            <p:ph type="body" sz="quarter" idx="27" hasCustomPrompt="1"/>
          </p:nvPr>
        </p:nvSpPr>
        <p:spPr>
          <a:xfrm>
            <a:off x="4676468" y="4625082"/>
            <a:ext cx="1440287" cy="256481"/>
          </a:xfrm>
          <a:prstGeom prst="rect">
            <a:avLst/>
          </a:prstGeom>
        </p:spPr>
        <p:txBody>
          <a:bodyPr>
            <a:normAutofit/>
          </a:bodyPr>
          <a:lstStyle>
            <a:lvl1pPr marL="0" indent="0">
              <a:buNone/>
              <a:defRPr lang="en-NO" sz="1050" kern="1200" cap="all" baseline="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TITTEL</a:t>
            </a:r>
          </a:p>
        </p:txBody>
      </p:sp>
      <p:sp>
        <p:nvSpPr>
          <p:cNvPr id="20" name="Text Placeholder 43">
            <a:extLst>
              <a:ext uri="{FF2B5EF4-FFF2-40B4-BE49-F238E27FC236}">
                <a16:creationId xmlns:a16="http://schemas.microsoft.com/office/drawing/2014/main" id="{8A717B5A-B8B7-4B69-B200-CC98D5A8CE52}"/>
              </a:ext>
            </a:extLst>
          </p:cNvPr>
          <p:cNvSpPr>
            <a:spLocks noGrp="1"/>
          </p:cNvSpPr>
          <p:nvPr>
            <p:ph type="body" sz="quarter" idx="28" hasCustomPrompt="1"/>
          </p:nvPr>
        </p:nvSpPr>
        <p:spPr>
          <a:xfrm>
            <a:off x="4676875" y="4958953"/>
            <a:ext cx="1440287" cy="256481"/>
          </a:xfrm>
          <a:prstGeom prst="rect">
            <a:avLst/>
          </a:prstGeom>
        </p:spPr>
        <p:txBody>
          <a:bodyPr>
            <a:normAutofit/>
          </a:bodyPr>
          <a:lstStyle>
            <a:lvl1pPr marL="0" indent="0">
              <a:buNone/>
              <a:defRPr lang="en-NO" sz="1050" kern="120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Hen </a:t>
            </a:r>
            <a:r>
              <a:rPr lang="nb-NO" noProof="0" err="1"/>
              <a:t>Hennesen</a:t>
            </a:r>
            <a:endParaRPr lang="nb-NO" noProof="0"/>
          </a:p>
        </p:txBody>
      </p:sp>
      <p:sp>
        <p:nvSpPr>
          <p:cNvPr id="21" name="Text Placeholder 43">
            <a:extLst>
              <a:ext uri="{FF2B5EF4-FFF2-40B4-BE49-F238E27FC236}">
                <a16:creationId xmlns:a16="http://schemas.microsoft.com/office/drawing/2014/main" id="{275E3578-3468-479F-967C-85961611429A}"/>
              </a:ext>
            </a:extLst>
          </p:cNvPr>
          <p:cNvSpPr>
            <a:spLocks noGrp="1"/>
          </p:cNvSpPr>
          <p:nvPr>
            <p:ph type="body" sz="quarter" idx="29" hasCustomPrompt="1"/>
          </p:nvPr>
        </p:nvSpPr>
        <p:spPr>
          <a:xfrm>
            <a:off x="6282661" y="4625082"/>
            <a:ext cx="1440287" cy="256481"/>
          </a:xfrm>
          <a:prstGeom prst="rect">
            <a:avLst/>
          </a:prstGeom>
        </p:spPr>
        <p:txBody>
          <a:bodyPr>
            <a:normAutofit/>
          </a:bodyPr>
          <a:lstStyle>
            <a:lvl1pPr marL="0" indent="0">
              <a:buNone/>
              <a:defRPr lang="en-NO" sz="1050" kern="1200" cap="all" baseline="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TITTEL</a:t>
            </a:r>
          </a:p>
        </p:txBody>
      </p:sp>
      <p:sp>
        <p:nvSpPr>
          <p:cNvPr id="22" name="Text Placeholder 43">
            <a:extLst>
              <a:ext uri="{FF2B5EF4-FFF2-40B4-BE49-F238E27FC236}">
                <a16:creationId xmlns:a16="http://schemas.microsoft.com/office/drawing/2014/main" id="{D7680D0C-9FF8-4EA2-A750-FD4B1E08B933}"/>
              </a:ext>
            </a:extLst>
          </p:cNvPr>
          <p:cNvSpPr>
            <a:spLocks noGrp="1"/>
          </p:cNvSpPr>
          <p:nvPr>
            <p:ph type="body" sz="quarter" idx="30" hasCustomPrompt="1"/>
          </p:nvPr>
        </p:nvSpPr>
        <p:spPr>
          <a:xfrm>
            <a:off x="6283068" y="4958953"/>
            <a:ext cx="1440287" cy="256481"/>
          </a:xfrm>
          <a:prstGeom prst="rect">
            <a:avLst/>
          </a:prstGeom>
        </p:spPr>
        <p:txBody>
          <a:bodyPr>
            <a:normAutofit/>
          </a:bodyPr>
          <a:lstStyle>
            <a:lvl1pPr marL="0" indent="0">
              <a:buNone/>
              <a:defRPr lang="en-NO" sz="1050" kern="120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Hen </a:t>
            </a:r>
            <a:r>
              <a:rPr lang="nb-NO" noProof="0" err="1"/>
              <a:t>Hennesen</a:t>
            </a:r>
            <a:endParaRPr lang="nb-NO" noProof="0"/>
          </a:p>
        </p:txBody>
      </p:sp>
      <p:sp>
        <p:nvSpPr>
          <p:cNvPr id="29" name="Text Placeholder 43">
            <a:extLst>
              <a:ext uri="{FF2B5EF4-FFF2-40B4-BE49-F238E27FC236}">
                <a16:creationId xmlns:a16="http://schemas.microsoft.com/office/drawing/2014/main" id="{2174DF87-DD9C-4F26-9739-C96B8CA14ECD}"/>
              </a:ext>
            </a:extLst>
          </p:cNvPr>
          <p:cNvSpPr>
            <a:spLocks noGrp="1"/>
          </p:cNvSpPr>
          <p:nvPr>
            <p:ph type="body" sz="quarter" idx="31" hasCustomPrompt="1"/>
          </p:nvPr>
        </p:nvSpPr>
        <p:spPr>
          <a:xfrm>
            <a:off x="7888854" y="4625082"/>
            <a:ext cx="1440287" cy="256481"/>
          </a:xfrm>
          <a:prstGeom prst="rect">
            <a:avLst/>
          </a:prstGeom>
        </p:spPr>
        <p:txBody>
          <a:bodyPr>
            <a:normAutofit/>
          </a:bodyPr>
          <a:lstStyle>
            <a:lvl1pPr marL="0" indent="0">
              <a:buNone/>
              <a:defRPr lang="en-NO" sz="1050" kern="1200" cap="all" baseline="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TITTEL</a:t>
            </a:r>
          </a:p>
        </p:txBody>
      </p:sp>
      <p:sp>
        <p:nvSpPr>
          <p:cNvPr id="30" name="Text Placeholder 43">
            <a:extLst>
              <a:ext uri="{FF2B5EF4-FFF2-40B4-BE49-F238E27FC236}">
                <a16:creationId xmlns:a16="http://schemas.microsoft.com/office/drawing/2014/main" id="{6C5C1C35-FF3B-4752-9875-71C26C964E7A}"/>
              </a:ext>
            </a:extLst>
          </p:cNvPr>
          <p:cNvSpPr>
            <a:spLocks noGrp="1"/>
          </p:cNvSpPr>
          <p:nvPr>
            <p:ph type="body" sz="quarter" idx="32" hasCustomPrompt="1"/>
          </p:nvPr>
        </p:nvSpPr>
        <p:spPr>
          <a:xfrm>
            <a:off x="7889261" y="4958953"/>
            <a:ext cx="1440287" cy="256481"/>
          </a:xfrm>
          <a:prstGeom prst="rect">
            <a:avLst/>
          </a:prstGeom>
        </p:spPr>
        <p:txBody>
          <a:bodyPr>
            <a:normAutofit/>
          </a:bodyPr>
          <a:lstStyle>
            <a:lvl1pPr marL="0" indent="0">
              <a:buNone/>
              <a:defRPr lang="en-NO" sz="1050" kern="120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Hen </a:t>
            </a:r>
            <a:r>
              <a:rPr lang="nb-NO" noProof="0" err="1"/>
              <a:t>Hennesen</a:t>
            </a:r>
            <a:endParaRPr lang="nb-NO" noProof="0"/>
          </a:p>
        </p:txBody>
      </p:sp>
      <p:sp>
        <p:nvSpPr>
          <p:cNvPr id="31" name="Text Placeholder 43">
            <a:extLst>
              <a:ext uri="{FF2B5EF4-FFF2-40B4-BE49-F238E27FC236}">
                <a16:creationId xmlns:a16="http://schemas.microsoft.com/office/drawing/2014/main" id="{A518452F-E319-4DBC-B581-65606C70A8A7}"/>
              </a:ext>
            </a:extLst>
          </p:cNvPr>
          <p:cNvSpPr>
            <a:spLocks noGrp="1"/>
          </p:cNvSpPr>
          <p:nvPr>
            <p:ph type="body" sz="quarter" idx="33" hasCustomPrompt="1"/>
          </p:nvPr>
        </p:nvSpPr>
        <p:spPr>
          <a:xfrm>
            <a:off x="9495047" y="4625082"/>
            <a:ext cx="1440287" cy="256481"/>
          </a:xfrm>
          <a:prstGeom prst="rect">
            <a:avLst/>
          </a:prstGeom>
        </p:spPr>
        <p:txBody>
          <a:bodyPr>
            <a:normAutofit/>
          </a:bodyPr>
          <a:lstStyle>
            <a:lvl1pPr marL="0" indent="0">
              <a:buNone/>
              <a:defRPr lang="en-NO" sz="1050" kern="1200" cap="all" baseline="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TITTEL</a:t>
            </a:r>
          </a:p>
        </p:txBody>
      </p:sp>
      <p:sp>
        <p:nvSpPr>
          <p:cNvPr id="32" name="Text Placeholder 43">
            <a:extLst>
              <a:ext uri="{FF2B5EF4-FFF2-40B4-BE49-F238E27FC236}">
                <a16:creationId xmlns:a16="http://schemas.microsoft.com/office/drawing/2014/main" id="{A4039489-543D-4674-867A-98A71D5E040A}"/>
              </a:ext>
            </a:extLst>
          </p:cNvPr>
          <p:cNvSpPr>
            <a:spLocks noGrp="1"/>
          </p:cNvSpPr>
          <p:nvPr>
            <p:ph type="body" sz="quarter" idx="34" hasCustomPrompt="1"/>
          </p:nvPr>
        </p:nvSpPr>
        <p:spPr>
          <a:xfrm>
            <a:off x="9495454" y="4958953"/>
            <a:ext cx="1440287" cy="256481"/>
          </a:xfrm>
          <a:prstGeom prst="rect">
            <a:avLst/>
          </a:prstGeom>
        </p:spPr>
        <p:txBody>
          <a:bodyPr>
            <a:normAutofit/>
          </a:bodyPr>
          <a:lstStyle>
            <a:lvl1pPr marL="0" indent="0">
              <a:buNone/>
              <a:defRPr lang="en-NO" sz="1050" kern="120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Hen </a:t>
            </a:r>
            <a:r>
              <a:rPr lang="nb-NO" noProof="0" err="1"/>
              <a:t>Hennesen</a:t>
            </a:r>
            <a:endParaRPr lang="nb-NO" noProof="0"/>
          </a:p>
        </p:txBody>
      </p:sp>
    </p:spTree>
    <p:extLst>
      <p:ext uri="{BB962C8B-B14F-4D97-AF65-F5344CB8AC3E}">
        <p14:creationId xmlns:p14="http://schemas.microsoft.com/office/powerpoint/2010/main" val="332842654"/>
      </p:ext>
    </p:extLst>
  </p:cSld>
  <p:clrMapOvr>
    <a:masterClrMapping/>
  </p:clrMapOvr>
  <p:extLst>
    <p:ext uri="{DCECCB84-F9BA-43D5-87BE-67443E8EF086}">
      <p15:sldGuideLst xmlns:p15="http://schemas.microsoft.com/office/powerpoint/2012/main">
        <p15:guide id="1" orient="horz" pos="822"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lde og teks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9FE7617F-1713-6E46-B84A-8052BACCF13F}"/>
              </a:ext>
            </a:extLst>
          </p:cNvPr>
          <p:cNvSpPr>
            <a:spLocks noGrp="1"/>
          </p:cNvSpPr>
          <p:nvPr>
            <p:ph type="pic" sz="quarter" idx="12"/>
          </p:nvPr>
        </p:nvSpPr>
        <p:spPr>
          <a:xfrm>
            <a:off x="839788" y="728663"/>
            <a:ext cx="6958012" cy="3959225"/>
          </a:xfrm>
          <a:prstGeom prst="rect">
            <a:avLst/>
          </a:prstGeom>
        </p:spPr>
        <p:txBody>
          <a:bodyPr anchor="ctr"/>
          <a:lstStyle>
            <a:lvl1pPr marL="0" indent="0" algn="ctr">
              <a:buNone/>
              <a:defRPr sz="16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3" name="Content Placeholder 2">
            <a:extLst>
              <a:ext uri="{FF2B5EF4-FFF2-40B4-BE49-F238E27FC236}">
                <a16:creationId xmlns:a16="http://schemas.microsoft.com/office/drawing/2014/main" id="{B3758083-FE02-453F-821F-FBDFB3E24326}"/>
              </a:ext>
            </a:extLst>
          </p:cNvPr>
          <p:cNvSpPr>
            <a:spLocks noGrp="1"/>
          </p:cNvSpPr>
          <p:nvPr>
            <p:ph sz="quarter" idx="14"/>
          </p:nvPr>
        </p:nvSpPr>
        <p:spPr>
          <a:xfrm>
            <a:off x="839788" y="5083175"/>
            <a:ext cx="10512425" cy="1117600"/>
          </a:xfrm>
        </p:spPr>
        <p:txBody>
          <a:bodyPr/>
          <a:lstStyle>
            <a:lvl1pPr marL="0" indent="0">
              <a:buNone/>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24453966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ilde, tittel og tekst">
    <p:spTree>
      <p:nvGrpSpPr>
        <p:cNvPr id="1" name=""/>
        <p:cNvGrpSpPr/>
        <p:nvPr/>
      </p:nvGrpSpPr>
      <p:grpSpPr>
        <a:xfrm>
          <a:off x="0" y="0"/>
          <a:ext cx="0" cy="0"/>
          <a:chOff x="0" y="0"/>
          <a:chExt cx="0" cy="0"/>
        </a:xfrm>
      </p:grpSpPr>
      <p:sp>
        <p:nvSpPr>
          <p:cNvPr id="11" name="Picture Placeholder 7">
            <a:extLst>
              <a:ext uri="{FF2B5EF4-FFF2-40B4-BE49-F238E27FC236}">
                <a16:creationId xmlns:a16="http://schemas.microsoft.com/office/drawing/2014/main" id="{FBDFA3C1-F872-0847-9544-A55FC81CE32D}"/>
              </a:ext>
            </a:extLst>
          </p:cNvPr>
          <p:cNvSpPr>
            <a:spLocks noGrp="1"/>
          </p:cNvSpPr>
          <p:nvPr>
            <p:ph type="pic" sz="quarter" idx="14"/>
          </p:nvPr>
        </p:nvSpPr>
        <p:spPr>
          <a:xfrm>
            <a:off x="0" y="0"/>
            <a:ext cx="6095999" cy="6858000"/>
          </a:xfrm>
          <a:prstGeom prst="rect">
            <a:avLst/>
          </a:prstGeom>
        </p:spPr>
        <p:txBody>
          <a:bodyPr anchor="ctr"/>
          <a:lstStyle>
            <a:lvl1pPr marL="0" indent="0" algn="ctr">
              <a:buNone/>
              <a:defRPr sz="16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2" name="Title 1">
            <a:extLst>
              <a:ext uri="{FF2B5EF4-FFF2-40B4-BE49-F238E27FC236}">
                <a16:creationId xmlns:a16="http://schemas.microsoft.com/office/drawing/2014/main" id="{FD747144-F823-49DE-9E9C-B4AF1D0F00C6}"/>
              </a:ext>
            </a:extLst>
          </p:cNvPr>
          <p:cNvSpPr>
            <a:spLocks noGrp="1"/>
          </p:cNvSpPr>
          <p:nvPr>
            <p:ph type="title"/>
          </p:nvPr>
        </p:nvSpPr>
        <p:spPr>
          <a:xfrm>
            <a:off x="7356475" y="2097088"/>
            <a:ext cx="3995737" cy="1027112"/>
          </a:xfrm>
        </p:spPr>
        <p:txBody>
          <a:bodyPr/>
          <a:lstStyle>
            <a:lvl1pPr>
              <a:defRPr sz="240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4" name="Text Placeholder 3">
            <a:extLst>
              <a:ext uri="{FF2B5EF4-FFF2-40B4-BE49-F238E27FC236}">
                <a16:creationId xmlns:a16="http://schemas.microsoft.com/office/drawing/2014/main" id="{A21E14F4-85CE-49B2-9FE4-DB9D47B88617}"/>
              </a:ext>
            </a:extLst>
          </p:cNvPr>
          <p:cNvSpPr>
            <a:spLocks noGrp="1"/>
          </p:cNvSpPr>
          <p:nvPr>
            <p:ph type="body" sz="quarter" idx="19"/>
          </p:nvPr>
        </p:nvSpPr>
        <p:spPr>
          <a:xfrm>
            <a:off x="7356475" y="3124200"/>
            <a:ext cx="3995737" cy="3076575"/>
          </a:xfrm>
        </p:spPr>
        <p:txBody>
          <a:bodyPr>
            <a:normAutofit/>
          </a:bodyPr>
          <a:lstStyle>
            <a:lvl1pPr>
              <a:defRPr sz="18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3626462388"/>
      </p:ext>
    </p:extLst>
  </p:cSld>
  <p:clrMapOvr>
    <a:masterClrMapping/>
  </p:clrMapOvr>
  <p:extLst>
    <p:ext uri="{DCECCB84-F9BA-43D5-87BE-67443E8EF086}">
      <p15:sldGuideLst xmlns:p15="http://schemas.microsoft.com/office/powerpoint/2012/main">
        <p15:guide id="1" pos="3840" userDrawn="1">
          <p15:clr>
            <a:srgbClr val="FBAE40"/>
          </p15:clr>
        </p15:guide>
        <p15:guide id="2" pos="4634"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ilde helside og tekst i boks">
    <p:spTree>
      <p:nvGrpSpPr>
        <p:cNvPr id="1" name=""/>
        <p:cNvGrpSpPr/>
        <p:nvPr/>
      </p:nvGrpSpPr>
      <p:grpSpPr>
        <a:xfrm>
          <a:off x="0" y="0"/>
          <a:ext cx="0" cy="0"/>
          <a:chOff x="0" y="0"/>
          <a:chExt cx="0" cy="0"/>
        </a:xfrm>
      </p:grpSpPr>
      <p:sp>
        <p:nvSpPr>
          <p:cNvPr id="16" name="Picture Placeholder 7">
            <a:extLst>
              <a:ext uri="{FF2B5EF4-FFF2-40B4-BE49-F238E27FC236}">
                <a16:creationId xmlns:a16="http://schemas.microsoft.com/office/drawing/2014/main" id="{DDC61C69-7FAC-EB45-A815-46BB22141150}"/>
              </a:ext>
            </a:extLst>
          </p:cNvPr>
          <p:cNvSpPr>
            <a:spLocks noGrp="1"/>
          </p:cNvSpPr>
          <p:nvPr>
            <p:ph type="pic" sz="quarter" idx="15"/>
          </p:nvPr>
        </p:nvSpPr>
        <p:spPr>
          <a:xfrm>
            <a:off x="0" y="0"/>
            <a:ext cx="12192000" cy="6858000"/>
          </a:xfrm>
          <a:prstGeom prst="rect">
            <a:avLst/>
          </a:prstGeom>
        </p:spPr>
        <p:txBody>
          <a:bodyPr anchor="ctr"/>
          <a:lstStyle>
            <a:lvl1pPr marL="0" indent="0" algn="ctr">
              <a:buNone/>
              <a:defRPr sz="16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8" name="Text Placeholder 7">
            <a:extLst>
              <a:ext uri="{FF2B5EF4-FFF2-40B4-BE49-F238E27FC236}">
                <a16:creationId xmlns:a16="http://schemas.microsoft.com/office/drawing/2014/main" id="{B506C54D-ABD6-4B86-9BD8-3EF0CB94059E}"/>
              </a:ext>
            </a:extLst>
          </p:cNvPr>
          <p:cNvSpPr>
            <a:spLocks noGrp="1"/>
          </p:cNvSpPr>
          <p:nvPr>
            <p:ph type="body" sz="quarter" idx="20" hasCustomPrompt="1"/>
          </p:nvPr>
        </p:nvSpPr>
        <p:spPr>
          <a:xfrm>
            <a:off x="839788" y="3457575"/>
            <a:ext cx="4583112" cy="2743200"/>
          </a:xfrm>
          <a:solidFill>
            <a:schemeClr val="bg2"/>
          </a:solidFill>
        </p:spPr>
        <p:txBody>
          <a:bodyPr/>
          <a:lstStyle>
            <a:lvl1pPr marL="0" indent="0">
              <a:buNone/>
              <a:defRPr/>
            </a:lvl1pPr>
          </a:lstStyle>
          <a:p>
            <a:pPr lvl="0"/>
            <a:r>
              <a:rPr lang="nb-NO" noProof="0"/>
              <a:t> </a:t>
            </a:r>
          </a:p>
        </p:txBody>
      </p:sp>
      <p:sp>
        <p:nvSpPr>
          <p:cNvPr id="2" name="Title 1">
            <a:extLst>
              <a:ext uri="{FF2B5EF4-FFF2-40B4-BE49-F238E27FC236}">
                <a16:creationId xmlns:a16="http://schemas.microsoft.com/office/drawing/2014/main" id="{73389121-44BA-433B-83C4-D11B94CACB42}"/>
              </a:ext>
            </a:extLst>
          </p:cNvPr>
          <p:cNvSpPr>
            <a:spLocks noGrp="1"/>
          </p:cNvSpPr>
          <p:nvPr>
            <p:ph type="title"/>
          </p:nvPr>
        </p:nvSpPr>
        <p:spPr>
          <a:xfrm>
            <a:off x="1189073" y="3838188"/>
            <a:ext cx="3884612" cy="901451"/>
          </a:xfrm>
        </p:spPr>
        <p:txBody>
          <a:bodyPr/>
          <a:lstStyle>
            <a:lvl1pPr>
              <a:defRPr sz="240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7" name="Text Placeholder 3">
            <a:extLst>
              <a:ext uri="{FF2B5EF4-FFF2-40B4-BE49-F238E27FC236}">
                <a16:creationId xmlns:a16="http://schemas.microsoft.com/office/drawing/2014/main" id="{C0D75F25-8BE2-4558-8378-251C0277BCA1}"/>
              </a:ext>
            </a:extLst>
          </p:cNvPr>
          <p:cNvSpPr>
            <a:spLocks noGrp="1"/>
          </p:cNvSpPr>
          <p:nvPr>
            <p:ph type="body" sz="quarter" idx="19"/>
          </p:nvPr>
        </p:nvSpPr>
        <p:spPr>
          <a:xfrm>
            <a:off x="1189074" y="4865300"/>
            <a:ext cx="3884612" cy="1027113"/>
          </a:xfrm>
        </p:spPr>
        <p:txBody>
          <a:bodyPr>
            <a:normAutofit/>
          </a:bodyPr>
          <a:lstStyle>
            <a:lvl1pPr marL="0" indent="0">
              <a:buNone/>
              <a:defRPr sz="18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19597979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Kapittel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487277474"/>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Kapittel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grpSp>
        <p:nvGrpSpPr>
          <p:cNvPr id="3" name="Group 2">
            <a:extLst>
              <a:ext uri="{FF2B5EF4-FFF2-40B4-BE49-F238E27FC236}">
                <a16:creationId xmlns:a16="http://schemas.microsoft.com/office/drawing/2014/main" id="{F3AC0D0B-6F84-4D31-A25F-04E1D9B501A5}"/>
              </a:ext>
            </a:extLst>
          </p:cNvPr>
          <p:cNvGrpSpPr/>
          <p:nvPr userDrawn="1"/>
        </p:nvGrpSpPr>
        <p:grpSpPr>
          <a:xfrm>
            <a:off x="660300" y="2885033"/>
            <a:ext cx="3312004" cy="3338170"/>
            <a:chOff x="660300" y="2885033"/>
            <a:chExt cx="3312004" cy="3338170"/>
          </a:xfrm>
        </p:grpSpPr>
        <p:sp>
          <p:nvSpPr>
            <p:cNvPr id="8" name="Freeform: Shape 7">
              <a:extLst>
                <a:ext uri="{FF2B5EF4-FFF2-40B4-BE49-F238E27FC236}">
                  <a16:creationId xmlns:a16="http://schemas.microsoft.com/office/drawing/2014/main" id="{6FFD3805-A73E-48C5-8D29-6B8002E43B18}"/>
                </a:ext>
              </a:extLst>
            </p:cNvPr>
            <p:cNvSpPr/>
            <p:nvPr/>
          </p:nvSpPr>
          <p:spPr>
            <a:xfrm>
              <a:off x="1395615" y="3633814"/>
              <a:ext cx="2576689" cy="2589389"/>
            </a:xfrm>
            <a:custGeom>
              <a:avLst/>
              <a:gdLst>
                <a:gd name="connsiteX0" fmla="*/ 2576690 w 2576689"/>
                <a:gd name="connsiteY0" fmla="*/ 2589389 h 2589389"/>
                <a:gd name="connsiteX1" fmla="*/ 0 w 2576689"/>
                <a:gd name="connsiteY1" fmla="*/ 2589389 h 2589389"/>
                <a:gd name="connsiteX2" fmla="*/ 0 w 2576689"/>
                <a:gd name="connsiteY2" fmla="*/ 0 h 2589389"/>
                <a:gd name="connsiteX3" fmla="*/ 11599 w 2576689"/>
                <a:gd name="connsiteY3" fmla="*/ 874 h 2589389"/>
                <a:gd name="connsiteX4" fmla="*/ 990588 w 2576689"/>
                <a:gd name="connsiteY4" fmla="*/ 766757 h 2589389"/>
                <a:gd name="connsiteX5" fmla="*/ 2290581 w 2576689"/>
                <a:gd name="connsiteY5" fmla="*/ 2273846 h 2589389"/>
                <a:gd name="connsiteX6" fmla="*/ 2568112 w 2576689"/>
                <a:gd name="connsiteY6" fmla="*/ 2573475 h 2589389"/>
                <a:gd name="connsiteX7" fmla="*/ 21579 w 2576689"/>
                <a:gd name="connsiteY7" fmla="*/ 2567810 h 2589389"/>
                <a:gd name="connsiteX8" fmla="*/ 2540286 w 2576689"/>
                <a:gd name="connsiteY8" fmla="*/ 2567810 h 2589389"/>
                <a:gd name="connsiteX9" fmla="*/ 2278539 w 2576689"/>
                <a:gd name="connsiteY9" fmla="*/ 2291757 h 2589389"/>
                <a:gd name="connsiteX10" fmla="*/ 970832 w 2576689"/>
                <a:gd name="connsiteY10" fmla="*/ 775431 h 2589389"/>
                <a:gd name="connsiteX11" fmla="*/ 21579 w 2576689"/>
                <a:gd name="connsiteY11" fmla="*/ 23273 h 258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76689" h="2589389">
                  <a:moveTo>
                    <a:pt x="2576690" y="2589389"/>
                  </a:moveTo>
                  <a:lnTo>
                    <a:pt x="0" y="2589389"/>
                  </a:lnTo>
                  <a:lnTo>
                    <a:pt x="0" y="0"/>
                  </a:lnTo>
                  <a:lnTo>
                    <a:pt x="11599" y="874"/>
                  </a:lnTo>
                  <a:cubicBezTo>
                    <a:pt x="516339" y="38983"/>
                    <a:pt x="754230" y="225083"/>
                    <a:pt x="990588" y="766757"/>
                  </a:cubicBezTo>
                  <a:cubicBezTo>
                    <a:pt x="1276956" y="1416219"/>
                    <a:pt x="1653591" y="1852801"/>
                    <a:pt x="2290581" y="2273846"/>
                  </a:cubicBezTo>
                  <a:cubicBezTo>
                    <a:pt x="2412450" y="2357045"/>
                    <a:pt x="2505780" y="2457831"/>
                    <a:pt x="2568112" y="2573475"/>
                  </a:cubicBezTo>
                  <a:close/>
                  <a:moveTo>
                    <a:pt x="21579" y="2567810"/>
                  </a:moveTo>
                  <a:lnTo>
                    <a:pt x="2540286" y="2567810"/>
                  </a:lnTo>
                  <a:cubicBezTo>
                    <a:pt x="2479745" y="2461866"/>
                    <a:pt x="2391776" y="2369065"/>
                    <a:pt x="2278539" y="2291757"/>
                  </a:cubicBezTo>
                  <a:cubicBezTo>
                    <a:pt x="1637935" y="1868327"/>
                    <a:pt x="1259024" y="1428994"/>
                    <a:pt x="970832" y="775431"/>
                  </a:cubicBezTo>
                  <a:cubicBezTo>
                    <a:pt x="740214" y="246921"/>
                    <a:pt x="508538" y="62655"/>
                    <a:pt x="21579" y="23273"/>
                  </a:cubicBezTo>
                  <a:close/>
                </a:path>
              </a:pathLst>
            </a:custGeom>
            <a:solidFill>
              <a:schemeClr val="tx1"/>
            </a:solidFill>
            <a:ln w="10781"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9B77F8E-5EE5-4409-A445-67FC53D39443}"/>
                </a:ext>
              </a:extLst>
            </p:cNvPr>
            <p:cNvSpPr/>
            <p:nvPr/>
          </p:nvSpPr>
          <p:spPr>
            <a:xfrm>
              <a:off x="1901726" y="5383573"/>
              <a:ext cx="727687" cy="626318"/>
            </a:xfrm>
            <a:custGeom>
              <a:avLst/>
              <a:gdLst>
                <a:gd name="connsiteX0" fmla="*/ 363860 w 727687"/>
                <a:gd name="connsiteY0" fmla="*/ 0 h 626318"/>
                <a:gd name="connsiteX1" fmla="*/ 727687 w 727687"/>
                <a:gd name="connsiteY1" fmla="*/ 626318 h 626318"/>
                <a:gd name="connsiteX2" fmla="*/ 0 w 727687"/>
                <a:gd name="connsiteY2" fmla="*/ 626318 h 626318"/>
              </a:gdLst>
              <a:ahLst/>
              <a:cxnLst>
                <a:cxn ang="0">
                  <a:pos x="connsiteX0" y="connsiteY0"/>
                </a:cxn>
                <a:cxn ang="0">
                  <a:pos x="connsiteX1" y="connsiteY1"/>
                </a:cxn>
                <a:cxn ang="0">
                  <a:pos x="connsiteX2" y="connsiteY2"/>
                </a:cxn>
              </a:cxnLst>
              <a:rect l="l" t="t" r="r" b="b"/>
              <a:pathLst>
                <a:path w="727687" h="626318">
                  <a:moveTo>
                    <a:pt x="363860" y="0"/>
                  </a:moveTo>
                  <a:lnTo>
                    <a:pt x="727687" y="626318"/>
                  </a:lnTo>
                  <a:lnTo>
                    <a:pt x="0" y="626318"/>
                  </a:lnTo>
                  <a:close/>
                </a:path>
              </a:pathLst>
            </a:custGeom>
            <a:solidFill>
              <a:schemeClr val="accent2"/>
            </a:solidFill>
            <a:ln w="10781"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D929F0D6-100E-48B8-8537-F06E249EB5EE}"/>
                </a:ext>
              </a:extLst>
            </p:cNvPr>
            <p:cNvSpPr/>
            <p:nvPr/>
          </p:nvSpPr>
          <p:spPr>
            <a:xfrm>
              <a:off x="2408149" y="5383573"/>
              <a:ext cx="727730" cy="626318"/>
            </a:xfrm>
            <a:custGeom>
              <a:avLst/>
              <a:gdLst>
                <a:gd name="connsiteX0" fmla="*/ 363860 w 727730"/>
                <a:gd name="connsiteY0" fmla="*/ 0 h 626318"/>
                <a:gd name="connsiteX1" fmla="*/ 727730 w 727730"/>
                <a:gd name="connsiteY1" fmla="*/ 626318 h 626318"/>
                <a:gd name="connsiteX2" fmla="*/ 0 w 727730"/>
                <a:gd name="connsiteY2" fmla="*/ 626318 h 626318"/>
              </a:gdLst>
              <a:ahLst/>
              <a:cxnLst>
                <a:cxn ang="0">
                  <a:pos x="connsiteX0" y="connsiteY0"/>
                </a:cxn>
                <a:cxn ang="0">
                  <a:pos x="connsiteX1" y="connsiteY1"/>
                </a:cxn>
                <a:cxn ang="0">
                  <a:pos x="connsiteX2" y="connsiteY2"/>
                </a:cxn>
              </a:cxnLst>
              <a:rect l="l" t="t" r="r" b="b"/>
              <a:pathLst>
                <a:path w="727730" h="626318">
                  <a:moveTo>
                    <a:pt x="363860" y="0"/>
                  </a:moveTo>
                  <a:lnTo>
                    <a:pt x="727730" y="626318"/>
                  </a:lnTo>
                  <a:lnTo>
                    <a:pt x="0" y="626318"/>
                  </a:lnTo>
                  <a:close/>
                </a:path>
              </a:pathLst>
            </a:custGeom>
            <a:solidFill>
              <a:schemeClr val="accent2"/>
            </a:solidFill>
            <a:ln w="10781"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0EF8AA0-24FF-46DD-861B-53C5A07732F4}"/>
                </a:ext>
              </a:extLst>
            </p:cNvPr>
            <p:cNvSpPr/>
            <p:nvPr/>
          </p:nvSpPr>
          <p:spPr>
            <a:xfrm>
              <a:off x="965548" y="2885033"/>
              <a:ext cx="882294" cy="1860137"/>
            </a:xfrm>
            <a:custGeom>
              <a:avLst/>
              <a:gdLst>
                <a:gd name="connsiteX0" fmla="*/ 882294 w 882294"/>
                <a:gd name="connsiteY0" fmla="*/ 0 h 1860137"/>
                <a:gd name="connsiteX1" fmla="*/ 882294 w 882294"/>
                <a:gd name="connsiteY1" fmla="*/ 0 h 1860137"/>
                <a:gd name="connsiteX2" fmla="*/ 1318 w 882294"/>
                <a:gd name="connsiteY2" fmla="*/ 979162 h 1860137"/>
                <a:gd name="connsiteX3" fmla="*/ 882294 w 882294"/>
                <a:gd name="connsiteY3" fmla="*/ 1860138 h 1860137"/>
                <a:gd name="connsiteX4" fmla="*/ 882294 w 882294"/>
                <a:gd name="connsiteY4" fmla="*/ 0 h 1860137"/>
                <a:gd name="connsiteX5" fmla="*/ 882294 w 882294"/>
                <a:gd name="connsiteY5" fmla="*/ 0 h 186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2294" h="1860137">
                  <a:moveTo>
                    <a:pt x="882294" y="0"/>
                  </a:moveTo>
                  <a:lnTo>
                    <a:pt x="882294" y="0"/>
                  </a:lnTo>
                  <a:cubicBezTo>
                    <a:pt x="368632" y="27113"/>
                    <a:pt x="-25795" y="465499"/>
                    <a:pt x="1318" y="979162"/>
                  </a:cubicBezTo>
                  <a:cubicBezTo>
                    <a:pt x="26431" y="1454922"/>
                    <a:pt x="406534" y="1835025"/>
                    <a:pt x="882294" y="1860138"/>
                  </a:cubicBezTo>
                  <a:lnTo>
                    <a:pt x="882294" y="0"/>
                  </a:lnTo>
                  <a:lnTo>
                    <a:pt x="882294" y="0"/>
                  </a:lnTo>
                  <a:close/>
                </a:path>
              </a:pathLst>
            </a:custGeom>
            <a:solidFill>
              <a:schemeClr val="accent3"/>
            </a:solidFill>
            <a:ln w="10781"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3C69646-F568-4729-972C-0E5394F25F80}"/>
                </a:ext>
              </a:extLst>
            </p:cNvPr>
            <p:cNvSpPr/>
            <p:nvPr/>
          </p:nvSpPr>
          <p:spPr>
            <a:xfrm>
              <a:off x="660300" y="4764635"/>
              <a:ext cx="1187542" cy="1247501"/>
            </a:xfrm>
            <a:custGeom>
              <a:avLst/>
              <a:gdLst>
                <a:gd name="connsiteX0" fmla="*/ 1187543 w 1187542"/>
                <a:gd name="connsiteY0" fmla="*/ 1247501 h 1247501"/>
                <a:gd name="connsiteX1" fmla="*/ 1187543 w 1187542"/>
                <a:gd name="connsiteY1" fmla="*/ 1247501 h 1247501"/>
                <a:gd name="connsiteX2" fmla="*/ 1187543 w 1187542"/>
                <a:gd name="connsiteY2" fmla="*/ 0 h 1247501"/>
                <a:gd name="connsiteX3" fmla="*/ 0 w 1187542"/>
                <a:gd name="connsiteY3" fmla="*/ 0 h 1247501"/>
                <a:gd name="connsiteX4" fmla="*/ 0 w 1187542"/>
                <a:gd name="connsiteY4" fmla="*/ 637 h 1247501"/>
                <a:gd name="connsiteX5" fmla="*/ 946469 w 1187542"/>
                <a:gd name="connsiteY5" fmla="*/ 1210935 h 1247501"/>
                <a:gd name="connsiteX6" fmla="*/ 1187542 w 1187542"/>
                <a:gd name="connsiteY6" fmla="*/ 1247501 h 124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7542" h="1247501">
                  <a:moveTo>
                    <a:pt x="1187543" y="1247501"/>
                  </a:moveTo>
                  <a:lnTo>
                    <a:pt x="1187543" y="1247501"/>
                  </a:lnTo>
                  <a:lnTo>
                    <a:pt x="1187543" y="0"/>
                  </a:lnTo>
                  <a:lnTo>
                    <a:pt x="0" y="0"/>
                  </a:lnTo>
                  <a:lnTo>
                    <a:pt x="0" y="637"/>
                  </a:lnTo>
                  <a:cubicBezTo>
                    <a:pt x="2143" y="572850"/>
                    <a:pt x="391645" y="1070926"/>
                    <a:pt x="946469" y="1210935"/>
                  </a:cubicBezTo>
                  <a:cubicBezTo>
                    <a:pt x="1025466" y="1230837"/>
                    <a:pt x="1106197" y="1243083"/>
                    <a:pt x="1187542" y="1247501"/>
                  </a:cubicBezTo>
                  <a:close/>
                </a:path>
              </a:pathLst>
            </a:custGeom>
            <a:solidFill>
              <a:schemeClr val="bg2"/>
            </a:solidFill>
            <a:ln w="10781" cap="flat">
              <a:noFill/>
              <a:prstDash val="solid"/>
              <a:miter/>
            </a:ln>
          </p:spPr>
          <p:txBody>
            <a:bodyPr rtlCol="0" anchor="ctr"/>
            <a:lstStyle/>
            <a:p>
              <a:endParaRPr lang="en-US"/>
            </a:p>
          </p:txBody>
        </p:sp>
      </p:grpSp>
    </p:spTree>
    <p:extLst>
      <p:ext uri="{BB962C8B-B14F-4D97-AF65-F5344CB8AC3E}">
        <p14:creationId xmlns:p14="http://schemas.microsoft.com/office/powerpoint/2010/main" val="2973399147"/>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Kapittel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grpSp>
        <p:nvGrpSpPr>
          <p:cNvPr id="3" name="Group 2">
            <a:extLst>
              <a:ext uri="{FF2B5EF4-FFF2-40B4-BE49-F238E27FC236}">
                <a16:creationId xmlns:a16="http://schemas.microsoft.com/office/drawing/2014/main" id="{812A921C-B8BF-4561-8982-2D1A032AA17E}"/>
              </a:ext>
            </a:extLst>
          </p:cNvPr>
          <p:cNvGrpSpPr/>
          <p:nvPr userDrawn="1"/>
        </p:nvGrpSpPr>
        <p:grpSpPr>
          <a:xfrm>
            <a:off x="8730248" y="4495606"/>
            <a:ext cx="2972304" cy="1825959"/>
            <a:chOff x="8730248" y="4495606"/>
            <a:chExt cx="2972304" cy="1825959"/>
          </a:xfrm>
        </p:grpSpPr>
        <p:sp>
          <p:nvSpPr>
            <p:cNvPr id="7" name="Freeform: Shape 6">
              <a:extLst>
                <a:ext uri="{FF2B5EF4-FFF2-40B4-BE49-F238E27FC236}">
                  <a16:creationId xmlns:a16="http://schemas.microsoft.com/office/drawing/2014/main" id="{5FB70C33-473A-4FBA-B104-7347AC4ECF1D}"/>
                </a:ext>
              </a:extLst>
            </p:cNvPr>
            <p:cNvSpPr/>
            <p:nvPr/>
          </p:nvSpPr>
          <p:spPr>
            <a:xfrm>
              <a:off x="10524563" y="4846082"/>
              <a:ext cx="874726" cy="1475483"/>
            </a:xfrm>
            <a:custGeom>
              <a:avLst/>
              <a:gdLst>
                <a:gd name="connsiteX0" fmla="*/ 0 w 874726"/>
                <a:gd name="connsiteY0" fmla="*/ 0 h 1475483"/>
                <a:gd name="connsiteX1" fmla="*/ 874726 w 874726"/>
                <a:gd name="connsiteY1" fmla="*/ 0 h 1475483"/>
                <a:gd name="connsiteX2" fmla="*/ 874726 w 874726"/>
                <a:gd name="connsiteY2" fmla="*/ 1475484 h 1475483"/>
                <a:gd name="connsiteX3" fmla="*/ 0 w 874726"/>
                <a:gd name="connsiteY3" fmla="*/ 1475484 h 1475483"/>
              </a:gdLst>
              <a:ahLst/>
              <a:cxnLst>
                <a:cxn ang="0">
                  <a:pos x="connsiteX0" y="connsiteY0"/>
                </a:cxn>
                <a:cxn ang="0">
                  <a:pos x="connsiteX1" y="connsiteY1"/>
                </a:cxn>
                <a:cxn ang="0">
                  <a:pos x="connsiteX2" y="connsiteY2"/>
                </a:cxn>
                <a:cxn ang="0">
                  <a:pos x="connsiteX3" y="connsiteY3"/>
                </a:cxn>
              </a:cxnLst>
              <a:rect l="l" t="t" r="r" b="b"/>
              <a:pathLst>
                <a:path w="874726" h="1475483">
                  <a:moveTo>
                    <a:pt x="0" y="0"/>
                  </a:moveTo>
                  <a:lnTo>
                    <a:pt x="874726" y="0"/>
                  </a:lnTo>
                  <a:lnTo>
                    <a:pt x="874726" y="1475484"/>
                  </a:lnTo>
                  <a:lnTo>
                    <a:pt x="0" y="1475484"/>
                  </a:lnTo>
                  <a:close/>
                </a:path>
              </a:pathLst>
            </a:custGeom>
            <a:solidFill>
              <a:schemeClr val="accent4"/>
            </a:solidFill>
            <a:ln w="8043"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5AAF6BB-5C96-42D5-BC42-4B3E5BF03DFE}"/>
                </a:ext>
              </a:extLst>
            </p:cNvPr>
            <p:cNvSpPr/>
            <p:nvPr/>
          </p:nvSpPr>
          <p:spPr>
            <a:xfrm>
              <a:off x="9172953" y="5935535"/>
              <a:ext cx="447227" cy="386030"/>
            </a:xfrm>
            <a:custGeom>
              <a:avLst/>
              <a:gdLst>
                <a:gd name="connsiteX0" fmla="*/ 223618 w 447227"/>
                <a:gd name="connsiteY0" fmla="*/ 0 h 386030"/>
                <a:gd name="connsiteX1" fmla="*/ 447227 w 447227"/>
                <a:gd name="connsiteY1" fmla="*/ 386031 h 386030"/>
                <a:gd name="connsiteX2" fmla="*/ 0 w 447227"/>
                <a:gd name="connsiteY2" fmla="*/ 386031 h 386030"/>
              </a:gdLst>
              <a:ahLst/>
              <a:cxnLst>
                <a:cxn ang="0">
                  <a:pos x="connsiteX0" y="connsiteY0"/>
                </a:cxn>
                <a:cxn ang="0">
                  <a:pos x="connsiteX1" y="connsiteY1"/>
                </a:cxn>
                <a:cxn ang="0">
                  <a:pos x="connsiteX2" y="connsiteY2"/>
                </a:cxn>
              </a:cxnLst>
              <a:rect l="l" t="t" r="r" b="b"/>
              <a:pathLst>
                <a:path w="447227" h="386030">
                  <a:moveTo>
                    <a:pt x="223618" y="0"/>
                  </a:moveTo>
                  <a:lnTo>
                    <a:pt x="447227" y="386031"/>
                  </a:lnTo>
                  <a:lnTo>
                    <a:pt x="0" y="386031"/>
                  </a:lnTo>
                  <a:close/>
                </a:path>
              </a:pathLst>
            </a:custGeom>
            <a:solidFill>
              <a:schemeClr val="tx2"/>
            </a:solidFill>
            <a:ln w="8043"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588BC80-2B36-46F4-8583-16176C3379F7}"/>
                </a:ext>
              </a:extLst>
            </p:cNvPr>
            <p:cNvSpPr/>
            <p:nvPr/>
          </p:nvSpPr>
          <p:spPr>
            <a:xfrm>
              <a:off x="8730248" y="4846082"/>
              <a:ext cx="1337151" cy="998350"/>
            </a:xfrm>
            <a:custGeom>
              <a:avLst/>
              <a:gdLst>
                <a:gd name="connsiteX0" fmla="*/ 0 w 1337151"/>
                <a:gd name="connsiteY0" fmla="*/ 0 h 998350"/>
                <a:gd name="connsiteX1" fmla="*/ 1337152 w 1337151"/>
                <a:gd name="connsiteY1" fmla="*/ 0 h 998350"/>
                <a:gd name="connsiteX2" fmla="*/ 1337152 w 1337151"/>
                <a:gd name="connsiteY2" fmla="*/ 998350 h 998350"/>
                <a:gd name="connsiteX3" fmla="*/ 0 w 1337151"/>
                <a:gd name="connsiteY3" fmla="*/ 998350 h 998350"/>
              </a:gdLst>
              <a:ahLst/>
              <a:cxnLst>
                <a:cxn ang="0">
                  <a:pos x="connsiteX0" y="connsiteY0"/>
                </a:cxn>
                <a:cxn ang="0">
                  <a:pos x="connsiteX1" y="connsiteY1"/>
                </a:cxn>
                <a:cxn ang="0">
                  <a:pos x="connsiteX2" y="connsiteY2"/>
                </a:cxn>
                <a:cxn ang="0">
                  <a:pos x="connsiteX3" y="connsiteY3"/>
                </a:cxn>
              </a:cxnLst>
              <a:rect l="l" t="t" r="r" b="b"/>
              <a:pathLst>
                <a:path w="1337151" h="998350">
                  <a:moveTo>
                    <a:pt x="0" y="0"/>
                  </a:moveTo>
                  <a:lnTo>
                    <a:pt x="1337152" y="0"/>
                  </a:lnTo>
                  <a:lnTo>
                    <a:pt x="1337152" y="998350"/>
                  </a:lnTo>
                  <a:lnTo>
                    <a:pt x="0" y="998350"/>
                  </a:lnTo>
                  <a:close/>
                </a:path>
              </a:pathLst>
            </a:custGeom>
            <a:solidFill>
              <a:schemeClr val="tx2"/>
            </a:solidFill>
            <a:ln w="8043"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FE2ED06-723E-4085-97AF-63CFA4097EF3}"/>
                </a:ext>
              </a:extLst>
            </p:cNvPr>
            <p:cNvSpPr/>
            <p:nvPr/>
          </p:nvSpPr>
          <p:spPr>
            <a:xfrm>
              <a:off x="9508963" y="5211081"/>
              <a:ext cx="268344" cy="268344"/>
            </a:xfrm>
            <a:custGeom>
              <a:avLst/>
              <a:gdLst>
                <a:gd name="connsiteX0" fmla="*/ 268344 w 268344"/>
                <a:gd name="connsiteY0" fmla="*/ 134172 h 268344"/>
                <a:gd name="connsiteX1" fmla="*/ 134172 w 268344"/>
                <a:gd name="connsiteY1" fmla="*/ 268344 h 268344"/>
                <a:gd name="connsiteX2" fmla="*/ 0 w 268344"/>
                <a:gd name="connsiteY2" fmla="*/ 134172 h 268344"/>
                <a:gd name="connsiteX3" fmla="*/ 134172 w 268344"/>
                <a:gd name="connsiteY3" fmla="*/ 0 h 268344"/>
                <a:gd name="connsiteX4" fmla="*/ 268344 w 268344"/>
                <a:gd name="connsiteY4" fmla="*/ 134172 h 268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44" h="268344">
                  <a:moveTo>
                    <a:pt x="268344" y="134172"/>
                  </a:moveTo>
                  <a:cubicBezTo>
                    <a:pt x="268344" y="208273"/>
                    <a:pt x="208273" y="268344"/>
                    <a:pt x="134172" y="268344"/>
                  </a:cubicBezTo>
                  <a:cubicBezTo>
                    <a:pt x="60071" y="268344"/>
                    <a:pt x="0" y="208273"/>
                    <a:pt x="0" y="134172"/>
                  </a:cubicBezTo>
                  <a:cubicBezTo>
                    <a:pt x="0" y="60071"/>
                    <a:pt x="60071" y="0"/>
                    <a:pt x="134172" y="0"/>
                  </a:cubicBezTo>
                  <a:cubicBezTo>
                    <a:pt x="208273" y="0"/>
                    <a:pt x="268344" y="60071"/>
                    <a:pt x="268344" y="134172"/>
                  </a:cubicBezTo>
                  <a:close/>
                </a:path>
              </a:pathLst>
            </a:custGeom>
            <a:solidFill>
              <a:schemeClr val="accent1"/>
            </a:solidFill>
            <a:ln w="8043"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B553942-F495-40B9-9482-B2A1AB7C8D5F}"/>
                </a:ext>
              </a:extLst>
            </p:cNvPr>
            <p:cNvSpPr/>
            <p:nvPr/>
          </p:nvSpPr>
          <p:spPr>
            <a:xfrm>
              <a:off x="9915526" y="5211081"/>
              <a:ext cx="268344" cy="268344"/>
            </a:xfrm>
            <a:custGeom>
              <a:avLst/>
              <a:gdLst>
                <a:gd name="connsiteX0" fmla="*/ 268344 w 268344"/>
                <a:gd name="connsiteY0" fmla="*/ 134172 h 268344"/>
                <a:gd name="connsiteX1" fmla="*/ 134172 w 268344"/>
                <a:gd name="connsiteY1" fmla="*/ 268344 h 268344"/>
                <a:gd name="connsiteX2" fmla="*/ 0 w 268344"/>
                <a:gd name="connsiteY2" fmla="*/ 134172 h 268344"/>
                <a:gd name="connsiteX3" fmla="*/ 134172 w 268344"/>
                <a:gd name="connsiteY3" fmla="*/ 0 h 268344"/>
                <a:gd name="connsiteX4" fmla="*/ 268344 w 268344"/>
                <a:gd name="connsiteY4" fmla="*/ 134172 h 268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44" h="268344">
                  <a:moveTo>
                    <a:pt x="268344" y="134172"/>
                  </a:moveTo>
                  <a:cubicBezTo>
                    <a:pt x="268344" y="208273"/>
                    <a:pt x="208273" y="268344"/>
                    <a:pt x="134172" y="268344"/>
                  </a:cubicBezTo>
                  <a:cubicBezTo>
                    <a:pt x="60071" y="268344"/>
                    <a:pt x="0" y="208273"/>
                    <a:pt x="0" y="134172"/>
                  </a:cubicBezTo>
                  <a:cubicBezTo>
                    <a:pt x="0" y="60071"/>
                    <a:pt x="60071" y="0"/>
                    <a:pt x="134172" y="0"/>
                  </a:cubicBezTo>
                  <a:cubicBezTo>
                    <a:pt x="208273" y="0"/>
                    <a:pt x="268344" y="60071"/>
                    <a:pt x="268344" y="134172"/>
                  </a:cubicBezTo>
                  <a:close/>
                </a:path>
              </a:pathLst>
            </a:custGeom>
            <a:solidFill>
              <a:schemeClr val="accent1"/>
            </a:solidFill>
            <a:ln w="8043"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6CE56C9B-D98F-4C6A-8914-230A752FB809}"/>
                </a:ext>
              </a:extLst>
            </p:cNvPr>
            <p:cNvSpPr/>
            <p:nvPr/>
          </p:nvSpPr>
          <p:spPr>
            <a:xfrm>
              <a:off x="10367267" y="5211081"/>
              <a:ext cx="268344" cy="268344"/>
            </a:xfrm>
            <a:custGeom>
              <a:avLst/>
              <a:gdLst>
                <a:gd name="connsiteX0" fmla="*/ 268344 w 268344"/>
                <a:gd name="connsiteY0" fmla="*/ 134172 h 268344"/>
                <a:gd name="connsiteX1" fmla="*/ 134172 w 268344"/>
                <a:gd name="connsiteY1" fmla="*/ 268344 h 268344"/>
                <a:gd name="connsiteX2" fmla="*/ 0 w 268344"/>
                <a:gd name="connsiteY2" fmla="*/ 134172 h 268344"/>
                <a:gd name="connsiteX3" fmla="*/ 134172 w 268344"/>
                <a:gd name="connsiteY3" fmla="*/ 0 h 268344"/>
                <a:gd name="connsiteX4" fmla="*/ 268344 w 268344"/>
                <a:gd name="connsiteY4" fmla="*/ 134172 h 268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44" h="268344">
                  <a:moveTo>
                    <a:pt x="268344" y="134172"/>
                  </a:moveTo>
                  <a:cubicBezTo>
                    <a:pt x="268344" y="208273"/>
                    <a:pt x="208273" y="268344"/>
                    <a:pt x="134172" y="268344"/>
                  </a:cubicBezTo>
                  <a:cubicBezTo>
                    <a:pt x="60071" y="268344"/>
                    <a:pt x="0" y="208273"/>
                    <a:pt x="0" y="134172"/>
                  </a:cubicBezTo>
                  <a:cubicBezTo>
                    <a:pt x="0" y="60071"/>
                    <a:pt x="60071" y="0"/>
                    <a:pt x="134172" y="0"/>
                  </a:cubicBezTo>
                  <a:cubicBezTo>
                    <a:pt x="208273" y="0"/>
                    <a:pt x="268344" y="60071"/>
                    <a:pt x="268344" y="134172"/>
                  </a:cubicBezTo>
                  <a:close/>
                </a:path>
              </a:pathLst>
            </a:custGeom>
            <a:solidFill>
              <a:schemeClr val="accent1"/>
            </a:solidFill>
            <a:ln w="8043"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9BF9855-E9D6-4881-B7AB-23E8BB560929}"/>
                </a:ext>
              </a:extLst>
            </p:cNvPr>
            <p:cNvSpPr/>
            <p:nvPr userDrawn="1"/>
          </p:nvSpPr>
          <p:spPr>
            <a:xfrm>
              <a:off x="10810182" y="4495606"/>
              <a:ext cx="892370" cy="1493120"/>
            </a:xfrm>
            <a:custGeom>
              <a:avLst/>
              <a:gdLst>
                <a:gd name="connsiteX0" fmla="*/ 892371 w 892370"/>
                <a:gd name="connsiteY0" fmla="*/ 1493120 h 1493120"/>
                <a:gd name="connsiteX1" fmla="*/ 0 w 892370"/>
                <a:gd name="connsiteY1" fmla="*/ 1493120 h 1493120"/>
                <a:gd name="connsiteX2" fmla="*/ 0 w 892370"/>
                <a:gd name="connsiteY2" fmla="*/ 0 h 1493120"/>
                <a:gd name="connsiteX3" fmla="*/ 892371 w 892370"/>
                <a:gd name="connsiteY3" fmla="*/ 0 h 1493120"/>
                <a:gd name="connsiteX4" fmla="*/ 40229 w 892370"/>
                <a:gd name="connsiteY4" fmla="*/ 1452891 h 1493120"/>
                <a:gd name="connsiteX5" fmla="*/ 852142 w 892370"/>
                <a:gd name="connsiteY5" fmla="*/ 1452891 h 1493120"/>
                <a:gd name="connsiteX6" fmla="*/ 852142 w 892370"/>
                <a:gd name="connsiteY6" fmla="*/ 40229 h 1493120"/>
                <a:gd name="connsiteX7" fmla="*/ 40229 w 892370"/>
                <a:gd name="connsiteY7" fmla="*/ 40229 h 149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2370" h="1493120">
                  <a:moveTo>
                    <a:pt x="892371" y="1493120"/>
                  </a:moveTo>
                  <a:lnTo>
                    <a:pt x="0" y="1493120"/>
                  </a:lnTo>
                  <a:lnTo>
                    <a:pt x="0" y="0"/>
                  </a:lnTo>
                  <a:lnTo>
                    <a:pt x="892371" y="0"/>
                  </a:lnTo>
                  <a:close/>
                  <a:moveTo>
                    <a:pt x="40229" y="1452891"/>
                  </a:moveTo>
                  <a:lnTo>
                    <a:pt x="852142" y="1452891"/>
                  </a:lnTo>
                  <a:lnTo>
                    <a:pt x="852142" y="40229"/>
                  </a:lnTo>
                  <a:lnTo>
                    <a:pt x="40229" y="40229"/>
                  </a:lnTo>
                  <a:close/>
                </a:path>
              </a:pathLst>
            </a:custGeom>
            <a:solidFill>
              <a:schemeClr val="accent4"/>
            </a:solidFill>
            <a:ln w="8043" cap="flat">
              <a:noFill/>
              <a:prstDash val="solid"/>
              <a:miter/>
            </a:ln>
          </p:spPr>
          <p:txBody>
            <a:bodyPr rtlCol="0" anchor="ctr"/>
            <a:lstStyle/>
            <a:p>
              <a:endParaRPr lang="en-US"/>
            </a:p>
          </p:txBody>
        </p:sp>
      </p:grpSp>
    </p:spTree>
    <p:extLst>
      <p:ext uri="{BB962C8B-B14F-4D97-AF65-F5344CB8AC3E}">
        <p14:creationId xmlns:p14="http://schemas.microsoft.com/office/powerpoint/2010/main" val="520471897"/>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Kapittel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grpSp>
        <p:nvGrpSpPr>
          <p:cNvPr id="3" name="Group 2">
            <a:extLst>
              <a:ext uri="{FF2B5EF4-FFF2-40B4-BE49-F238E27FC236}">
                <a16:creationId xmlns:a16="http://schemas.microsoft.com/office/drawing/2014/main" id="{7391F02B-B53B-4219-A213-FA244B1B9DF2}"/>
              </a:ext>
            </a:extLst>
          </p:cNvPr>
          <p:cNvGrpSpPr/>
          <p:nvPr userDrawn="1"/>
        </p:nvGrpSpPr>
        <p:grpSpPr>
          <a:xfrm>
            <a:off x="-193141" y="4703130"/>
            <a:ext cx="3851014" cy="2239479"/>
            <a:chOff x="-193141" y="4703130"/>
            <a:chExt cx="3851014" cy="2239479"/>
          </a:xfrm>
        </p:grpSpPr>
        <p:sp>
          <p:nvSpPr>
            <p:cNvPr id="8" name="Freeform: Shape 7">
              <a:extLst>
                <a:ext uri="{FF2B5EF4-FFF2-40B4-BE49-F238E27FC236}">
                  <a16:creationId xmlns:a16="http://schemas.microsoft.com/office/drawing/2014/main" id="{6EDA9B97-14EE-4EFC-82F6-A0C048F043E8}"/>
                </a:ext>
              </a:extLst>
            </p:cNvPr>
            <p:cNvSpPr/>
            <p:nvPr/>
          </p:nvSpPr>
          <p:spPr>
            <a:xfrm>
              <a:off x="1076598" y="4703130"/>
              <a:ext cx="2581275" cy="2235450"/>
            </a:xfrm>
            <a:custGeom>
              <a:avLst/>
              <a:gdLst>
                <a:gd name="connsiteX0" fmla="*/ 2581275 w 2581275"/>
                <a:gd name="connsiteY0" fmla="*/ 2235451 h 2235450"/>
                <a:gd name="connsiteX1" fmla="*/ 0 w 2581275"/>
                <a:gd name="connsiteY1" fmla="*/ 2235451 h 2235450"/>
                <a:gd name="connsiteX2" fmla="*/ 1290638 w 2581275"/>
                <a:gd name="connsiteY2" fmla="*/ 0 h 2235450"/>
                <a:gd name="connsiteX3" fmla="*/ 16507 w 2581275"/>
                <a:gd name="connsiteY3" fmla="*/ 2225926 h 2235450"/>
                <a:gd name="connsiteX4" fmla="*/ 2564778 w 2581275"/>
                <a:gd name="connsiteY4" fmla="*/ 2225926 h 2235450"/>
                <a:gd name="connsiteX5" fmla="*/ 1290638 w 2581275"/>
                <a:gd name="connsiteY5" fmla="*/ 19050 h 223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81275" h="2235450">
                  <a:moveTo>
                    <a:pt x="2581275" y="2235451"/>
                  </a:moveTo>
                  <a:lnTo>
                    <a:pt x="0" y="2235451"/>
                  </a:lnTo>
                  <a:lnTo>
                    <a:pt x="1290638" y="0"/>
                  </a:lnTo>
                  <a:close/>
                  <a:moveTo>
                    <a:pt x="16507" y="2225926"/>
                  </a:moveTo>
                  <a:lnTo>
                    <a:pt x="2564778" y="2225926"/>
                  </a:lnTo>
                  <a:lnTo>
                    <a:pt x="1290638" y="19050"/>
                  </a:lnTo>
                  <a:close/>
                </a:path>
              </a:pathLst>
            </a:custGeom>
            <a:solidFill>
              <a:schemeClr val="tx1"/>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FF77E99-435F-4373-904A-0B8840F0B5F4}"/>
                </a:ext>
              </a:extLst>
            </p:cNvPr>
            <p:cNvSpPr/>
            <p:nvPr/>
          </p:nvSpPr>
          <p:spPr>
            <a:xfrm>
              <a:off x="1577870" y="5551293"/>
              <a:ext cx="1378371" cy="1391136"/>
            </a:xfrm>
            <a:custGeom>
              <a:avLst/>
              <a:gdLst>
                <a:gd name="connsiteX0" fmla="*/ 0 w 1378371"/>
                <a:gd name="connsiteY0" fmla="*/ 0 h 1391136"/>
                <a:gd name="connsiteX1" fmla="*/ 521513 w 1378371"/>
                <a:gd name="connsiteY1" fmla="*/ 411318 h 1391136"/>
                <a:gd name="connsiteX2" fmla="*/ 1233230 w 1378371"/>
                <a:gd name="connsiteY2" fmla="*/ 1236583 h 1391136"/>
                <a:gd name="connsiteX3" fmla="*/ 1378372 w 1378371"/>
                <a:gd name="connsiteY3" fmla="*/ 1391136 h 1391136"/>
                <a:gd name="connsiteX4" fmla="*/ 0 w 1378371"/>
                <a:gd name="connsiteY4" fmla="*/ 1391136 h 1391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8371" h="1391136">
                  <a:moveTo>
                    <a:pt x="0" y="0"/>
                  </a:moveTo>
                  <a:cubicBezTo>
                    <a:pt x="267995" y="21079"/>
                    <a:pt x="395078" y="121520"/>
                    <a:pt x="521513" y="411318"/>
                  </a:cubicBezTo>
                  <a:cubicBezTo>
                    <a:pt x="678380" y="766972"/>
                    <a:pt x="884501" y="1006126"/>
                    <a:pt x="1233230" y="1236583"/>
                  </a:cubicBezTo>
                  <a:cubicBezTo>
                    <a:pt x="1292984" y="1276098"/>
                    <a:pt x="1342684" y="1329021"/>
                    <a:pt x="1378372" y="1391136"/>
                  </a:cubicBezTo>
                  <a:lnTo>
                    <a:pt x="0" y="1391136"/>
                  </a:lnTo>
                  <a:close/>
                </a:path>
              </a:pathLst>
            </a:custGeom>
            <a:solidFill>
              <a:schemeClr val="accent2"/>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D4B90A55-43F2-44C4-8FA8-6B258D4852E8}"/>
                </a:ext>
              </a:extLst>
            </p:cNvPr>
            <p:cNvSpPr/>
            <p:nvPr/>
          </p:nvSpPr>
          <p:spPr>
            <a:xfrm>
              <a:off x="-193141" y="4721446"/>
              <a:ext cx="2564777" cy="2221163"/>
            </a:xfrm>
            <a:custGeom>
              <a:avLst/>
              <a:gdLst>
                <a:gd name="connsiteX0" fmla="*/ 1282389 w 2564777"/>
                <a:gd name="connsiteY0" fmla="*/ 2221163 h 2221163"/>
                <a:gd name="connsiteX1" fmla="*/ 0 w 2564777"/>
                <a:gd name="connsiteY1" fmla="*/ 2221163 h 2221163"/>
                <a:gd name="connsiteX2" fmla="*/ 641194 w 2564777"/>
                <a:gd name="connsiteY2" fmla="*/ 1110577 h 2221163"/>
                <a:gd name="connsiteX3" fmla="*/ 1282389 w 2564777"/>
                <a:gd name="connsiteY3" fmla="*/ 0 h 2221163"/>
                <a:gd name="connsiteX4" fmla="*/ 1923583 w 2564777"/>
                <a:gd name="connsiteY4" fmla="*/ 1110577 h 2221163"/>
                <a:gd name="connsiteX5" fmla="*/ 2564778 w 2564777"/>
                <a:gd name="connsiteY5" fmla="*/ 2221163 h 2221163"/>
                <a:gd name="connsiteX6" fmla="*/ 1282389 w 2564777"/>
                <a:gd name="connsiteY6" fmla="*/ 2221163 h 222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64777" h="2221163">
                  <a:moveTo>
                    <a:pt x="1282389" y="2221163"/>
                  </a:moveTo>
                  <a:lnTo>
                    <a:pt x="0" y="2221163"/>
                  </a:lnTo>
                  <a:lnTo>
                    <a:pt x="641194" y="1110577"/>
                  </a:lnTo>
                  <a:lnTo>
                    <a:pt x="1282389" y="0"/>
                  </a:lnTo>
                  <a:lnTo>
                    <a:pt x="1923583" y="1110577"/>
                  </a:lnTo>
                  <a:lnTo>
                    <a:pt x="2564778" y="2221163"/>
                  </a:lnTo>
                  <a:lnTo>
                    <a:pt x="1282389" y="2221163"/>
                  </a:lnTo>
                  <a:close/>
                </a:path>
              </a:pathLst>
            </a:custGeom>
            <a:solidFill>
              <a:schemeClr val="accent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240744465"/>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Kapittel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grpSp>
        <p:nvGrpSpPr>
          <p:cNvPr id="3" name="Group 2">
            <a:extLst>
              <a:ext uri="{FF2B5EF4-FFF2-40B4-BE49-F238E27FC236}">
                <a16:creationId xmlns:a16="http://schemas.microsoft.com/office/drawing/2014/main" id="{D3678B2A-2F48-4D27-93CA-F25ECA71B716}"/>
              </a:ext>
            </a:extLst>
          </p:cNvPr>
          <p:cNvGrpSpPr/>
          <p:nvPr userDrawn="1"/>
        </p:nvGrpSpPr>
        <p:grpSpPr>
          <a:xfrm>
            <a:off x="553506" y="4275628"/>
            <a:ext cx="3020870" cy="2292828"/>
            <a:chOff x="553506" y="4275628"/>
            <a:chExt cx="3020870" cy="2292828"/>
          </a:xfrm>
        </p:grpSpPr>
        <p:sp>
          <p:nvSpPr>
            <p:cNvPr id="7" name="Freeform: Shape 6">
              <a:extLst>
                <a:ext uri="{FF2B5EF4-FFF2-40B4-BE49-F238E27FC236}">
                  <a16:creationId xmlns:a16="http://schemas.microsoft.com/office/drawing/2014/main" id="{35CD9FC8-2928-4A44-8CD6-48ACDB02C858}"/>
                </a:ext>
              </a:extLst>
            </p:cNvPr>
            <p:cNvSpPr/>
            <p:nvPr userDrawn="1"/>
          </p:nvSpPr>
          <p:spPr>
            <a:xfrm>
              <a:off x="2731107" y="5842664"/>
              <a:ext cx="843269" cy="725792"/>
            </a:xfrm>
            <a:custGeom>
              <a:avLst/>
              <a:gdLst>
                <a:gd name="connsiteX0" fmla="*/ 421635 w 843269"/>
                <a:gd name="connsiteY0" fmla="*/ 0 h 725792"/>
                <a:gd name="connsiteX1" fmla="*/ 843270 w 843269"/>
                <a:gd name="connsiteY1" fmla="*/ 725793 h 725792"/>
                <a:gd name="connsiteX2" fmla="*/ 0 w 843269"/>
                <a:gd name="connsiteY2" fmla="*/ 725793 h 725792"/>
              </a:gdLst>
              <a:ahLst/>
              <a:cxnLst>
                <a:cxn ang="0">
                  <a:pos x="connsiteX0" y="connsiteY0"/>
                </a:cxn>
                <a:cxn ang="0">
                  <a:pos x="connsiteX1" y="connsiteY1"/>
                </a:cxn>
                <a:cxn ang="0">
                  <a:pos x="connsiteX2" y="connsiteY2"/>
                </a:cxn>
              </a:cxnLst>
              <a:rect l="l" t="t" r="r" b="b"/>
              <a:pathLst>
                <a:path w="843269" h="725792">
                  <a:moveTo>
                    <a:pt x="421635" y="0"/>
                  </a:moveTo>
                  <a:lnTo>
                    <a:pt x="843270" y="725793"/>
                  </a:lnTo>
                  <a:lnTo>
                    <a:pt x="0" y="725793"/>
                  </a:lnTo>
                  <a:close/>
                </a:path>
              </a:pathLst>
            </a:custGeom>
            <a:solidFill>
              <a:schemeClr val="accent1"/>
            </a:solidFill>
            <a:ln w="7941"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6A6FA39-8755-4AD9-9AC7-36CB646BBCDB}"/>
                </a:ext>
              </a:extLst>
            </p:cNvPr>
            <p:cNvSpPr/>
            <p:nvPr userDrawn="1"/>
          </p:nvSpPr>
          <p:spPr>
            <a:xfrm>
              <a:off x="2144286" y="5842664"/>
              <a:ext cx="843269" cy="725792"/>
            </a:xfrm>
            <a:custGeom>
              <a:avLst/>
              <a:gdLst>
                <a:gd name="connsiteX0" fmla="*/ 421635 w 843269"/>
                <a:gd name="connsiteY0" fmla="*/ 0 h 725792"/>
                <a:gd name="connsiteX1" fmla="*/ 843270 w 843269"/>
                <a:gd name="connsiteY1" fmla="*/ 725793 h 725792"/>
                <a:gd name="connsiteX2" fmla="*/ 0 w 843269"/>
                <a:gd name="connsiteY2" fmla="*/ 725793 h 725792"/>
              </a:gdLst>
              <a:ahLst/>
              <a:cxnLst>
                <a:cxn ang="0">
                  <a:pos x="connsiteX0" y="connsiteY0"/>
                </a:cxn>
                <a:cxn ang="0">
                  <a:pos x="connsiteX1" y="connsiteY1"/>
                </a:cxn>
                <a:cxn ang="0">
                  <a:pos x="connsiteX2" y="connsiteY2"/>
                </a:cxn>
              </a:cxnLst>
              <a:rect l="l" t="t" r="r" b="b"/>
              <a:pathLst>
                <a:path w="843269" h="725792">
                  <a:moveTo>
                    <a:pt x="421635" y="0"/>
                  </a:moveTo>
                  <a:lnTo>
                    <a:pt x="843270" y="725793"/>
                  </a:lnTo>
                  <a:lnTo>
                    <a:pt x="0" y="725793"/>
                  </a:lnTo>
                  <a:close/>
                </a:path>
              </a:pathLst>
            </a:custGeom>
            <a:solidFill>
              <a:schemeClr val="accent1"/>
            </a:solidFill>
            <a:ln w="7941"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2EE18E7-8CC1-45D9-9E6D-94675A6D04AC}"/>
                </a:ext>
              </a:extLst>
            </p:cNvPr>
            <p:cNvSpPr/>
            <p:nvPr userDrawn="1"/>
          </p:nvSpPr>
          <p:spPr>
            <a:xfrm>
              <a:off x="553506" y="4275628"/>
              <a:ext cx="1596046" cy="1750762"/>
            </a:xfrm>
            <a:custGeom>
              <a:avLst/>
              <a:gdLst>
                <a:gd name="connsiteX0" fmla="*/ 9858 w 1596046"/>
                <a:gd name="connsiteY0" fmla="*/ 1733398 h 1750762"/>
                <a:gd name="connsiteX1" fmla="*/ 1596046 w 1596046"/>
                <a:gd name="connsiteY1" fmla="*/ 1750763 h 1750762"/>
                <a:gd name="connsiteX2" fmla="*/ 1391405 w 1596046"/>
                <a:gd name="connsiteY2" fmla="*/ 1424617 h 1750762"/>
                <a:gd name="connsiteX3" fmla="*/ 0 w 1596046"/>
                <a:gd name="connsiteY3" fmla="*/ 0 h 1750762"/>
              </a:gdLst>
              <a:ahLst/>
              <a:cxnLst>
                <a:cxn ang="0">
                  <a:pos x="connsiteX0" y="connsiteY0"/>
                </a:cxn>
                <a:cxn ang="0">
                  <a:pos x="connsiteX1" y="connsiteY1"/>
                </a:cxn>
                <a:cxn ang="0">
                  <a:pos x="connsiteX2" y="connsiteY2"/>
                </a:cxn>
                <a:cxn ang="0">
                  <a:pos x="connsiteX3" y="connsiteY3"/>
                </a:cxn>
              </a:cxnLst>
              <a:rect l="l" t="t" r="r" b="b"/>
              <a:pathLst>
                <a:path w="1596046" h="1750762">
                  <a:moveTo>
                    <a:pt x="9858" y="1733398"/>
                  </a:moveTo>
                  <a:lnTo>
                    <a:pt x="1596046" y="1750763"/>
                  </a:lnTo>
                  <a:cubicBezTo>
                    <a:pt x="1583472" y="1623166"/>
                    <a:pt x="1519749" y="1509891"/>
                    <a:pt x="1391405" y="1424617"/>
                  </a:cubicBezTo>
                  <a:cubicBezTo>
                    <a:pt x="303983" y="701128"/>
                    <a:pt x="822156" y="30813"/>
                    <a:pt x="0" y="0"/>
                  </a:cubicBezTo>
                  <a:close/>
                </a:path>
              </a:pathLst>
            </a:custGeom>
            <a:solidFill>
              <a:srgbClr val="1D43C6"/>
            </a:solidFill>
            <a:ln w="7941"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BC3C6A5D-2EAC-4E0C-851F-F5AFA7FFE4B4}"/>
                </a:ext>
              </a:extLst>
            </p:cNvPr>
            <p:cNvSpPr/>
            <p:nvPr userDrawn="1"/>
          </p:nvSpPr>
          <p:spPr>
            <a:xfrm>
              <a:off x="2261358" y="5121669"/>
              <a:ext cx="1142748" cy="569248"/>
            </a:xfrm>
            <a:custGeom>
              <a:avLst/>
              <a:gdLst>
                <a:gd name="connsiteX0" fmla="*/ 8 w 1142748"/>
                <a:gd name="connsiteY0" fmla="*/ 0 h 569248"/>
                <a:gd name="connsiteX1" fmla="*/ 1142749 w 1142748"/>
                <a:gd name="connsiteY1" fmla="*/ 0 h 569248"/>
                <a:gd name="connsiteX2" fmla="*/ 569244 w 1142748"/>
                <a:gd name="connsiteY2" fmla="*/ 569244 h 569248"/>
                <a:gd name="connsiteX3" fmla="*/ 0 w 1142748"/>
                <a:gd name="connsiteY3" fmla="*/ 0 h 569248"/>
              </a:gdLst>
              <a:ahLst/>
              <a:cxnLst>
                <a:cxn ang="0">
                  <a:pos x="connsiteX0" y="connsiteY0"/>
                </a:cxn>
                <a:cxn ang="0">
                  <a:pos x="connsiteX1" y="connsiteY1"/>
                </a:cxn>
                <a:cxn ang="0">
                  <a:pos x="connsiteX2" y="connsiteY2"/>
                </a:cxn>
                <a:cxn ang="0">
                  <a:pos x="connsiteX3" y="connsiteY3"/>
                </a:cxn>
              </a:cxnLst>
              <a:rect l="l" t="t" r="r" b="b"/>
              <a:pathLst>
                <a:path w="1142748" h="569248">
                  <a:moveTo>
                    <a:pt x="8" y="0"/>
                  </a:moveTo>
                  <a:lnTo>
                    <a:pt x="1142749" y="0"/>
                  </a:lnTo>
                  <a:cubicBezTo>
                    <a:pt x="1141572" y="315561"/>
                    <a:pt x="884806" y="570420"/>
                    <a:pt x="569244" y="569244"/>
                  </a:cubicBezTo>
                  <a:cubicBezTo>
                    <a:pt x="255345" y="568074"/>
                    <a:pt x="1170" y="313899"/>
                    <a:pt x="0" y="0"/>
                  </a:cubicBezTo>
                  <a:close/>
                </a:path>
              </a:pathLst>
            </a:custGeom>
            <a:solidFill>
              <a:schemeClr val="accent3"/>
            </a:solidFill>
            <a:ln w="7941"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C04C87B-AF0D-4CA8-9EF0-3E415581B6D5}"/>
                </a:ext>
              </a:extLst>
            </p:cNvPr>
            <p:cNvSpPr/>
            <p:nvPr userDrawn="1"/>
          </p:nvSpPr>
          <p:spPr>
            <a:xfrm>
              <a:off x="2258379" y="5118722"/>
              <a:ext cx="1148706" cy="577296"/>
            </a:xfrm>
            <a:custGeom>
              <a:avLst/>
              <a:gdLst>
                <a:gd name="connsiteX0" fmla="*/ 574365 w 1148706"/>
                <a:gd name="connsiteY0" fmla="*/ 577296 h 577296"/>
                <a:gd name="connsiteX1" fmla="*/ 0 w 1148706"/>
                <a:gd name="connsiteY1" fmla="*/ 2979 h 577296"/>
                <a:gd name="connsiteX2" fmla="*/ 2947 w 1148706"/>
                <a:gd name="connsiteY2" fmla="*/ 2979 h 577296"/>
                <a:gd name="connsiteX3" fmla="*/ 2947 w 1148706"/>
                <a:gd name="connsiteY3" fmla="*/ 0 h 577296"/>
                <a:gd name="connsiteX4" fmla="*/ 1148706 w 1148706"/>
                <a:gd name="connsiteY4" fmla="*/ 0 h 577296"/>
                <a:gd name="connsiteX5" fmla="*/ 1148706 w 1148706"/>
                <a:gd name="connsiteY5" fmla="*/ 2979 h 577296"/>
                <a:gd name="connsiteX6" fmla="*/ 574365 w 1148706"/>
                <a:gd name="connsiteY6" fmla="*/ 577296 h 577296"/>
                <a:gd name="connsiteX7" fmla="*/ 5965 w 1148706"/>
                <a:gd name="connsiteY7" fmla="*/ 5966 h 577296"/>
                <a:gd name="connsiteX8" fmla="*/ 576478 w 1148706"/>
                <a:gd name="connsiteY8" fmla="*/ 572228 h 577296"/>
                <a:gd name="connsiteX9" fmla="*/ 1142741 w 1148706"/>
                <a:gd name="connsiteY9" fmla="*/ 5966 h 577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8706" h="577296">
                  <a:moveTo>
                    <a:pt x="574365" y="577296"/>
                  </a:moveTo>
                  <a:cubicBezTo>
                    <a:pt x="257318" y="576942"/>
                    <a:pt x="381" y="320026"/>
                    <a:pt x="0" y="2979"/>
                  </a:cubicBezTo>
                  <a:lnTo>
                    <a:pt x="2947" y="2979"/>
                  </a:lnTo>
                  <a:lnTo>
                    <a:pt x="2947" y="0"/>
                  </a:lnTo>
                  <a:lnTo>
                    <a:pt x="1148706" y="0"/>
                  </a:lnTo>
                  <a:lnTo>
                    <a:pt x="1148706" y="2979"/>
                  </a:lnTo>
                  <a:cubicBezTo>
                    <a:pt x="1148330" y="320019"/>
                    <a:pt x="891405" y="576933"/>
                    <a:pt x="574365" y="577296"/>
                  </a:cubicBezTo>
                  <a:close/>
                  <a:moveTo>
                    <a:pt x="5965" y="5966"/>
                  </a:moveTo>
                  <a:cubicBezTo>
                    <a:pt x="7139" y="319878"/>
                    <a:pt x="262566" y="573402"/>
                    <a:pt x="576478" y="572228"/>
                  </a:cubicBezTo>
                  <a:cubicBezTo>
                    <a:pt x="888732" y="571061"/>
                    <a:pt x="1141573" y="318219"/>
                    <a:pt x="1142741" y="5966"/>
                  </a:cubicBezTo>
                  <a:close/>
                </a:path>
              </a:pathLst>
            </a:custGeom>
            <a:solidFill>
              <a:srgbClr val="FBAC66"/>
            </a:solidFill>
            <a:ln w="7941"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3F905877-2A9A-461C-9C7A-17DBCB0BB485}"/>
                </a:ext>
              </a:extLst>
            </p:cNvPr>
            <p:cNvSpPr/>
            <p:nvPr userDrawn="1"/>
          </p:nvSpPr>
          <p:spPr>
            <a:xfrm>
              <a:off x="553506" y="4275628"/>
              <a:ext cx="1596046" cy="1750762"/>
            </a:xfrm>
            <a:custGeom>
              <a:avLst/>
              <a:gdLst>
                <a:gd name="connsiteX0" fmla="*/ 9858 w 1596046"/>
                <a:gd name="connsiteY0" fmla="*/ 1733390 h 1750762"/>
                <a:gd name="connsiteX1" fmla="*/ 1596046 w 1596046"/>
                <a:gd name="connsiteY1" fmla="*/ 1750763 h 1750762"/>
                <a:gd name="connsiteX2" fmla="*/ 1391405 w 1596046"/>
                <a:gd name="connsiteY2" fmla="*/ 1424617 h 1750762"/>
                <a:gd name="connsiteX3" fmla="*/ 0 w 1596046"/>
                <a:gd name="connsiteY3" fmla="*/ 0 h 1750762"/>
              </a:gdLst>
              <a:ahLst/>
              <a:cxnLst>
                <a:cxn ang="0">
                  <a:pos x="connsiteX0" y="connsiteY0"/>
                </a:cxn>
                <a:cxn ang="0">
                  <a:pos x="connsiteX1" y="connsiteY1"/>
                </a:cxn>
                <a:cxn ang="0">
                  <a:pos x="connsiteX2" y="connsiteY2"/>
                </a:cxn>
                <a:cxn ang="0">
                  <a:pos x="connsiteX3" y="connsiteY3"/>
                </a:cxn>
              </a:cxnLst>
              <a:rect l="l" t="t" r="r" b="b"/>
              <a:pathLst>
                <a:path w="1596046" h="1750762">
                  <a:moveTo>
                    <a:pt x="9858" y="1733390"/>
                  </a:moveTo>
                  <a:lnTo>
                    <a:pt x="1596046" y="1750763"/>
                  </a:lnTo>
                  <a:cubicBezTo>
                    <a:pt x="1583472" y="1623166"/>
                    <a:pt x="1519749" y="1509883"/>
                    <a:pt x="1391405" y="1424617"/>
                  </a:cubicBezTo>
                  <a:cubicBezTo>
                    <a:pt x="303983" y="701120"/>
                    <a:pt x="822156" y="30813"/>
                    <a:pt x="0" y="0"/>
                  </a:cubicBezTo>
                  <a:close/>
                </a:path>
              </a:pathLst>
            </a:custGeom>
            <a:solidFill>
              <a:schemeClr val="accent2"/>
            </a:solidFill>
            <a:ln w="7941" cap="flat">
              <a:noFill/>
              <a:prstDash val="solid"/>
              <a:miter/>
            </a:ln>
          </p:spPr>
          <p:txBody>
            <a:bodyPr rtlCol="0" anchor="ctr"/>
            <a:lstStyle/>
            <a:p>
              <a:endParaRPr lang="en-US"/>
            </a:p>
          </p:txBody>
        </p:sp>
      </p:grpSp>
    </p:spTree>
    <p:extLst>
      <p:ext uri="{BB962C8B-B14F-4D97-AF65-F5344CB8AC3E}">
        <p14:creationId xmlns:p14="http://schemas.microsoft.com/office/powerpoint/2010/main" val="2450072858"/>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Kapittel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grpSp>
        <p:nvGrpSpPr>
          <p:cNvPr id="3" name="Group 2">
            <a:extLst>
              <a:ext uri="{FF2B5EF4-FFF2-40B4-BE49-F238E27FC236}">
                <a16:creationId xmlns:a16="http://schemas.microsoft.com/office/drawing/2014/main" id="{ED83404B-9696-4894-8EBB-5A5ADB66B4C6}"/>
              </a:ext>
            </a:extLst>
          </p:cNvPr>
          <p:cNvGrpSpPr/>
          <p:nvPr userDrawn="1"/>
        </p:nvGrpSpPr>
        <p:grpSpPr>
          <a:xfrm>
            <a:off x="1002014" y="668472"/>
            <a:ext cx="2173294" cy="2346804"/>
            <a:chOff x="1002014" y="668472"/>
            <a:chExt cx="2173294" cy="2346804"/>
          </a:xfrm>
        </p:grpSpPr>
        <p:sp>
          <p:nvSpPr>
            <p:cNvPr id="10" name="Freeform: Shape 9">
              <a:extLst>
                <a:ext uri="{FF2B5EF4-FFF2-40B4-BE49-F238E27FC236}">
                  <a16:creationId xmlns:a16="http://schemas.microsoft.com/office/drawing/2014/main" id="{35853E15-4F9F-40AD-AC61-5A3023E3CE69}"/>
                </a:ext>
              </a:extLst>
            </p:cNvPr>
            <p:cNvSpPr/>
            <p:nvPr userDrawn="1"/>
          </p:nvSpPr>
          <p:spPr>
            <a:xfrm>
              <a:off x="1769489" y="953964"/>
              <a:ext cx="393799" cy="393799"/>
            </a:xfrm>
            <a:custGeom>
              <a:avLst/>
              <a:gdLst>
                <a:gd name="connsiteX0" fmla="*/ 393799 w 393799"/>
                <a:gd name="connsiteY0" fmla="*/ 196900 h 393799"/>
                <a:gd name="connsiteX1" fmla="*/ 196900 w 393799"/>
                <a:gd name="connsiteY1" fmla="*/ 393799 h 393799"/>
                <a:gd name="connsiteX2" fmla="*/ 0 w 393799"/>
                <a:gd name="connsiteY2" fmla="*/ 196900 h 393799"/>
                <a:gd name="connsiteX3" fmla="*/ 196900 w 393799"/>
                <a:gd name="connsiteY3" fmla="*/ 0 h 393799"/>
                <a:gd name="connsiteX4" fmla="*/ 393799 w 393799"/>
                <a:gd name="connsiteY4" fmla="*/ 196900 h 393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799" h="393799">
                  <a:moveTo>
                    <a:pt x="393799" y="196900"/>
                  </a:moveTo>
                  <a:cubicBezTo>
                    <a:pt x="393799" y="305644"/>
                    <a:pt x="305644" y="393799"/>
                    <a:pt x="196900" y="393799"/>
                  </a:cubicBezTo>
                  <a:cubicBezTo>
                    <a:pt x="88155" y="393799"/>
                    <a:pt x="0" y="305644"/>
                    <a:pt x="0" y="196900"/>
                  </a:cubicBezTo>
                  <a:cubicBezTo>
                    <a:pt x="0" y="88155"/>
                    <a:pt x="88155" y="0"/>
                    <a:pt x="196900" y="0"/>
                  </a:cubicBezTo>
                  <a:cubicBezTo>
                    <a:pt x="305644" y="0"/>
                    <a:pt x="393799" y="88155"/>
                    <a:pt x="393799" y="196900"/>
                  </a:cubicBezTo>
                  <a:close/>
                </a:path>
              </a:pathLst>
            </a:custGeom>
            <a:solidFill>
              <a:schemeClr val="accent1"/>
            </a:solidFill>
            <a:ln w="6493"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CACC864-1604-4E31-BB73-59849F948F41}"/>
                </a:ext>
              </a:extLst>
            </p:cNvPr>
            <p:cNvSpPr/>
            <p:nvPr userDrawn="1"/>
          </p:nvSpPr>
          <p:spPr>
            <a:xfrm>
              <a:off x="2781509" y="1734600"/>
              <a:ext cx="393799" cy="393799"/>
            </a:xfrm>
            <a:custGeom>
              <a:avLst/>
              <a:gdLst>
                <a:gd name="connsiteX0" fmla="*/ 393800 w 393799"/>
                <a:gd name="connsiteY0" fmla="*/ 196900 h 393799"/>
                <a:gd name="connsiteX1" fmla="*/ 196900 w 393799"/>
                <a:gd name="connsiteY1" fmla="*/ 393799 h 393799"/>
                <a:gd name="connsiteX2" fmla="*/ 0 w 393799"/>
                <a:gd name="connsiteY2" fmla="*/ 196900 h 393799"/>
                <a:gd name="connsiteX3" fmla="*/ 196900 w 393799"/>
                <a:gd name="connsiteY3" fmla="*/ 0 h 393799"/>
                <a:gd name="connsiteX4" fmla="*/ 393800 w 393799"/>
                <a:gd name="connsiteY4" fmla="*/ 196900 h 393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799" h="393799">
                  <a:moveTo>
                    <a:pt x="393800" y="196900"/>
                  </a:moveTo>
                  <a:cubicBezTo>
                    <a:pt x="393800" y="305644"/>
                    <a:pt x="305645" y="393799"/>
                    <a:pt x="196900" y="393799"/>
                  </a:cubicBezTo>
                  <a:cubicBezTo>
                    <a:pt x="88155" y="393799"/>
                    <a:pt x="0" y="305644"/>
                    <a:pt x="0" y="196900"/>
                  </a:cubicBezTo>
                  <a:cubicBezTo>
                    <a:pt x="0" y="88155"/>
                    <a:pt x="88155" y="0"/>
                    <a:pt x="196900" y="0"/>
                  </a:cubicBezTo>
                  <a:cubicBezTo>
                    <a:pt x="305645" y="0"/>
                    <a:pt x="393800" y="88155"/>
                    <a:pt x="393800" y="196900"/>
                  </a:cubicBezTo>
                  <a:close/>
                </a:path>
              </a:pathLst>
            </a:custGeom>
            <a:solidFill>
              <a:schemeClr val="accent1"/>
            </a:solidFill>
            <a:ln w="6493"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076D2472-5715-45F4-88D6-068E73038E62}"/>
                </a:ext>
              </a:extLst>
            </p:cNvPr>
            <p:cNvSpPr/>
            <p:nvPr userDrawn="1"/>
          </p:nvSpPr>
          <p:spPr>
            <a:xfrm>
              <a:off x="1845032" y="668472"/>
              <a:ext cx="242725" cy="242725"/>
            </a:xfrm>
            <a:custGeom>
              <a:avLst/>
              <a:gdLst>
                <a:gd name="connsiteX0" fmla="*/ 242726 w 242725"/>
                <a:gd name="connsiteY0" fmla="*/ 121363 h 242725"/>
                <a:gd name="connsiteX1" fmla="*/ 121363 w 242725"/>
                <a:gd name="connsiteY1" fmla="*/ 242726 h 242725"/>
                <a:gd name="connsiteX2" fmla="*/ 0 w 242725"/>
                <a:gd name="connsiteY2" fmla="*/ 121363 h 242725"/>
                <a:gd name="connsiteX3" fmla="*/ 121363 w 242725"/>
                <a:gd name="connsiteY3" fmla="*/ 0 h 242725"/>
                <a:gd name="connsiteX4" fmla="*/ 242726 w 242725"/>
                <a:gd name="connsiteY4" fmla="*/ 121363 h 242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725" h="242725">
                  <a:moveTo>
                    <a:pt x="242726" y="121363"/>
                  </a:moveTo>
                  <a:cubicBezTo>
                    <a:pt x="242726" y="188390"/>
                    <a:pt x="188390" y="242726"/>
                    <a:pt x="121363" y="242726"/>
                  </a:cubicBezTo>
                  <a:cubicBezTo>
                    <a:pt x="54336" y="242726"/>
                    <a:pt x="0" y="188390"/>
                    <a:pt x="0" y="121363"/>
                  </a:cubicBezTo>
                  <a:cubicBezTo>
                    <a:pt x="0" y="54336"/>
                    <a:pt x="54336" y="0"/>
                    <a:pt x="121363" y="0"/>
                  </a:cubicBezTo>
                  <a:cubicBezTo>
                    <a:pt x="188390" y="0"/>
                    <a:pt x="242726" y="54336"/>
                    <a:pt x="242726" y="121363"/>
                  </a:cubicBezTo>
                  <a:close/>
                </a:path>
              </a:pathLst>
            </a:custGeom>
            <a:solidFill>
              <a:schemeClr val="accent1"/>
            </a:solidFill>
            <a:ln w="6493"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2ED72A7-C4EB-4B09-B530-ACD057C2B22F}"/>
                </a:ext>
              </a:extLst>
            </p:cNvPr>
            <p:cNvSpPr/>
            <p:nvPr userDrawn="1"/>
          </p:nvSpPr>
          <p:spPr>
            <a:xfrm>
              <a:off x="2857052" y="1449107"/>
              <a:ext cx="242725" cy="242725"/>
            </a:xfrm>
            <a:custGeom>
              <a:avLst/>
              <a:gdLst>
                <a:gd name="connsiteX0" fmla="*/ 242726 w 242725"/>
                <a:gd name="connsiteY0" fmla="*/ 121363 h 242725"/>
                <a:gd name="connsiteX1" fmla="*/ 121363 w 242725"/>
                <a:gd name="connsiteY1" fmla="*/ 242726 h 242725"/>
                <a:gd name="connsiteX2" fmla="*/ 0 w 242725"/>
                <a:gd name="connsiteY2" fmla="*/ 121363 h 242725"/>
                <a:gd name="connsiteX3" fmla="*/ 121363 w 242725"/>
                <a:gd name="connsiteY3" fmla="*/ 0 h 242725"/>
                <a:gd name="connsiteX4" fmla="*/ 242726 w 242725"/>
                <a:gd name="connsiteY4" fmla="*/ 121363 h 242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725" h="242725">
                  <a:moveTo>
                    <a:pt x="242726" y="121363"/>
                  </a:moveTo>
                  <a:cubicBezTo>
                    <a:pt x="242726" y="188390"/>
                    <a:pt x="188390" y="242726"/>
                    <a:pt x="121363" y="242726"/>
                  </a:cubicBezTo>
                  <a:cubicBezTo>
                    <a:pt x="54336" y="242726"/>
                    <a:pt x="0" y="188390"/>
                    <a:pt x="0" y="121363"/>
                  </a:cubicBezTo>
                  <a:cubicBezTo>
                    <a:pt x="0" y="54336"/>
                    <a:pt x="54336" y="0"/>
                    <a:pt x="121363" y="0"/>
                  </a:cubicBezTo>
                  <a:cubicBezTo>
                    <a:pt x="188390" y="0"/>
                    <a:pt x="242726" y="54336"/>
                    <a:pt x="242726" y="121363"/>
                  </a:cubicBezTo>
                  <a:close/>
                </a:path>
              </a:pathLst>
            </a:custGeom>
            <a:solidFill>
              <a:schemeClr val="accent1"/>
            </a:solidFill>
            <a:ln w="6493"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E395C42C-FD55-40FB-A002-AC953099CD99}"/>
                </a:ext>
              </a:extLst>
            </p:cNvPr>
            <p:cNvSpPr/>
            <p:nvPr userDrawn="1"/>
          </p:nvSpPr>
          <p:spPr>
            <a:xfrm>
              <a:off x="1002014" y="1086526"/>
              <a:ext cx="1928750" cy="1928750"/>
            </a:xfrm>
            <a:custGeom>
              <a:avLst/>
              <a:gdLst>
                <a:gd name="connsiteX0" fmla="*/ 1928750 w 1928750"/>
                <a:gd name="connsiteY0" fmla="*/ 964375 h 1928750"/>
                <a:gd name="connsiteX1" fmla="*/ 964375 w 1928750"/>
                <a:gd name="connsiteY1" fmla="*/ 1928751 h 1928750"/>
                <a:gd name="connsiteX2" fmla="*/ 0 w 1928750"/>
                <a:gd name="connsiteY2" fmla="*/ 964375 h 1928750"/>
                <a:gd name="connsiteX3" fmla="*/ 964375 w 1928750"/>
                <a:gd name="connsiteY3" fmla="*/ 0 h 1928750"/>
                <a:gd name="connsiteX4" fmla="*/ 1928750 w 1928750"/>
                <a:gd name="connsiteY4" fmla="*/ 964375 h 1928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8750" h="1928750">
                  <a:moveTo>
                    <a:pt x="1928750" y="964375"/>
                  </a:moveTo>
                  <a:cubicBezTo>
                    <a:pt x="1928750" y="1496985"/>
                    <a:pt x="1496985" y="1928751"/>
                    <a:pt x="964375" y="1928751"/>
                  </a:cubicBezTo>
                  <a:cubicBezTo>
                    <a:pt x="431765" y="1928751"/>
                    <a:pt x="0" y="1496985"/>
                    <a:pt x="0" y="964375"/>
                  </a:cubicBezTo>
                  <a:cubicBezTo>
                    <a:pt x="0" y="431765"/>
                    <a:pt x="431765" y="0"/>
                    <a:pt x="964375" y="0"/>
                  </a:cubicBezTo>
                  <a:cubicBezTo>
                    <a:pt x="1496985" y="0"/>
                    <a:pt x="1928750" y="431765"/>
                    <a:pt x="1928750" y="964375"/>
                  </a:cubicBezTo>
                  <a:close/>
                </a:path>
              </a:pathLst>
            </a:custGeom>
            <a:solidFill>
              <a:schemeClr val="accent4"/>
            </a:solidFill>
            <a:ln w="6493"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F781C5F-5BA1-4BE6-8892-0AF3185F8E32}"/>
                </a:ext>
              </a:extLst>
            </p:cNvPr>
            <p:cNvSpPr/>
            <p:nvPr userDrawn="1"/>
          </p:nvSpPr>
          <p:spPr>
            <a:xfrm>
              <a:off x="1966408" y="1617868"/>
              <a:ext cx="392279" cy="412110"/>
            </a:xfrm>
            <a:custGeom>
              <a:avLst/>
              <a:gdLst>
                <a:gd name="connsiteX0" fmla="*/ 392279 w 392279"/>
                <a:gd name="connsiteY0" fmla="*/ 0 h 412110"/>
                <a:gd name="connsiteX1" fmla="*/ 392279 w 392279"/>
                <a:gd name="connsiteY1" fmla="*/ 0 h 412110"/>
                <a:gd name="connsiteX2" fmla="*/ 392279 w 392279"/>
                <a:gd name="connsiteY2" fmla="*/ 412110 h 412110"/>
                <a:gd name="connsiteX3" fmla="*/ 0 w 392279"/>
                <a:gd name="connsiteY3" fmla="*/ 412110 h 412110"/>
                <a:gd name="connsiteX4" fmla="*/ 0 w 392279"/>
                <a:gd name="connsiteY4" fmla="*/ 411902 h 412110"/>
                <a:gd name="connsiteX5" fmla="*/ 312638 w 392279"/>
                <a:gd name="connsiteY5" fmla="*/ 12062 h 412110"/>
                <a:gd name="connsiteX6" fmla="*/ 392279 w 392279"/>
                <a:gd name="connsiteY6" fmla="*/ 0 h 412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2279" h="412110">
                  <a:moveTo>
                    <a:pt x="392279" y="0"/>
                  </a:moveTo>
                  <a:lnTo>
                    <a:pt x="392279" y="0"/>
                  </a:lnTo>
                  <a:lnTo>
                    <a:pt x="392279" y="412110"/>
                  </a:lnTo>
                  <a:lnTo>
                    <a:pt x="0" y="412110"/>
                  </a:lnTo>
                  <a:lnTo>
                    <a:pt x="0" y="411902"/>
                  </a:lnTo>
                  <a:cubicBezTo>
                    <a:pt x="703" y="222876"/>
                    <a:pt x="129360" y="58333"/>
                    <a:pt x="312638" y="12062"/>
                  </a:cubicBezTo>
                  <a:cubicBezTo>
                    <a:pt x="338736" y="5495"/>
                    <a:pt x="365407" y="1456"/>
                    <a:pt x="392279" y="0"/>
                  </a:cubicBezTo>
                  <a:close/>
                </a:path>
              </a:pathLst>
            </a:custGeom>
            <a:solidFill>
              <a:schemeClr val="accent3"/>
            </a:solidFill>
            <a:ln w="6493"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E3703D7-8338-4B96-913A-F1BA7ABBEAAB}"/>
                </a:ext>
              </a:extLst>
            </p:cNvPr>
            <p:cNvSpPr/>
            <p:nvPr userDrawn="1"/>
          </p:nvSpPr>
          <p:spPr>
            <a:xfrm>
              <a:off x="1405446" y="1518941"/>
              <a:ext cx="711866" cy="779154"/>
            </a:xfrm>
            <a:custGeom>
              <a:avLst/>
              <a:gdLst>
                <a:gd name="connsiteX0" fmla="*/ 711867 w 711866"/>
                <a:gd name="connsiteY0" fmla="*/ 779155 h 779154"/>
                <a:gd name="connsiteX1" fmla="*/ 705131 w 711866"/>
                <a:gd name="connsiteY1" fmla="*/ 778901 h 779154"/>
                <a:gd name="connsiteX2" fmla="*/ 437514 w 711866"/>
                <a:gd name="connsiteY2" fmla="*/ 574408 h 779154"/>
                <a:gd name="connsiteX3" fmla="*/ 93107 w 711866"/>
                <a:gd name="connsiteY3" fmla="*/ 154594 h 779154"/>
                <a:gd name="connsiteX4" fmla="*/ 708 w 711866"/>
                <a:gd name="connsiteY4" fmla="*/ 7145 h 779154"/>
                <a:gd name="connsiteX5" fmla="*/ 0 w 711866"/>
                <a:gd name="connsiteY5" fmla="*/ 0 h 779154"/>
                <a:gd name="connsiteX6" fmla="*/ 711867 w 711866"/>
                <a:gd name="connsiteY6" fmla="*/ 0 h 779154"/>
                <a:gd name="connsiteX7" fmla="*/ 14453 w 711866"/>
                <a:gd name="connsiteY7" fmla="*/ 12965 h 779154"/>
                <a:gd name="connsiteX8" fmla="*/ 100291 w 711866"/>
                <a:gd name="connsiteY8" fmla="*/ 143747 h 779154"/>
                <a:gd name="connsiteX9" fmla="*/ 449486 w 711866"/>
                <a:gd name="connsiteY9" fmla="*/ 569381 h 779154"/>
                <a:gd name="connsiteX10" fmla="*/ 698876 w 711866"/>
                <a:gd name="connsiteY10" fmla="*/ 765631 h 779154"/>
                <a:gd name="connsiteX11" fmla="*/ 698876 w 711866"/>
                <a:gd name="connsiteY11" fmla="*/ 12965 h 779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866" h="779154">
                  <a:moveTo>
                    <a:pt x="711867" y="779155"/>
                  </a:moveTo>
                  <a:lnTo>
                    <a:pt x="705131" y="778901"/>
                  </a:lnTo>
                  <a:cubicBezTo>
                    <a:pt x="519813" y="771964"/>
                    <a:pt x="485289" y="689094"/>
                    <a:pt x="437514" y="574408"/>
                  </a:cubicBezTo>
                  <a:cubicBezTo>
                    <a:pt x="391117" y="463068"/>
                    <a:pt x="327577" y="310591"/>
                    <a:pt x="93107" y="154594"/>
                  </a:cubicBezTo>
                  <a:cubicBezTo>
                    <a:pt x="37811" y="117842"/>
                    <a:pt x="6716" y="68203"/>
                    <a:pt x="708" y="7145"/>
                  </a:cubicBezTo>
                  <a:lnTo>
                    <a:pt x="0" y="0"/>
                  </a:lnTo>
                  <a:lnTo>
                    <a:pt x="711867" y="0"/>
                  </a:lnTo>
                  <a:close/>
                  <a:moveTo>
                    <a:pt x="14453" y="12965"/>
                  </a:moveTo>
                  <a:cubicBezTo>
                    <a:pt x="21728" y="66742"/>
                    <a:pt x="50574" y="110710"/>
                    <a:pt x="100291" y="143747"/>
                  </a:cubicBezTo>
                  <a:cubicBezTo>
                    <a:pt x="338029" y="301933"/>
                    <a:pt x="402458" y="456507"/>
                    <a:pt x="449486" y="569381"/>
                  </a:cubicBezTo>
                  <a:cubicBezTo>
                    <a:pt x="496514" y="682254"/>
                    <a:pt x="527803" y="757356"/>
                    <a:pt x="698876" y="765631"/>
                  </a:cubicBezTo>
                  <a:lnTo>
                    <a:pt x="698876" y="12965"/>
                  </a:lnTo>
                  <a:close/>
                </a:path>
              </a:pathLst>
            </a:custGeom>
            <a:solidFill>
              <a:schemeClr val="tx1"/>
            </a:solidFill>
            <a:ln w="6493"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148ACA4-6A84-45D4-B1D3-5C0C4293D02A}"/>
                </a:ext>
              </a:extLst>
            </p:cNvPr>
            <p:cNvSpPr/>
            <p:nvPr userDrawn="1"/>
          </p:nvSpPr>
          <p:spPr>
            <a:xfrm>
              <a:off x="2206542" y="2150283"/>
              <a:ext cx="487095" cy="511706"/>
            </a:xfrm>
            <a:custGeom>
              <a:avLst/>
              <a:gdLst>
                <a:gd name="connsiteX0" fmla="*/ 0 w 487095"/>
                <a:gd name="connsiteY0" fmla="*/ 511707 h 511706"/>
                <a:gd name="connsiteX1" fmla="*/ 0 w 487095"/>
                <a:gd name="connsiteY1" fmla="*/ 511707 h 511706"/>
                <a:gd name="connsiteX2" fmla="*/ 0 w 487095"/>
                <a:gd name="connsiteY2" fmla="*/ 0 h 511706"/>
                <a:gd name="connsiteX3" fmla="*/ 487095 w 487095"/>
                <a:gd name="connsiteY3" fmla="*/ 0 h 511706"/>
                <a:gd name="connsiteX4" fmla="*/ 487095 w 487095"/>
                <a:gd name="connsiteY4" fmla="*/ 260 h 511706"/>
                <a:gd name="connsiteX5" fmla="*/ 98888 w 487095"/>
                <a:gd name="connsiteY5" fmla="*/ 496702 h 511706"/>
                <a:gd name="connsiteX6" fmla="*/ 0 w 487095"/>
                <a:gd name="connsiteY6" fmla="*/ 511707 h 511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7095" h="511706">
                  <a:moveTo>
                    <a:pt x="0" y="511707"/>
                  </a:moveTo>
                  <a:lnTo>
                    <a:pt x="0" y="511707"/>
                  </a:lnTo>
                  <a:lnTo>
                    <a:pt x="0" y="0"/>
                  </a:lnTo>
                  <a:lnTo>
                    <a:pt x="487095" y="0"/>
                  </a:lnTo>
                  <a:lnTo>
                    <a:pt x="487095" y="260"/>
                  </a:lnTo>
                  <a:cubicBezTo>
                    <a:pt x="486219" y="234967"/>
                    <a:pt x="326461" y="439267"/>
                    <a:pt x="98888" y="496702"/>
                  </a:cubicBezTo>
                  <a:cubicBezTo>
                    <a:pt x="66484" y="504868"/>
                    <a:pt x="33368" y="509893"/>
                    <a:pt x="0" y="511707"/>
                  </a:cubicBezTo>
                  <a:close/>
                </a:path>
              </a:pathLst>
            </a:custGeom>
            <a:solidFill>
              <a:schemeClr val="tx2"/>
            </a:solidFill>
            <a:ln w="6493"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1E08FF9-CB1A-4976-8A44-7E36B0ECFFB2}"/>
                </a:ext>
              </a:extLst>
            </p:cNvPr>
            <p:cNvSpPr/>
            <p:nvPr userDrawn="1"/>
          </p:nvSpPr>
          <p:spPr>
            <a:xfrm>
              <a:off x="1426582" y="2309249"/>
              <a:ext cx="352779" cy="155152"/>
            </a:xfrm>
            <a:custGeom>
              <a:avLst/>
              <a:gdLst>
                <a:gd name="connsiteX0" fmla="*/ 0 w 352779"/>
                <a:gd name="connsiteY0" fmla="*/ 0 h 155152"/>
                <a:gd name="connsiteX1" fmla="*/ 352780 w 352779"/>
                <a:gd name="connsiteY1" fmla="*/ 0 h 155152"/>
                <a:gd name="connsiteX2" fmla="*/ 352780 w 352779"/>
                <a:gd name="connsiteY2" fmla="*/ 155153 h 155152"/>
                <a:gd name="connsiteX3" fmla="*/ 0 w 352779"/>
                <a:gd name="connsiteY3" fmla="*/ 155153 h 155152"/>
              </a:gdLst>
              <a:ahLst/>
              <a:cxnLst>
                <a:cxn ang="0">
                  <a:pos x="connsiteX0" y="connsiteY0"/>
                </a:cxn>
                <a:cxn ang="0">
                  <a:pos x="connsiteX1" y="connsiteY1"/>
                </a:cxn>
                <a:cxn ang="0">
                  <a:pos x="connsiteX2" y="connsiteY2"/>
                </a:cxn>
                <a:cxn ang="0">
                  <a:pos x="connsiteX3" y="connsiteY3"/>
                </a:cxn>
              </a:cxnLst>
              <a:rect l="l" t="t" r="r" b="b"/>
              <a:pathLst>
                <a:path w="352779" h="155152">
                  <a:moveTo>
                    <a:pt x="0" y="0"/>
                  </a:moveTo>
                  <a:lnTo>
                    <a:pt x="352780" y="0"/>
                  </a:lnTo>
                  <a:lnTo>
                    <a:pt x="352780" y="155153"/>
                  </a:lnTo>
                  <a:lnTo>
                    <a:pt x="0" y="155153"/>
                  </a:lnTo>
                  <a:close/>
                </a:path>
              </a:pathLst>
            </a:custGeom>
            <a:solidFill>
              <a:schemeClr val="tx2"/>
            </a:solidFill>
            <a:ln w="6493"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6155C04-0C27-41D9-ADA1-B02E1F7EAA82}"/>
                </a:ext>
              </a:extLst>
            </p:cNvPr>
            <p:cNvSpPr/>
            <p:nvPr userDrawn="1"/>
          </p:nvSpPr>
          <p:spPr>
            <a:xfrm>
              <a:off x="1799076" y="2309463"/>
              <a:ext cx="134360" cy="154769"/>
            </a:xfrm>
            <a:custGeom>
              <a:avLst/>
              <a:gdLst>
                <a:gd name="connsiteX0" fmla="*/ 221 w 134360"/>
                <a:gd name="connsiteY0" fmla="*/ 154770 h 154769"/>
                <a:gd name="connsiteX1" fmla="*/ 0 w 134360"/>
                <a:gd name="connsiteY1" fmla="*/ 0 h 154769"/>
                <a:gd name="connsiteX2" fmla="*/ 134360 w 134360"/>
                <a:gd name="connsiteY2" fmla="*/ 77577 h 154769"/>
              </a:gdLst>
              <a:ahLst/>
              <a:cxnLst>
                <a:cxn ang="0">
                  <a:pos x="connsiteX0" y="connsiteY0"/>
                </a:cxn>
                <a:cxn ang="0">
                  <a:pos x="connsiteX1" y="connsiteY1"/>
                </a:cxn>
                <a:cxn ang="0">
                  <a:pos x="connsiteX2" y="connsiteY2"/>
                </a:cxn>
              </a:cxnLst>
              <a:rect l="l" t="t" r="r" b="b"/>
              <a:pathLst>
                <a:path w="134360" h="154769">
                  <a:moveTo>
                    <a:pt x="221" y="154770"/>
                  </a:moveTo>
                  <a:lnTo>
                    <a:pt x="0" y="0"/>
                  </a:lnTo>
                  <a:lnTo>
                    <a:pt x="134360" y="77577"/>
                  </a:lnTo>
                  <a:close/>
                </a:path>
              </a:pathLst>
            </a:custGeom>
            <a:solidFill>
              <a:schemeClr val="accent2"/>
            </a:solidFill>
            <a:ln w="6493" cap="flat">
              <a:noFill/>
              <a:prstDash val="solid"/>
              <a:miter/>
            </a:ln>
          </p:spPr>
          <p:txBody>
            <a:bodyPr rtlCol="0" anchor="ctr"/>
            <a:lstStyle/>
            <a:p>
              <a:endParaRPr lang="en-US"/>
            </a:p>
          </p:txBody>
        </p:sp>
      </p:grpSp>
    </p:spTree>
    <p:extLst>
      <p:ext uri="{BB962C8B-B14F-4D97-AF65-F5344CB8AC3E}">
        <p14:creationId xmlns:p14="http://schemas.microsoft.com/office/powerpoint/2010/main" val="124196290"/>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Kapittel 7">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098DEE0-4831-4111-A35B-803560731C83}"/>
              </a:ext>
            </a:extLst>
          </p:cNvPr>
          <p:cNvGrpSpPr/>
          <p:nvPr userDrawn="1"/>
        </p:nvGrpSpPr>
        <p:grpSpPr>
          <a:xfrm>
            <a:off x="655748" y="4551718"/>
            <a:ext cx="1646885" cy="1735167"/>
            <a:chOff x="655748" y="4551718"/>
            <a:chExt cx="1646885" cy="1735167"/>
          </a:xfrm>
        </p:grpSpPr>
        <p:sp>
          <p:nvSpPr>
            <p:cNvPr id="7" name="Freeform: Shape 6">
              <a:extLst>
                <a:ext uri="{FF2B5EF4-FFF2-40B4-BE49-F238E27FC236}">
                  <a16:creationId xmlns:a16="http://schemas.microsoft.com/office/drawing/2014/main" id="{203AFA82-12A0-47AC-877C-8B76876C21C4}"/>
                </a:ext>
              </a:extLst>
            </p:cNvPr>
            <p:cNvSpPr/>
            <p:nvPr/>
          </p:nvSpPr>
          <p:spPr>
            <a:xfrm>
              <a:off x="1733736" y="4551718"/>
              <a:ext cx="568897" cy="1199573"/>
            </a:xfrm>
            <a:custGeom>
              <a:avLst/>
              <a:gdLst>
                <a:gd name="connsiteX0" fmla="*/ 0 w 568897"/>
                <a:gd name="connsiteY0" fmla="*/ 1199574 h 1199573"/>
                <a:gd name="connsiteX1" fmla="*/ 0 w 568897"/>
                <a:gd name="connsiteY1" fmla="*/ 1199574 h 1199573"/>
                <a:gd name="connsiteX2" fmla="*/ 568043 w 568897"/>
                <a:gd name="connsiteY2" fmla="*/ 568043 h 1199573"/>
                <a:gd name="connsiteX3" fmla="*/ 0 w 568897"/>
                <a:gd name="connsiteY3" fmla="*/ 0 h 1199573"/>
                <a:gd name="connsiteX4" fmla="*/ 0 w 568897"/>
                <a:gd name="connsiteY4" fmla="*/ 1199574 h 1199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897" h="1199573">
                  <a:moveTo>
                    <a:pt x="0" y="1199574"/>
                  </a:moveTo>
                  <a:lnTo>
                    <a:pt x="0" y="1199574"/>
                  </a:lnTo>
                  <a:cubicBezTo>
                    <a:pt x="331253" y="1182042"/>
                    <a:pt x="585575" y="899297"/>
                    <a:pt x="568043" y="568043"/>
                  </a:cubicBezTo>
                  <a:cubicBezTo>
                    <a:pt x="551809" y="261298"/>
                    <a:pt x="306746" y="16234"/>
                    <a:pt x="0" y="0"/>
                  </a:cubicBezTo>
                  <a:lnTo>
                    <a:pt x="0" y="1199574"/>
                  </a:lnTo>
                  <a:close/>
                </a:path>
              </a:pathLst>
            </a:custGeom>
            <a:solidFill>
              <a:schemeClr val="tx1"/>
            </a:solidFill>
            <a:ln w="5023"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2859FABF-B4B0-4E38-98B5-00C71DE74C3B}"/>
                </a:ext>
              </a:extLst>
            </p:cNvPr>
            <p:cNvSpPr/>
            <p:nvPr/>
          </p:nvSpPr>
          <p:spPr>
            <a:xfrm>
              <a:off x="1780578" y="4864399"/>
              <a:ext cx="334626" cy="351530"/>
            </a:xfrm>
            <a:custGeom>
              <a:avLst/>
              <a:gdLst>
                <a:gd name="connsiteX0" fmla="*/ 334626 w 334626"/>
                <a:gd name="connsiteY0" fmla="*/ 0 h 351530"/>
                <a:gd name="connsiteX1" fmla="*/ 334626 w 334626"/>
                <a:gd name="connsiteY1" fmla="*/ 0 h 351530"/>
                <a:gd name="connsiteX2" fmla="*/ 334626 w 334626"/>
                <a:gd name="connsiteY2" fmla="*/ 351530 h 351530"/>
                <a:gd name="connsiteX3" fmla="*/ 0 w 334626"/>
                <a:gd name="connsiteY3" fmla="*/ 351530 h 351530"/>
                <a:gd name="connsiteX4" fmla="*/ 0 w 334626"/>
                <a:gd name="connsiteY4" fmla="*/ 351349 h 351530"/>
                <a:gd name="connsiteX5" fmla="*/ 266694 w 334626"/>
                <a:gd name="connsiteY5" fmla="*/ 10289 h 351530"/>
                <a:gd name="connsiteX6" fmla="*/ 334626 w 334626"/>
                <a:gd name="connsiteY6" fmla="*/ 0 h 351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4626" h="351530">
                  <a:moveTo>
                    <a:pt x="334626" y="0"/>
                  </a:moveTo>
                  <a:lnTo>
                    <a:pt x="334626" y="0"/>
                  </a:lnTo>
                  <a:lnTo>
                    <a:pt x="334626" y="351530"/>
                  </a:lnTo>
                  <a:lnTo>
                    <a:pt x="0" y="351530"/>
                  </a:lnTo>
                  <a:lnTo>
                    <a:pt x="0" y="351349"/>
                  </a:lnTo>
                  <a:cubicBezTo>
                    <a:pt x="590" y="190102"/>
                    <a:pt x="110346" y="49741"/>
                    <a:pt x="266694" y="10289"/>
                  </a:cubicBezTo>
                  <a:cubicBezTo>
                    <a:pt x="288954" y="4684"/>
                    <a:pt x="311704" y="1238"/>
                    <a:pt x="334626" y="0"/>
                  </a:cubicBezTo>
                  <a:close/>
                </a:path>
              </a:pathLst>
            </a:custGeom>
            <a:solidFill>
              <a:schemeClr val="accent3"/>
            </a:solidFill>
            <a:ln w="5023"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A7EB89A1-BD7D-4078-9C7B-84A4588F3625}"/>
                </a:ext>
              </a:extLst>
            </p:cNvPr>
            <p:cNvSpPr/>
            <p:nvPr/>
          </p:nvSpPr>
          <p:spPr>
            <a:xfrm>
              <a:off x="655748" y="5215783"/>
              <a:ext cx="977032" cy="1071102"/>
            </a:xfrm>
            <a:custGeom>
              <a:avLst/>
              <a:gdLst>
                <a:gd name="connsiteX0" fmla="*/ 977032 w 977032"/>
                <a:gd name="connsiteY0" fmla="*/ 1071102 h 1071102"/>
                <a:gd name="connsiteX1" fmla="*/ 974424 w 977032"/>
                <a:gd name="connsiteY1" fmla="*/ 1071002 h 1071102"/>
                <a:gd name="connsiteX2" fmla="*/ 607729 w 977032"/>
                <a:gd name="connsiteY2" fmla="*/ 790400 h 1071102"/>
                <a:gd name="connsiteX3" fmla="*/ 125983 w 977032"/>
                <a:gd name="connsiteY3" fmla="*/ 203189 h 1071102"/>
                <a:gd name="connsiteX4" fmla="*/ 272 w 977032"/>
                <a:gd name="connsiteY4" fmla="*/ 2759 h 1071102"/>
                <a:gd name="connsiteX5" fmla="*/ 0 w 977032"/>
                <a:gd name="connsiteY5" fmla="*/ 0 h 1071102"/>
                <a:gd name="connsiteX6" fmla="*/ 977032 w 977032"/>
                <a:gd name="connsiteY6" fmla="*/ 0 h 1071102"/>
                <a:gd name="connsiteX7" fmla="*/ 5574 w 977032"/>
                <a:gd name="connsiteY7" fmla="*/ 5036 h 1071102"/>
                <a:gd name="connsiteX8" fmla="*/ 128778 w 977032"/>
                <a:gd name="connsiteY8" fmla="*/ 199017 h 1071102"/>
                <a:gd name="connsiteX9" fmla="*/ 612383 w 977032"/>
                <a:gd name="connsiteY9" fmla="*/ 788475 h 1071102"/>
                <a:gd name="connsiteX10" fmla="*/ 972021 w 977032"/>
                <a:gd name="connsiteY10" fmla="*/ 1065890 h 1071102"/>
                <a:gd name="connsiteX11" fmla="*/ 972021 w 977032"/>
                <a:gd name="connsiteY11" fmla="*/ 5036 h 1071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7032" h="1071102">
                  <a:moveTo>
                    <a:pt x="977032" y="1071102"/>
                  </a:moveTo>
                  <a:lnTo>
                    <a:pt x="974424" y="1071002"/>
                  </a:lnTo>
                  <a:cubicBezTo>
                    <a:pt x="720693" y="1061492"/>
                    <a:pt x="675752" y="953649"/>
                    <a:pt x="607729" y="790400"/>
                  </a:cubicBezTo>
                  <a:cubicBezTo>
                    <a:pt x="542837" y="634680"/>
                    <a:pt x="453964" y="421408"/>
                    <a:pt x="125983" y="203189"/>
                  </a:cubicBezTo>
                  <a:cubicBezTo>
                    <a:pt x="50737" y="153181"/>
                    <a:pt x="8445" y="85746"/>
                    <a:pt x="272" y="2759"/>
                  </a:cubicBezTo>
                  <a:lnTo>
                    <a:pt x="0" y="0"/>
                  </a:lnTo>
                  <a:lnTo>
                    <a:pt x="977032" y="0"/>
                  </a:lnTo>
                  <a:close/>
                  <a:moveTo>
                    <a:pt x="5574" y="5036"/>
                  </a:moveTo>
                  <a:cubicBezTo>
                    <a:pt x="14250" y="85178"/>
                    <a:pt x="55693" y="150437"/>
                    <a:pt x="128778" y="199017"/>
                  </a:cubicBezTo>
                  <a:cubicBezTo>
                    <a:pt x="458036" y="418075"/>
                    <a:pt x="547245" y="632162"/>
                    <a:pt x="612383" y="788475"/>
                  </a:cubicBezTo>
                  <a:cubicBezTo>
                    <a:pt x="679426" y="949372"/>
                    <a:pt x="723800" y="1055857"/>
                    <a:pt x="972021" y="1065890"/>
                  </a:cubicBezTo>
                  <a:lnTo>
                    <a:pt x="972021" y="5036"/>
                  </a:lnTo>
                  <a:close/>
                </a:path>
              </a:pathLst>
            </a:custGeom>
            <a:solidFill>
              <a:schemeClr val="tx1"/>
            </a:solidFill>
            <a:ln w="5023"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2970644-E0F4-4520-93D5-053B346F439B}"/>
                </a:ext>
              </a:extLst>
            </p:cNvPr>
            <p:cNvSpPr/>
            <p:nvPr/>
          </p:nvSpPr>
          <p:spPr>
            <a:xfrm>
              <a:off x="1294359" y="4712987"/>
              <a:ext cx="335907" cy="335907"/>
            </a:xfrm>
            <a:custGeom>
              <a:avLst/>
              <a:gdLst>
                <a:gd name="connsiteX0" fmla="*/ 335908 w 335907"/>
                <a:gd name="connsiteY0" fmla="*/ 167954 h 335907"/>
                <a:gd name="connsiteX1" fmla="*/ 167954 w 335907"/>
                <a:gd name="connsiteY1" fmla="*/ 335908 h 335907"/>
                <a:gd name="connsiteX2" fmla="*/ 0 w 335907"/>
                <a:gd name="connsiteY2" fmla="*/ 167954 h 335907"/>
                <a:gd name="connsiteX3" fmla="*/ 167954 w 335907"/>
                <a:gd name="connsiteY3" fmla="*/ 0 h 335907"/>
                <a:gd name="connsiteX4" fmla="*/ 335908 w 335907"/>
                <a:gd name="connsiteY4" fmla="*/ 167954 h 33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907" h="335907">
                  <a:moveTo>
                    <a:pt x="335908" y="167954"/>
                  </a:moveTo>
                  <a:cubicBezTo>
                    <a:pt x="335908" y="260712"/>
                    <a:pt x="260712" y="335908"/>
                    <a:pt x="167954" y="335908"/>
                  </a:cubicBezTo>
                  <a:cubicBezTo>
                    <a:pt x="75196" y="335908"/>
                    <a:pt x="0" y="260712"/>
                    <a:pt x="0" y="167954"/>
                  </a:cubicBezTo>
                  <a:cubicBezTo>
                    <a:pt x="0" y="75196"/>
                    <a:pt x="75196" y="0"/>
                    <a:pt x="167954" y="0"/>
                  </a:cubicBezTo>
                  <a:cubicBezTo>
                    <a:pt x="260712" y="0"/>
                    <a:pt x="335908" y="75196"/>
                    <a:pt x="335908" y="167954"/>
                  </a:cubicBezTo>
                  <a:close/>
                </a:path>
              </a:pathLst>
            </a:custGeom>
            <a:solidFill>
              <a:schemeClr val="accent1"/>
            </a:solidFill>
            <a:ln w="5023"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A9042F5-4D8F-4185-9361-03C7324C575B}"/>
                </a:ext>
              </a:extLst>
            </p:cNvPr>
            <p:cNvSpPr/>
            <p:nvPr/>
          </p:nvSpPr>
          <p:spPr>
            <a:xfrm>
              <a:off x="802053" y="5555712"/>
              <a:ext cx="660265" cy="492964"/>
            </a:xfrm>
            <a:custGeom>
              <a:avLst/>
              <a:gdLst>
                <a:gd name="connsiteX0" fmla="*/ 0 w 660265"/>
                <a:gd name="connsiteY0" fmla="*/ 0 h 492964"/>
                <a:gd name="connsiteX1" fmla="*/ 660265 w 660265"/>
                <a:gd name="connsiteY1" fmla="*/ 0 h 492964"/>
                <a:gd name="connsiteX2" fmla="*/ 660265 w 660265"/>
                <a:gd name="connsiteY2" fmla="*/ 492965 h 492964"/>
                <a:gd name="connsiteX3" fmla="*/ 0 w 660265"/>
                <a:gd name="connsiteY3" fmla="*/ 492965 h 492964"/>
              </a:gdLst>
              <a:ahLst/>
              <a:cxnLst>
                <a:cxn ang="0">
                  <a:pos x="connsiteX0" y="connsiteY0"/>
                </a:cxn>
                <a:cxn ang="0">
                  <a:pos x="connsiteX1" y="connsiteY1"/>
                </a:cxn>
                <a:cxn ang="0">
                  <a:pos x="connsiteX2" y="connsiteY2"/>
                </a:cxn>
                <a:cxn ang="0">
                  <a:pos x="connsiteX3" y="connsiteY3"/>
                </a:cxn>
              </a:cxnLst>
              <a:rect l="l" t="t" r="r" b="b"/>
              <a:pathLst>
                <a:path w="660265" h="492964">
                  <a:moveTo>
                    <a:pt x="0" y="0"/>
                  </a:moveTo>
                  <a:lnTo>
                    <a:pt x="660265" y="0"/>
                  </a:lnTo>
                  <a:lnTo>
                    <a:pt x="660265" y="492965"/>
                  </a:lnTo>
                  <a:lnTo>
                    <a:pt x="0" y="492965"/>
                  </a:lnTo>
                  <a:close/>
                </a:path>
              </a:pathLst>
            </a:custGeom>
            <a:solidFill>
              <a:schemeClr val="accent1"/>
            </a:solidFill>
            <a:ln w="5023"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0E1719E-0A39-4B5D-9A91-93111541A716}"/>
                </a:ext>
              </a:extLst>
            </p:cNvPr>
            <p:cNvSpPr/>
            <p:nvPr/>
          </p:nvSpPr>
          <p:spPr>
            <a:xfrm>
              <a:off x="1733736" y="5847805"/>
              <a:ext cx="415486" cy="436477"/>
            </a:xfrm>
            <a:custGeom>
              <a:avLst/>
              <a:gdLst>
                <a:gd name="connsiteX0" fmla="*/ 0 w 415486"/>
                <a:gd name="connsiteY0" fmla="*/ 436477 h 436477"/>
                <a:gd name="connsiteX1" fmla="*/ 0 w 415486"/>
                <a:gd name="connsiteY1" fmla="*/ 436477 h 436477"/>
                <a:gd name="connsiteX2" fmla="*/ 0 w 415486"/>
                <a:gd name="connsiteY2" fmla="*/ 0 h 436477"/>
                <a:gd name="connsiteX3" fmla="*/ 415487 w 415486"/>
                <a:gd name="connsiteY3" fmla="*/ 0 h 436477"/>
                <a:gd name="connsiteX4" fmla="*/ 415487 w 415486"/>
                <a:gd name="connsiteY4" fmla="*/ 221 h 436477"/>
                <a:gd name="connsiteX5" fmla="*/ 84349 w 415486"/>
                <a:gd name="connsiteY5" fmla="*/ 423685 h 436477"/>
                <a:gd name="connsiteX6" fmla="*/ 0 w 415486"/>
                <a:gd name="connsiteY6" fmla="*/ 436477 h 436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486" h="436477">
                  <a:moveTo>
                    <a:pt x="0" y="436477"/>
                  </a:moveTo>
                  <a:lnTo>
                    <a:pt x="0" y="436477"/>
                  </a:lnTo>
                  <a:lnTo>
                    <a:pt x="0" y="0"/>
                  </a:lnTo>
                  <a:lnTo>
                    <a:pt x="415487" y="0"/>
                  </a:lnTo>
                  <a:lnTo>
                    <a:pt x="415487" y="221"/>
                  </a:lnTo>
                  <a:cubicBezTo>
                    <a:pt x="414741" y="200425"/>
                    <a:pt x="278467" y="374693"/>
                    <a:pt x="84349" y="423685"/>
                  </a:cubicBezTo>
                  <a:cubicBezTo>
                    <a:pt x="56708" y="430646"/>
                    <a:pt x="28462" y="434930"/>
                    <a:pt x="0" y="436477"/>
                  </a:cubicBezTo>
                  <a:close/>
                </a:path>
              </a:pathLst>
            </a:custGeom>
            <a:solidFill>
              <a:schemeClr val="accent4"/>
            </a:solidFill>
            <a:ln w="5023"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89B03DF-B3C2-4148-A06B-C46D7B5FCBD2}"/>
                </a:ext>
              </a:extLst>
            </p:cNvPr>
            <p:cNvSpPr/>
            <p:nvPr/>
          </p:nvSpPr>
          <p:spPr>
            <a:xfrm>
              <a:off x="704565" y="5471751"/>
              <a:ext cx="660265" cy="492964"/>
            </a:xfrm>
            <a:custGeom>
              <a:avLst/>
              <a:gdLst>
                <a:gd name="connsiteX0" fmla="*/ 0 w 660265"/>
                <a:gd name="connsiteY0" fmla="*/ 0 h 492964"/>
                <a:gd name="connsiteX1" fmla="*/ 660265 w 660265"/>
                <a:gd name="connsiteY1" fmla="*/ 0 h 492964"/>
                <a:gd name="connsiteX2" fmla="*/ 660265 w 660265"/>
                <a:gd name="connsiteY2" fmla="*/ 492965 h 492964"/>
                <a:gd name="connsiteX3" fmla="*/ 0 w 660265"/>
                <a:gd name="connsiteY3" fmla="*/ 492965 h 492964"/>
              </a:gdLst>
              <a:ahLst/>
              <a:cxnLst>
                <a:cxn ang="0">
                  <a:pos x="connsiteX0" y="connsiteY0"/>
                </a:cxn>
                <a:cxn ang="0">
                  <a:pos x="connsiteX1" y="connsiteY1"/>
                </a:cxn>
                <a:cxn ang="0">
                  <a:pos x="connsiteX2" y="connsiteY2"/>
                </a:cxn>
                <a:cxn ang="0">
                  <a:pos x="connsiteX3" y="connsiteY3"/>
                </a:cxn>
              </a:cxnLst>
              <a:rect l="l" t="t" r="r" b="b"/>
              <a:pathLst>
                <a:path w="660265" h="492964">
                  <a:moveTo>
                    <a:pt x="0" y="0"/>
                  </a:moveTo>
                  <a:lnTo>
                    <a:pt x="660265" y="0"/>
                  </a:lnTo>
                  <a:lnTo>
                    <a:pt x="660265" y="492965"/>
                  </a:lnTo>
                  <a:lnTo>
                    <a:pt x="0" y="492965"/>
                  </a:lnTo>
                  <a:close/>
                </a:path>
              </a:pathLst>
            </a:custGeom>
            <a:solidFill>
              <a:schemeClr val="accent2"/>
            </a:solidFill>
            <a:ln w="5023"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4BED88D-442C-4B54-8369-BD21A42D657C}"/>
                </a:ext>
              </a:extLst>
            </p:cNvPr>
            <p:cNvSpPr/>
            <p:nvPr/>
          </p:nvSpPr>
          <p:spPr>
            <a:xfrm>
              <a:off x="879083" y="5703023"/>
              <a:ext cx="446123" cy="66117"/>
            </a:xfrm>
            <a:custGeom>
              <a:avLst/>
              <a:gdLst>
                <a:gd name="connsiteX0" fmla="*/ 0 w 446123"/>
                <a:gd name="connsiteY0" fmla="*/ 0 h 66117"/>
                <a:gd name="connsiteX1" fmla="*/ 446123 w 446123"/>
                <a:gd name="connsiteY1" fmla="*/ 0 h 66117"/>
                <a:gd name="connsiteX2" fmla="*/ 446123 w 446123"/>
                <a:gd name="connsiteY2" fmla="*/ 66118 h 66117"/>
                <a:gd name="connsiteX3" fmla="*/ 0 w 446123"/>
                <a:gd name="connsiteY3" fmla="*/ 66118 h 66117"/>
              </a:gdLst>
              <a:ahLst/>
              <a:cxnLst>
                <a:cxn ang="0">
                  <a:pos x="connsiteX0" y="connsiteY0"/>
                </a:cxn>
                <a:cxn ang="0">
                  <a:pos x="connsiteX1" y="connsiteY1"/>
                </a:cxn>
                <a:cxn ang="0">
                  <a:pos x="connsiteX2" y="connsiteY2"/>
                </a:cxn>
                <a:cxn ang="0">
                  <a:pos x="connsiteX3" y="connsiteY3"/>
                </a:cxn>
              </a:cxnLst>
              <a:rect l="l" t="t" r="r" b="b"/>
              <a:pathLst>
                <a:path w="446123" h="66117">
                  <a:moveTo>
                    <a:pt x="0" y="0"/>
                  </a:moveTo>
                  <a:lnTo>
                    <a:pt x="446123" y="0"/>
                  </a:lnTo>
                  <a:lnTo>
                    <a:pt x="446123" y="66118"/>
                  </a:lnTo>
                  <a:lnTo>
                    <a:pt x="0" y="66118"/>
                  </a:lnTo>
                  <a:close/>
                </a:path>
              </a:pathLst>
            </a:custGeom>
            <a:solidFill>
              <a:schemeClr val="bg2"/>
            </a:solidFill>
            <a:ln w="5023"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9295325-234F-4D8D-9D39-605C8B56CF8F}"/>
                </a:ext>
              </a:extLst>
            </p:cNvPr>
            <p:cNvSpPr/>
            <p:nvPr/>
          </p:nvSpPr>
          <p:spPr>
            <a:xfrm>
              <a:off x="1021764" y="6093669"/>
              <a:ext cx="220832" cy="190613"/>
            </a:xfrm>
            <a:custGeom>
              <a:avLst/>
              <a:gdLst>
                <a:gd name="connsiteX0" fmla="*/ 110416 w 220832"/>
                <a:gd name="connsiteY0" fmla="*/ 0 h 190613"/>
                <a:gd name="connsiteX1" fmla="*/ 220832 w 220832"/>
                <a:gd name="connsiteY1" fmla="*/ 190613 h 190613"/>
                <a:gd name="connsiteX2" fmla="*/ 0 w 220832"/>
                <a:gd name="connsiteY2" fmla="*/ 190613 h 190613"/>
              </a:gdLst>
              <a:ahLst/>
              <a:cxnLst>
                <a:cxn ang="0">
                  <a:pos x="connsiteX0" y="connsiteY0"/>
                </a:cxn>
                <a:cxn ang="0">
                  <a:pos x="connsiteX1" y="connsiteY1"/>
                </a:cxn>
                <a:cxn ang="0">
                  <a:pos x="connsiteX2" y="connsiteY2"/>
                </a:cxn>
              </a:cxnLst>
              <a:rect l="l" t="t" r="r" b="b"/>
              <a:pathLst>
                <a:path w="220832" h="190613">
                  <a:moveTo>
                    <a:pt x="110416" y="0"/>
                  </a:moveTo>
                  <a:lnTo>
                    <a:pt x="220832" y="190613"/>
                  </a:lnTo>
                  <a:lnTo>
                    <a:pt x="0" y="190613"/>
                  </a:lnTo>
                  <a:close/>
                </a:path>
              </a:pathLst>
            </a:custGeom>
            <a:solidFill>
              <a:schemeClr val="accent2"/>
            </a:solidFill>
            <a:ln w="5023"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3F69A97-AC40-4BBF-93FE-8C1F8ABE2CE0}"/>
                </a:ext>
              </a:extLst>
            </p:cNvPr>
            <p:cNvSpPr/>
            <p:nvPr/>
          </p:nvSpPr>
          <p:spPr>
            <a:xfrm>
              <a:off x="879083" y="5832590"/>
              <a:ext cx="311228" cy="66117"/>
            </a:xfrm>
            <a:custGeom>
              <a:avLst/>
              <a:gdLst>
                <a:gd name="connsiteX0" fmla="*/ 0 w 311228"/>
                <a:gd name="connsiteY0" fmla="*/ 0 h 66117"/>
                <a:gd name="connsiteX1" fmla="*/ 311228 w 311228"/>
                <a:gd name="connsiteY1" fmla="*/ 0 h 66117"/>
                <a:gd name="connsiteX2" fmla="*/ 311228 w 311228"/>
                <a:gd name="connsiteY2" fmla="*/ 66118 h 66117"/>
                <a:gd name="connsiteX3" fmla="*/ 0 w 311228"/>
                <a:gd name="connsiteY3" fmla="*/ 66118 h 66117"/>
              </a:gdLst>
              <a:ahLst/>
              <a:cxnLst>
                <a:cxn ang="0">
                  <a:pos x="connsiteX0" y="connsiteY0"/>
                </a:cxn>
                <a:cxn ang="0">
                  <a:pos x="connsiteX1" y="connsiteY1"/>
                </a:cxn>
                <a:cxn ang="0">
                  <a:pos x="connsiteX2" y="connsiteY2"/>
                </a:cxn>
                <a:cxn ang="0">
                  <a:pos x="connsiteX3" y="connsiteY3"/>
                </a:cxn>
              </a:cxnLst>
              <a:rect l="l" t="t" r="r" b="b"/>
              <a:pathLst>
                <a:path w="311228" h="66117">
                  <a:moveTo>
                    <a:pt x="0" y="0"/>
                  </a:moveTo>
                  <a:lnTo>
                    <a:pt x="311228" y="0"/>
                  </a:lnTo>
                  <a:lnTo>
                    <a:pt x="311228" y="66118"/>
                  </a:lnTo>
                  <a:lnTo>
                    <a:pt x="0" y="66118"/>
                  </a:lnTo>
                  <a:close/>
                </a:path>
              </a:pathLst>
            </a:custGeom>
            <a:solidFill>
              <a:schemeClr val="bg2"/>
            </a:solidFill>
            <a:ln w="5023"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413666173"/>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Kapittel 8">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B02C701-AB8C-46E4-A998-38E9C9D55D9D}"/>
              </a:ext>
            </a:extLst>
          </p:cNvPr>
          <p:cNvGrpSpPr/>
          <p:nvPr userDrawn="1"/>
        </p:nvGrpSpPr>
        <p:grpSpPr>
          <a:xfrm>
            <a:off x="8674695" y="3621818"/>
            <a:ext cx="3000841" cy="2814283"/>
            <a:chOff x="8674695" y="3621818"/>
            <a:chExt cx="3000841" cy="2814283"/>
          </a:xfrm>
        </p:grpSpPr>
        <p:sp>
          <p:nvSpPr>
            <p:cNvPr id="9" name="Freeform: Shape 8">
              <a:extLst>
                <a:ext uri="{FF2B5EF4-FFF2-40B4-BE49-F238E27FC236}">
                  <a16:creationId xmlns:a16="http://schemas.microsoft.com/office/drawing/2014/main" id="{450028C0-13C4-4CBB-B8A4-B90DD2829DF6}"/>
                </a:ext>
              </a:extLst>
            </p:cNvPr>
            <p:cNvSpPr/>
            <p:nvPr/>
          </p:nvSpPr>
          <p:spPr>
            <a:xfrm>
              <a:off x="9906961" y="3806827"/>
              <a:ext cx="899255" cy="899255"/>
            </a:xfrm>
            <a:custGeom>
              <a:avLst/>
              <a:gdLst>
                <a:gd name="connsiteX0" fmla="*/ 899256 w 899255"/>
                <a:gd name="connsiteY0" fmla="*/ 449628 h 899255"/>
                <a:gd name="connsiteX1" fmla="*/ 449628 w 899255"/>
                <a:gd name="connsiteY1" fmla="*/ 899255 h 899255"/>
                <a:gd name="connsiteX2" fmla="*/ 0 w 899255"/>
                <a:gd name="connsiteY2" fmla="*/ 449628 h 899255"/>
                <a:gd name="connsiteX3" fmla="*/ 449628 w 899255"/>
                <a:gd name="connsiteY3" fmla="*/ 0 h 899255"/>
                <a:gd name="connsiteX4" fmla="*/ 899256 w 899255"/>
                <a:gd name="connsiteY4" fmla="*/ 449628 h 8992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255" h="899255">
                  <a:moveTo>
                    <a:pt x="899256" y="449628"/>
                  </a:moveTo>
                  <a:cubicBezTo>
                    <a:pt x="899256" y="697950"/>
                    <a:pt x="697950" y="899255"/>
                    <a:pt x="449628" y="899255"/>
                  </a:cubicBezTo>
                  <a:cubicBezTo>
                    <a:pt x="201305" y="899255"/>
                    <a:pt x="0" y="697950"/>
                    <a:pt x="0" y="449628"/>
                  </a:cubicBezTo>
                  <a:cubicBezTo>
                    <a:pt x="0" y="201305"/>
                    <a:pt x="201305" y="0"/>
                    <a:pt x="449628" y="0"/>
                  </a:cubicBezTo>
                  <a:cubicBezTo>
                    <a:pt x="697950" y="0"/>
                    <a:pt x="899256" y="201305"/>
                    <a:pt x="899256" y="449628"/>
                  </a:cubicBezTo>
                  <a:close/>
                </a:path>
              </a:pathLst>
            </a:custGeom>
            <a:solidFill>
              <a:schemeClr val="accent3"/>
            </a:solidFill>
            <a:ln w="7726"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1C0E318B-B34A-4981-A556-01AF85251C86}"/>
                </a:ext>
              </a:extLst>
            </p:cNvPr>
            <p:cNvSpPr/>
            <p:nvPr/>
          </p:nvSpPr>
          <p:spPr>
            <a:xfrm>
              <a:off x="8674695" y="3621818"/>
              <a:ext cx="2477629" cy="2260487"/>
            </a:xfrm>
            <a:custGeom>
              <a:avLst/>
              <a:gdLst>
                <a:gd name="connsiteX0" fmla="*/ 0 w 2477629"/>
                <a:gd name="connsiteY0" fmla="*/ 2260488 h 2260487"/>
                <a:gd name="connsiteX1" fmla="*/ 302 w 2477629"/>
                <a:gd name="connsiteY1" fmla="*/ 2252418 h 2260487"/>
                <a:gd name="connsiteX2" fmla="*/ 193064 w 2477629"/>
                <a:gd name="connsiteY2" fmla="*/ 1666426 h 2260487"/>
                <a:gd name="connsiteX3" fmla="*/ 649516 w 2477629"/>
                <a:gd name="connsiteY3" fmla="*/ 1403850 h 2260487"/>
                <a:gd name="connsiteX4" fmla="*/ 2004752 w 2477629"/>
                <a:gd name="connsiteY4" fmla="*/ 292033 h 2260487"/>
                <a:gd name="connsiteX5" fmla="*/ 2469042 w 2477629"/>
                <a:gd name="connsiteY5" fmla="*/ 851 h 2260487"/>
                <a:gd name="connsiteX6" fmla="*/ 2477630 w 2477629"/>
                <a:gd name="connsiteY6" fmla="*/ 0 h 2260487"/>
                <a:gd name="connsiteX7" fmla="*/ 2453041 w 2477629"/>
                <a:gd name="connsiteY7" fmla="*/ 2246584 h 2260487"/>
                <a:gd name="connsiteX8" fmla="*/ 2445435 w 2477629"/>
                <a:gd name="connsiteY8" fmla="*/ 2246630 h 2260487"/>
                <a:gd name="connsiteX9" fmla="*/ 2461970 w 2477629"/>
                <a:gd name="connsiteY9" fmla="*/ 17154 h 2260487"/>
                <a:gd name="connsiteX10" fmla="*/ 2017642 w 2477629"/>
                <a:gd name="connsiteY10" fmla="*/ 300598 h 2260487"/>
                <a:gd name="connsiteX11" fmla="*/ 1284725 w 2477629"/>
                <a:gd name="connsiteY11" fmla="*/ 1087143 h 2260487"/>
                <a:gd name="connsiteX12" fmla="*/ 655474 w 2477629"/>
                <a:gd name="connsiteY12" fmla="*/ 1418141 h 2260487"/>
                <a:gd name="connsiteX13" fmla="*/ 16086 w 2477629"/>
                <a:gd name="connsiteY13" fmla="*/ 2244920 h 2260487"/>
                <a:gd name="connsiteX14" fmla="*/ 2437736 w 2477629"/>
                <a:gd name="connsiteY14" fmla="*/ 2231202 h 226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77629" h="2260487">
                  <a:moveTo>
                    <a:pt x="0" y="2260488"/>
                  </a:moveTo>
                  <a:lnTo>
                    <a:pt x="302" y="2252418"/>
                  </a:lnTo>
                  <a:cubicBezTo>
                    <a:pt x="10616" y="1977222"/>
                    <a:pt x="70070" y="1796507"/>
                    <a:pt x="193064" y="1666426"/>
                  </a:cubicBezTo>
                  <a:cubicBezTo>
                    <a:pt x="306030" y="1547007"/>
                    <a:pt x="465188" y="1480667"/>
                    <a:pt x="649516" y="1403850"/>
                  </a:cubicBezTo>
                  <a:cubicBezTo>
                    <a:pt x="1008918" y="1254085"/>
                    <a:pt x="1501132" y="1048982"/>
                    <a:pt x="2004752" y="292033"/>
                  </a:cubicBezTo>
                  <a:cubicBezTo>
                    <a:pt x="2120557" y="117755"/>
                    <a:pt x="2276768" y="19792"/>
                    <a:pt x="2469042" y="851"/>
                  </a:cubicBezTo>
                  <a:lnTo>
                    <a:pt x="2477630" y="0"/>
                  </a:lnTo>
                  <a:lnTo>
                    <a:pt x="2453041" y="2246584"/>
                  </a:lnTo>
                  <a:lnTo>
                    <a:pt x="2445435" y="2246630"/>
                  </a:lnTo>
                  <a:close/>
                  <a:moveTo>
                    <a:pt x="2461970" y="17154"/>
                  </a:moveTo>
                  <a:cubicBezTo>
                    <a:pt x="2278470" y="37666"/>
                    <a:pt x="2129014" y="132990"/>
                    <a:pt x="2017642" y="300598"/>
                  </a:cubicBezTo>
                  <a:cubicBezTo>
                    <a:pt x="1793118" y="638049"/>
                    <a:pt x="1553398" y="895333"/>
                    <a:pt x="1284725" y="1087143"/>
                  </a:cubicBezTo>
                  <a:cubicBezTo>
                    <a:pt x="1053377" y="1252336"/>
                    <a:pt x="841976" y="1340419"/>
                    <a:pt x="655474" y="1418141"/>
                  </a:cubicBezTo>
                  <a:cubicBezTo>
                    <a:pt x="285030" y="1572502"/>
                    <a:pt x="39716" y="1674767"/>
                    <a:pt x="16086" y="2244920"/>
                  </a:cubicBezTo>
                  <a:lnTo>
                    <a:pt x="2437736" y="2231202"/>
                  </a:lnTo>
                  <a:close/>
                </a:path>
              </a:pathLst>
            </a:custGeom>
            <a:solidFill>
              <a:schemeClr val="tx1"/>
            </a:solidFill>
            <a:ln w="7726"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178EF47-34A0-4AFC-8C39-0CC0AD04EB87}"/>
                </a:ext>
              </a:extLst>
            </p:cNvPr>
            <p:cNvSpPr/>
            <p:nvPr/>
          </p:nvSpPr>
          <p:spPr>
            <a:xfrm>
              <a:off x="9342711" y="5315533"/>
              <a:ext cx="652332" cy="561433"/>
            </a:xfrm>
            <a:custGeom>
              <a:avLst/>
              <a:gdLst>
                <a:gd name="connsiteX0" fmla="*/ 652332 w 652332"/>
                <a:gd name="connsiteY0" fmla="*/ 561433 h 561433"/>
                <a:gd name="connsiteX1" fmla="*/ 0 w 652332"/>
                <a:gd name="connsiteY1" fmla="*/ 561433 h 561433"/>
                <a:gd name="connsiteX2" fmla="*/ 326162 w 652332"/>
                <a:gd name="connsiteY2" fmla="*/ 0 h 561433"/>
              </a:gdLst>
              <a:ahLst/>
              <a:cxnLst>
                <a:cxn ang="0">
                  <a:pos x="connsiteX0" y="connsiteY0"/>
                </a:cxn>
                <a:cxn ang="0">
                  <a:pos x="connsiteX1" y="connsiteY1"/>
                </a:cxn>
                <a:cxn ang="0">
                  <a:pos x="connsiteX2" y="connsiteY2"/>
                </a:cxn>
              </a:cxnLst>
              <a:rect l="l" t="t" r="r" b="b"/>
              <a:pathLst>
                <a:path w="652332" h="561433">
                  <a:moveTo>
                    <a:pt x="652332" y="561433"/>
                  </a:moveTo>
                  <a:lnTo>
                    <a:pt x="0" y="561433"/>
                  </a:lnTo>
                  <a:lnTo>
                    <a:pt x="326162" y="0"/>
                  </a:lnTo>
                  <a:close/>
                </a:path>
              </a:pathLst>
            </a:custGeom>
            <a:solidFill>
              <a:schemeClr val="accent2"/>
            </a:solidFill>
            <a:ln w="7726"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4992D7AF-BCB2-4554-8ABF-DFA162E02038}"/>
                </a:ext>
              </a:extLst>
            </p:cNvPr>
            <p:cNvSpPr/>
            <p:nvPr/>
          </p:nvSpPr>
          <p:spPr>
            <a:xfrm>
              <a:off x="8881477" y="5318164"/>
              <a:ext cx="652332" cy="561432"/>
            </a:xfrm>
            <a:custGeom>
              <a:avLst/>
              <a:gdLst>
                <a:gd name="connsiteX0" fmla="*/ 652332 w 652332"/>
                <a:gd name="connsiteY0" fmla="*/ 561433 h 561432"/>
                <a:gd name="connsiteX1" fmla="*/ 0 w 652332"/>
                <a:gd name="connsiteY1" fmla="*/ 561433 h 561432"/>
                <a:gd name="connsiteX2" fmla="*/ 326170 w 652332"/>
                <a:gd name="connsiteY2" fmla="*/ 0 h 561432"/>
              </a:gdLst>
              <a:ahLst/>
              <a:cxnLst>
                <a:cxn ang="0">
                  <a:pos x="connsiteX0" y="connsiteY0"/>
                </a:cxn>
                <a:cxn ang="0">
                  <a:pos x="connsiteX1" y="connsiteY1"/>
                </a:cxn>
                <a:cxn ang="0">
                  <a:pos x="connsiteX2" y="connsiteY2"/>
                </a:cxn>
              </a:cxnLst>
              <a:rect l="l" t="t" r="r" b="b"/>
              <a:pathLst>
                <a:path w="652332" h="561432">
                  <a:moveTo>
                    <a:pt x="652332" y="561433"/>
                  </a:moveTo>
                  <a:lnTo>
                    <a:pt x="0" y="561433"/>
                  </a:lnTo>
                  <a:lnTo>
                    <a:pt x="326170" y="0"/>
                  </a:lnTo>
                  <a:close/>
                </a:path>
              </a:pathLst>
            </a:custGeom>
            <a:solidFill>
              <a:schemeClr val="accent2"/>
            </a:solidFill>
            <a:ln w="7726"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0AEDC6C-AF72-4D98-A3DA-BF539F825F62}"/>
                </a:ext>
              </a:extLst>
            </p:cNvPr>
            <p:cNvSpPr/>
            <p:nvPr/>
          </p:nvSpPr>
          <p:spPr>
            <a:xfrm>
              <a:off x="10611064" y="5317839"/>
              <a:ext cx="1064472" cy="1118262"/>
            </a:xfrm>
            <a:custGeom>
              <a:avLst/>
              <a:gdLst>
                <a:gd name="connsiteX0" fmla="*/ 216098 w 1064472"/>
                <a:gd name="connsiteY0" fmla="*/ 1085487 h 1118262"/>
                <a:gd name="connsiteX1" fmla="*/ 1064472 w 1064472"/>
                <a:gd name="connsiteY1" fmla="*/ 573 h 1118262"/>
                <a:gd name="connsiteX2" fmla="*/ 1064472 w 1064472"/>
                <a:gd name="connsiteY2" fmla="*/ 0 h 1118262"/>
                <a:gd name="connsiteX3" fmla="*/ 0 w 1064472"/>
                <a:gd name="connsiteY3" fmla="*/ 0 h 1118262"/>
                <a:gd name="connsiteX4" fmla="*/ 0 w 1064472"/>
                <a:gd name="connsiteY4" fmla="*/ 1118263 h 1118262"/>
                <a:gd name="connsiteX5" fmla="*/ 0 w 1064472"/>
                <a:gd name="connsiteY5" fmla="*/ 1118263 h 1118262"/>
                <a:gd name="connsiteX6" fmla="*/ 216098 w 1064472"/>
                <a:gd name="connsiteY6" fmla="*/ 1085487 h 111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4472" h="1118262">
                  <a:moveTo>
                    <a:pt x="216098" y="1085487"/>
                  </a:moveTo>
                  <a:cubicBezTo>
                    <a:pt x="714734" y="961975"/>
                    <a:pt x="1064820" y="514274"/>
                    <a:pt x="1064472" y="573"/>
                  </a:cubicBezTo>
                  <a:lnTo>
                    <a:pt x="1064472" y="0"/>
                  </a:lnTo>
                  <a:lnTo>
                    <a:pt x="0" y="0"/>
                  </a:lnTo>
                  <a:lnTo>
                    <a:pt x="0" y="1118263"/>
                  </a:lnTo>
                  <a:lnTo>
                    <a:pt x="0" y="1118263"/>
                  </a:lnTo>
                  <a:cubicBezTo>
                    <a:pt x="72917" y="1114301"/>
                    <a:pt x="145285" y="1103329"/>
                    <a:pt x="216098" y="1085487"/>
                  </a:cubicBezTo>
                  <a:close/>
                </a:path>
              </a:pathLst>
            </a:custGeom>
            <a:solidFill>
              <a:schemeClr val="accent1"/>
            </a:solidFill>
            <a:ln w="7726"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740068004"/>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Kapittel 9">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9F651AA-429A-4F12-B89D-CE357A17B18E}"/>
              </a:ext>
            </a:extLst>
          </p:cNvPr>
          <p:cNvGrpSpPr/>
          <p:nvPr userDrawn="1"/>
        </p:nvGrpSpPr>
        <p:grpSpPr>
          <a:xfrm>
            <a:off x="412203" y="4285741"/>
            <a:ext cx="1753152" cy="2364400"/>
            <a:chOff x="412203" y="4285741"/>
            <a:chExt cx="1753152" cy="2364400"/>
          </a:xfrm>
        </p:grpSpPr>
        <p:sp>
          <p:nvSpPr>
            <p:cNvPr id="13" name="Freeform: Shape 12">
              <a:extLst>
                <a:ext uri="{FF2B5EF4-FFF2-40B4-BE49-F238E27FC236}">
                  <a16:creationId xmlns:a16="http://schemas.microsoft.com/office/drawing/2014/main" id="{EF96917D-396F-42BB-A076-A0C1BB57AA43}"/>
                </a:ext>
              </a:extLst>
            </p:cNvPr>
            <p:cNvSpPr/>
            <p:nvPr/>
          </p:nvSpPr>
          <p:spPr>
            <a:xfrm>
              <a:off x="412203" y="5308326"/>
              <a:ext cx="1354331" cy="1341815"/>
            </a:xfrm>
            <a:custGeom>
              <a:avLst/>
              <a:gdLst>
                <a:gd name="connsiteX0" fmla="*/ 1354331 w 1354331"/>
                <a:gd name="connsiteY0" fmla="*/ 0 h 1341815"/>
                <a:gd name="connsiteX1" fmla="*/ 953900 w 1354331"/>
                <a:gd name="connsiteY1" fmla="*/ 507682 h 1341815"/>
                <a:gd name="connsiteX2" fmla="*/ 150495 w 1354331"/>
                <a:gd name="connsiteY2" fmla="*/ 1200540 h 1341815"/>
                <a:gd name="connsiteX3" fmla="*/ 0 w 1354331"/>
                <a:gd name="connsiteY3" fmla="*/ 1341815 h 1341815"/>
                <a:gd name="connsiteX4" fmla="*/ 0 w 1354331"/>
                <a:gd name="connsiteY4" fmla="*/ 0 h 1341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4331" h="1341815">
                  <a:moveTo>
                    <a:pt x="1354331" y="0"/>
                  </a:moveTo>
                  <a:cubicBezTo>
                    <a:pt x="1333814" y="260899"/>
                    <a:pt x="1236031" y="384620"/>
                    <a:pt x="953900" y="507682"/>
                  </a:cubicBezTo>
                  <a:cubicBezTo>
                    <a:pt x="607676" y="660387"/>
                    <a:pt x="374847" y="861060"/>
                    <a:pt x="150495" y="1200540"/>
                  </a:cubicBezTo>
                  <a:cubicBezTo>
                    <a:pt x="112012" y="1258706"/>
                    <a:pt x="60479" y="1307082"/>
                    <a:pt x="0" y="1341815"/>
                  </a:cubicBezTo>
                  <a:lnTo>
                    <a:pt x="0" y="0"/>
                  </a:lnTo>
                  <a:close/>
                </a:path>
              </a:pathLst>
            </a:custGeom>
            <a:solidFill>
              <a:schemeClr val="accent4"/>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7E5237B8-9BFC-4F4F-B6EA-E88F8D5723C7}"/>
                </a:ext>
              </a:extLst>
            </p:cNvPr>
            <p:cNvSpPr/>
            <p:nvPr/>
          </p:nvSpPr>
          <p:spPr>
            <a:xfrm>
              <a:off x="412241" y="4712652"/>
              <a:ext cx="775639" cy="595895"/>
            </a:xfrm>
            <a:custGeom>
              <a:avLst/>
              <a:gdLst>
                <a:gd name="connsiteX0" fmla="*/ 0 w 775639"/>
                <a:gd name="connsiteY0" fmla="*/ 198720 h 595895"/>
                <a:gd name="connsiteX1" fmla="*/ 590369 w 775639"/>
                <a:gd name="connsiteY1" fmla="*/ 0 h 595895"/>
                <a:gd name="connsiteX2" fmla="*/ 775640 w 775639"/>
                <a:gd name="connsiteY2" fmla="*/ 550545 h 595895"/>
                <a:gd name="connsiteX3" fmla="*/ 739216 w 775639"/>
                <a:gd name="connsiteY3" fmla="*/ 564442 h 595895"/>
                <a:gd name="connsiteX4" fmla="*/ 412061 w 775639"/>
                <a:gd name="connsiteY4" fmla="*/ 579682 h 595895"/>
                <a:gd name="connsiteX5" fmla="*/ 138694 w 775639"/>
                <a:gd name="connsiteY5" fmla="*/ 424605 h 595895"/>
                <a:gd name="connsiteX6" fmla="*/ 0 w 775639"/>
                <a:gd name="connsiteY6" fmla="*/ 198720 h 59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5639" h="595895">
                  <a:moveTo>
                    <a:pt x="0" y="198720"/>
                  </a:moveTo>
                  <a:lnTo>
                    <a:pt x="590369" y="0"/>
                  </a:lnTo>
                  <a:lnTo>
                    <a:pt x="775640" y="550545"/>
                  </a:lnTo>
                  <a:cubicBezTo>
                    <a:pt x="763657" y="555669"/>
                    <a:pt x="751380" y="560356"/>
                    <a:pt x="739216" y="564442"/>
                  </a:cubicBezTo>
                  <a:cubicBezTo>
                    <a:pt x="633798" y="600347"/>
                    <a:pt x="520361" y="605632"/>
                    <a:pt x="412061" y="579682"/>
                  </a:cubicBezTo>
                  <a:cubicBezTo>
                    <a:pt x="308202" y="554640"/>
                    <a:pt x="213476" y="500903"/>
                    <a:pt x="138694" y="424605"/>
                  </a:cubicBezTo>
                  <a:cubicBezTo>
                    <a:pt x="76067" y="360696"/>
                    <a:pt x="28659" y="283486"/>
                    <a:pt x="0" y="198720"/>
                  </a:cubicBezTo>
                  <a:close/>
                </a:path>
              </a:pathLst>
            </a:custGeom>
            <a:solidFill>
              <a:schemeClr val="bg2"/>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ABA7FD02-D910-4845-B318-060155DFC1AE}"/>
                </a:ext>
              </a:extLst>
            </p:cNvPr>
            <p:cNvSpPr/>
            <p:nvPr/>
          </p:nvSpPr>
          <p:spPr>
            <a:xfrm>
              <a:off x="1405613" y="4650615"/>
              <a:ext cx="759742" cy="657958"/>
            </a:xfrm>
            <a:custGeom>
              <a:avLst/>
              <a:gdLst>
                <a:gd name="connsiteX0" fmla="*/ 379866 w 759742"/>
                <a:gd name="connsiteY0" fmla="*/ 0 h 657958"/>
                <a:gd name="connsiteX1" fmla="*/ 569804 w 759742"/>
                <a:gd name="connsiteY1" fmla="*/ 328984 h 657958"/>
                <a:gd name="connsiteX2" fmla="*/ 759743 w 759742"/>
                <a:gd name="connsiteY2" fmla="*/ 657958 h 657958"/>
                <a:gd name="connsiteX3" fmla="*/ 379866 w 759742"/>
                <a:gd name="connsiteY3" fmla="*/ 657958 h 657958"/>
                <a:gd name="connsiteX4" fmla="*/ 0 w 759742"/>
                <a:gd name="connsiteY4" fmla="*/ 657958 h 657958"/>
                <a:gd name="connsiteX5" fmla="*/ 189938 w 759742"/>
                <a:gd name="connsiteY5" fmla="*/ 328984 h 657958"/>
                <a:gd name="connsiteX6" fmla="*/ 379866 w 759742"/>
                <a:gd name="connsiteY6" fmla="*/ 0 h 6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9742" h="657958">
                  <a:moveTo>
                    <a:pt x="379866" y="0"/>
                  </a:moveTo>
                  <a:lnTo>
                    <a:pt x="569804" y="328984"/>
                  </a:lnTo>
                  <a:lnTo>
                    <a:pt x="759743" y="657958"/>
                  </a:lnTo>
                  <a:lnTo>
                    <a:pt x="379866" y="657958"/>
                  </a:lnTo>
                  <a:lnTo>
                    <a:pt x="0" y="657958"/>
                  </a:lnTo>
                  <a:lnTo>
                    <a:pt x="189938" y="328984"/>
                  </a:lnTo>
                  <a:lnTo>
                    <a:pt x="379866" y="0"/>
                  </a:lnTo>
                  <a:close/>
                </a:path>
              </a:pathLst>
            </a:custGeom>
            <a:solidFill>
              <a:schemeClr val="accent3"/>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24FE62B-91F7-46F3-BFDE-77ADB1D34C26}"/>
                </a:ext>
              </a:extLst>
            </p:cNvPr>
            <p:cNvSpPr/>
            <p:nvPr/>
          </p:nvSpPr>
          <p:spPr>
            <a:xfrm>
              <a:off x="1612553" y="4285741"/>
              <a:ext cx="355568" cy="355568"/>
            </a:xfrm>
            <a:custGeom>
              <a:avLst/>
              <a:gdLst>
                <a:gd name="connsiteX0" fmla="*/ 355568 w 355568"/>
                <a:gd name="connsiteY0" fmla="*/ 177784 h 355568"/>
                <a:gd name="connsiteX1" fmla="*/ 177784 w 355568"/>
                <a:gd name="connsiteY1" fmla="*/ 355568 h 355568"/>
                <a:gd name="connsiteX2" fmla="*/ 0 w 355568"/>
                <a:gd name="connsiteY2" fmla="*/ 177784 h 355568"/>
                <a:gd name="connsiteX3" fmla="*/ 177784 w 355568"/>
                <a:gd name="connsiteY3" fmla="*/ 0 h 355568"/>
                <a:gd name="connsiteX4" fmla="*/ 355568 w 355568"/>
                <a:gd name="connsiteY4" fmla="*/ 177784 h 355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5568" h="355568">
                  <a:moveTo>
                    <a:pt x="355568" y="177784"/>
                  </a:moveTo>
                  <a:cubicBezTo>
                    <a:pt x="355568" y="275972"/>
                    <a:pt x="275972" y="355568"/>
                    <a:pt x="177784" y="355568"/>
                  </a:cubicBezTo>
                  <a:cubicBezTo>
                    <a:pt x="79597" y="355568"/>
                    <a:pt x="0" y="275972"/>
                    <a:pt x="0" y="177784"/>
                  </a:cubicBezTo>
                  <a:cubicBezTo>
                    <a:pt x="0" y="79597"/>
                    <a:pt x="79597" y="0"/>
                    <a:pt x="177784" y="0"/>
                  </a:cubicBezTo>
                  <a:cubicBezTo>
                    <a:pt x="275972" y="0"/>
                    <a:pt x="355568" y="79597"/>
                    <a:pt x="355568" y="177784"/>
                  </a:cubicBezTo>
                  <a:close/>
                </a:path>
              </a:pathLst>
            </a:custGeom>
            <a:solidFill>
              <a:schemeClr val="accent1"/>
            </a:solidFill>
            <a:ln w="9525"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2216967225"/>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Kapittel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grpSp>
        <p:nvGrpSpPr>
          <p:cNvPr id="3" name="Group 2">
            <a:extLst>
              <a:ext uri="{FF2B5EF4-FFF2-40B4-BE49-F238E27FC236}">
                <a16:creationId xmlns:a16="http://schemas.microsoft.com/office/drawing/2014/main" id="{6B8D068B-9FA9-49D8-9E2D-2469802DD124}"/>
              </a:ext>
            </a:extLst>
          </p:cNvPr>
          <p:cNvGrpSpPr/>
          <p:nvPr userDrawn="1"/>
        </p:nvGrpSpPr>
        <p:grpSpPr>
          <a:xfrm>
            <a:off x="333594" y="4067880"/>
            <a:ext cx="1686342" cy="2363341"/>
            <a:chOff x="333594" y="4067880"/>
            <a:chExt cx="1686342" cy="2363341"/>
          </a:xfrm>
        </p:grpSpPr>
        <p:sp>
          <p:nvSpPr>
            <p:cNvPr id="8" name="Freeform: Shape 7">
              <a:extLst>
                <a:ext uri="{FF2B5EF4-FFF2-40B4-BE49-F238E27FC236}">
                  <a16:creationId xmlns:a16="http://schemas.microsoft.com/office/drawing/2014/main" id="{52122F4C-8422-44D9-83DE-DD553A6E4792}"/>
                </a:ext>
              </a:extLst>
            </p:cNvPr>
            <p:cNvSpPr/>
            <p:nvPr/>
          </p:nvSpPr>
          <p:spPr>
            <a:xfrm>
              <a:off x="333594" y="4909526"/>
              <a:ext cx="1669258" cy="1521695"/>
            </a:xfrm>
            <a:custGeom>
              <a:avLst/>
              <a:gdLst>
                <a:gd name="connsiteX0" fmla="*/ 16629 w 1669258"/>
                <a:gd name="connsiteY0" fmla="*/ 9368 h 1521695"/>
                <a:gd name="connsiteX1" fmla="*/ 0 w 1669258"/>
                <a:gd name="connsiteY1" fmla="*/ 1521695 h 1521695"/>
                <a:gd name="connsiteX2" fmla="*/ 310957 w 1669258"/>
                <a:gd name="connsiteY2" fmla="*/ 1326585 h 1521695"/>
                <a:gd name="connsiteX3" fmla="*/ 1669258 w 1669258"/>
                <a:gd name="connsiteY3" fmla="*/ 0 h 1521695"/>
              </a:gdLst>
              <a:ahLst/>
              <a:cxnLst>
                <a:cxn ang="0">
                  <a:pos x="connsiteX0" y="connsiteY0"/>
                </a:cxn>
                <a:cxn ang="0">
                  <a:pos x="connsiteX1" y="connsiteY1"/>
                </a:cxn>
                <a:cxn ang="0">
                  <a:pos x="connsiteX2" y="connsiteY2"/>
                </a:cxn>
                <a:cxn ang="0">
                  <a:pos x="connsiteX3" y="connsiteY3"/>
                </a:cxn>
              </a:cxnLst>
              <a:rect l="l" t="t" r="r" b="b"/>
              <a:pathLst>
                <a:path w="1669258" h="1521695">
                  <a:moveTo>
                    <a:pt x="16629" y="9368"/>
                  </a:moveTo>
                  <a:lnTo>
                    <a:pt x="0" y="1521695"/>
                  </a:lnTo>
                  <a:cubicBezTo>
                    <a:pt x="121645" y="1509723"/>
                    <a:pt x="229643" y="1448906"/>
                    <a:pt x="310957" y="1326585"/>
                  </a:cubicBezTo>
                  <a:cubicBezTo>
                    <a:pt x="1000761" y="289772"/>
                    <a:pt x="1639881" y="783867"/>
                    <a:pt x="1669258" y="0"/>
                  </a:cubicBezTo>
                  <a:close/>
                </a:path>
              </a:pathLst>
            </a:custGeom>
            <a:solidFill>
              <a:schemeClr val="tx1"/>
            </a:solidFill>
            <a:ln w="1107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CEB4D01-AD3A-4CAE-A850-FCD169B1428B}"/>
                </a:ext>
              </a:extLst>
            </p:cNvPr>
            <p:cNvSpPr/>
            <p:nvPr/>
          </p:nvSpPr>
          <p:spPr>
            <a:xfrm>
              <a:off x="1442653" y="4067880"/>
              <a:ext cx="577283" cy="577282"/>
            </a:xfrm>
            <a:custGeom>
              <a:avLst/>
              <a:gdLst>
                <a:gd name="connsiteX0" fmla="*/ 577283 w 577283"/>
                <a:gd name="connsiteY0" fmla="*/ 288641 h 577282"/>
                <a:gd name="connsiteX1" fmla="*/ 288642 w 577283"/>
                <a:gd name="connsiteY1" fmla="*/ 577283 h 577282"/>
                <a:gd name="connsiteX2" fmla="*/ 0 w 577283"/>
                <a:gd name="connsiteY2" fmla="*/ 288641 h 577282"/>
                <a:gd name="connsiteX3" fmla="*/ 288642 w 577283"/>
                <a:gd name="connsiteY3" fmla="*/ 0 h 577282"/>
                <a:gd name="connsiteX4" fmla="*/ 577283 w 577283"/>
                <a:gd name="connsiteY4" fmla="*/ 288641 h 577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283" h="577282">
                  <a:moveTo>
                    <a:pt x="577283" y="288641"/>
                  </a:moveTo>
                  <a:cubicBezTo>
                    <a:pt x="577283" y="448054"/>
                    <a:pt x="448054" y="577283"/>
                    <a:pt x="288642" y="577283"/>
                  </a:cubicBezTo>
                  <a:cubicBezTo>
                    <a:pt x="129229" y="577283"/>
                    <a:pt x="0" y="448054"/>
                    <a:pt x="0" y="288641"/>
                  </a:cubicBezTo>
                  <a:cubicBezTo>
                    <a:pt x="0" y="129229"/>
                    <a:pt x="129230" y="0"/>
                    <a:pt x="288642" y="0"/>
                  </a:cubicBezTo>
                  <a:cubicBezTo>
                    <a:pt x="448054" y="0"/>
                    <a:pt x="577283" y="129229"/>
                    <a:pt x="577283" y="288641"/>
                  </a:cubicBezTo>
                  <a:close/>
                </a:path>
              </a:pathLst>
            </a:custGeom>
            <a:solidFill>
              <a:schemeClr val="accent3"/>
            </a:solidFill>
            <a:ln w="1107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F50496EA-417C-43FB-9C8D-2A18916FA270}"/>
                </a:ext>
              </a:extLst>
            </p:cNvPr>
            <p:cNvSpPr/>
            <p:nvPr/>
          </p:nvSpPr>
          <p:spPr>
            <a:xfrm>
              <a:off x="814260" y="4254365"/>
              <a:ext cx="861161" cy="652138"/>
            </a:xfrm>
            <a:custGeom>
              <a:avLst/>
              <a:gdLst>
                <a:gd name="connsiteX0" fmla="*/ 45910 w 861161"/>
                <a:gd name="connsiteY0" fmla="*/ 0 h 652138"/>
                <a:gd name="connsiteX1" fmla="*/ 861162 w 861161"/>
                <a:gd name="connsiteY1" fmla="*/ 397205 h 652138"/>
                <a:gd name="connsiteX2" fmla="*/ 254933 w 861161"/>
                <a:gd name="connsiteY2" fmla="*/ 606228 h 652138"/>
                <a:gd name="connsiteX3" fmla="*/ 45910 w 861161"/>
                <a:gd name="connsiteY3" fmla="*/ 0 h 652138"/>
              </a:gdLst>
              <a:ahLst/>
              <a:cxnLst>
                <a:cxn ang="0">
                  <a:pos x="connsiteX0" y="connsiteY0"/>
                </a:cxn>
                <a:cxn ang="0">
                  <a:pos x="connsiteX1" y="connsiteY1"/>
                </a:cxn>
                <a:cxn ang="0">
                  <a:pos x="connsiteX2" y="connsiteY2"/>
                </a:cxn>
                <a:cxn ang="0">
                  <a:pos x="connsiteX3" y="connsiteY3"/>
                </a:cxn>
              </a:cxnLst>
              <a:rect l="l" t="t" r="r" b="b"/>
              <a:pathLst>
                <a:path w="861161" h="652138">
                  <a:moveTo>
                    <a:pt x="45910" y="0"/>
                  </a:moveTo>
                  <a:lnTo>
                    <a:pt x="861162" y="397205"/>
                  </a:lnTo>
                  <a:cubicBezTo>
                    <a:pt x="751476" y="622330"/>
                    <a:pt x="480059" y="715913"/>
                    <a:pt x="254933" y="606228"/>
                  </a:cubicBezTo>
                  <a:cubicBezTo>
                    <a:pt x="29808" y="496543"/>
                    <a:pt x="-63775" y="225125"/>
                    <a:pt x="45910" y="0"/>
                  </a:cubicBezTo>
                  <a:close/>
                </a:path>
              </a:pathLst>
            </a:custGeom>
            <a:solidFill>
              <a:schemeClr val="accent1"/>
            </a:solidFill>
            <a:ln w="11075" cap="flat">
              <a:noFill/>
              <a:prstDash val="solid"/>
              <a:miter/>
            </a:ln>
          </p:spPr>
          <p:txBody>
            <a:bodyPr rtlCol="0" anchor="ctr"/>
            <a:lstStyle/>
            <a:p>
              <a:endParaRPr lang="en-US"/>
            </a:p>
          </p:txBody>
        </p:sp>
      </p:grpSp>
    </p:spTree>
    <p:extLst>
      <p:ext uri="{BB962C8B-B14F-4D97-AF65-F5344CB8AC3E}">
        <p14:creationId xmlns:p14="http://schemas.microsoft.com/office/powerpoint/2010/main" val="3320846510"/>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Kapittel 11">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F945394-4FD3-4BC5-A401-C559143233F4}"/>
              </a:ext>
            </a:extLst>
          </p:cNvPr>
          <p:cNvGrpSpPr/>
          <p:nvPr userDrawn="1"/>
        </p:nvGrpSpPr>
        <p:grpSpPr>
          <a:xfrm>
            <a:off x="750096" y="4386472"/>
            <a:ext cx="1396502" cy="1988277"/>
            <a:chOff x="750096" y="4386472"/>
            <a:chExt cx="1396502" cy="1988277"/>
          </a:xfrm>
        </p:grpSpPr>
        <p:sp>
          <p:nvSpPr>
            <p:cNvPr id="8" name="Freeform: Shape 7">
              <a:extLst>
                <a:ext uri="{FF2B5EF4-FFF2-40B4-BE49-F238E27FC236}">
                  <a16:creationId xmlns:a16="http://schemas.microsoft.com/office/drawing/2014/main" id="{8CA057C7-0C39-4B91-A1FD-6007F42348A2}"/>
                </a:ext>
              </a:extLst>
            </p:cNvPr>
            <p:cNvSpPr/>
            <p:nvPr/>
          </p:nvSpPr>
          <p:spPr>
            <a:xfrm>
              <a:off x="1050511" y="4386472"/>
              <a:ext cx="884111" cy="1988277"/>
            </a:xfrm>
            <a:custGeom>
              <a:avLst/>
              <a:gdLst>
                <a:gd name="connsiteX0" fmla="*/ 0 w 884111"/>
                <a:gd name="connsiteY0" fmla="*/ 0 h 1988277"/>
                <a:gd name="connsiteX1" fmla="*/ 884111 w 884111"/>
                <a:gd name="connsiteY1" fmla="*/ 0 h 1988277"/>
                <a:gd name="connsiteX2" fmla="*/ 884111 w 884111"/>
                <a:gd name="connsiteY2" fmla="*/ 1988277 h 1988277"/>
                <a:gd name="connsiteX3" fmla="*/ 0 w 884111"/>
                <a:gd name="connsiteY3" fmla="*/ 1988277 h 1988277"/>
              </a:gdLst>
              <a:ahLst/>
              <a:cxnLst>
                <a:cxn ang="0">
                  <a:pos x="connsiteX0" y="connsiteY0"/>
                </a:cxn>
                <a:cxn ang="0">
                  <a:pos x="connsiteX1" y="connsiteY1"/>
                </a:cxn>
                <a:cxn ang="0">
                  <a:pos x="connsiteX2" y="connsiteY2"/>
                </a:cxn>
                <a:cxn ang="0">
                  <a:pos x="connsiteX3" y="connsiteY3"/>
                </a:cxn>
              </a:cxnLst>
              <a:rect l="l" t="t" r="r" b="b"/>
              <a:pathLst>
                <a:path w="884111" h="1988277">
                  <a:moveTo>
                    <a:pt x="0" y="0"/>
                  </a:moveTo>
                  <a:lnTo>
                    <a:pt x="884111" y="0"/>
                  </a:lnTo>
                  <a:lnTo>
                    <a:pt x="884111" y="1988277"/>
                  </a:lnTo>
                  <a:lnTo>
                    <a:pt x="0" y="1988277"/>
                  </a:lnTo>
                  <a:close/>
                </a:path>
              </a:pathLst>
            </a:custGeom>
            <a:solidFill>
              <a:schemeClr val="accent3"/>
            </a:solidFill>
            <a:ln w="633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DB12E7A-54C1-4EC0-BB5E-BE2DED74C4A1}"/>
                </a:ext>
              </a:extLst>
            </p:cNvPr>
            <p:cNvSpPr/>
            <p:nvPr/>
          </p:nvSpPr>
          <p:spPr>
            <a:xfrm>
              <a:off x="750096" y="4636442"/>
              <a:ext cx="884111" cy="140652"/>
            </a:xfrm>
            <a:custGeom>
              <a:avLst/>
              <a:gdLst>
                <a:gd name="connsiteX0" fmla="*/ 0 w 884111"/>
                <a:gd name="connsiteY0" fmla="*/ 0 h 140652"/>
                <a:gd name="connsiteX1" fmla="*/ 884111 w 884111"/>
                <a:gd name="connsiteY1" fmla="*/ 0 h 140652"/>
                <a:gd name="connsiteX2" fmla="*/ 884111 w 884111"/>
                <a:gd name="connsiteY2" fmla="*/ 140652 h 140652"/>
                <a:gd name="connsiteX3" fmla="*/ 0 w 884111"/>
                <a:gd name="connsiteY3" fmla="*/ 140652 h 140652"/>
              </a:gdLst>
              <a:ahLst/>
              <a:cxnLst>
                <a:cxn ang="0">
                  <a:pos x="connsiteX0" y="connsiteY0"/>
                </a:cxn>
                <a:cxn ang="0">
                  <a:pos x="connsiteX1" y="connsiteY1"/>
                </a:cxn>
                <a:cxn ang="0">
                  <a:pos x="connsiteX2" y="connsiteY2"/>
                </a:cxn>
                <a:cxn ang="0">
                  <a:pos x="connsiteX3" y="connsiteY3"/>
                </a:cxn>
              </a:cxnLst>
              <a:rect l="l" t="t" r="r" b="b"/>
              <a:pathLst>
                <a:path w="884111" h="140652">
                  <a:moveTo>
                    <a:pt x="0" y="0"/>
                  </a:moveTo>
                  <a:lnTo>
                    <a:pt x="884111" y="0"/>
                  </a:lnTo>
                  <a:lnTo>
                    <a:pt x="884111" y="140652"/>
                  </a:lnTo>
                  <a:lnTo>
                    <a:pt x="0" y="140652"/>
                  </a:lnTo>
                  <a:close/>
                </a:path>
              </a:pathLst>
            </a:custGeom>
            <a:solidFill>
              <a:schemeClr val="tx1"/>
            </a:solidFill>
            <a:ln w="633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1E69B03B-43F4-4F9B-9AB5-BA93510B9F19}"/>
                </a:ext>
              </a:extLst>
            </p:cNvPr>
            <p:cNvSpPr/>
            <p:nvPr/>
          </p:nvSpPr>
          <p:spPr>
            <a:xfrm>
              <a:off x="750096" y="4889903"/>
              <a:ext cx="884111" cy="140652"/>
            </a:xfrm>
            <a:custGeom>
              <a:avLst/>
              <a:gdLst>
                <a:gd name="connsiteX0" fmla="*/ 0 w 884111"/>
                <a:gd name="connsiteY0" fmla="*/ 0 h 140652"/>
                <a:gd name="connsiteX1" fmla="*/ 884111 w 884111"/>
                <a:gd name="connsiteY1" fmla="*/ 0 h 140652"/>
                <a:gd name="connsiteX2" fmla="*/ 884111 w 884111"/>
                <a:gd name="connsiteY2" fmla="*/ 140652 h 140652"/>
                <a:gd name="connsiteX3" fmla="*/ 0 w 884111"/>
                <a:gd name="connsiteY3" fmla="*/ 140652 h 140652"/>
              </a:gdLst>
              <a:ahLst/>
              <a:cxnLst>
                <a:cxn ang="0">
                  <a:pos x="connsiteX0" y="connsiteY0"/>
                </a:cxn>
                <a:cxn ang="0">
                  <a:pos x="connsiteX1" y="connsiteY1"/>
                </a:cxn>
                <a:cxn ang="0">
                  <a:pos x="connsiteX2" y="connsiteY2"/>
                </a:cxn>
                <a:cxn ang="0">
                  <a:pos x="connsiteX3" y="connsiteY3"/>
                </a:cxn>
              </a:cxnLst>
              <a:rect l="l" t="t" r="r" b="b"/>
              <a:pathLst>
                <a:path w="884111" h="140652">
                  <a:moveTo>
                    <a:pt x="0" y="0"/>
                  </a:moveTo>
                  <a:lnTo>
                    <a:pt x="884111" y="0"/>
                  </a:lnTo>
                  <a:lnTo>
                    <a:pt x="884111" y="140652"/>
                  </a:lnTo>
                  <a:lnTo>
                    <a:pt x="0" y="140652"/>
                  </a:lnTo>
                  <a:close/>
                </a:path>
              </a:pathLst>
            </a:custGeom>
            <a:solidFill>
              <a:schemeClr val="tx1"/>
            </a:solidFill>
            <a:ln w="633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5C5F190-35A1-4A4A-828B-1E00396A0EEE}"/>
                </a:ext>
              </a:extLst>
            </p:cNvPr>
            <p:cNvSpPr/>
            <p:nvPr/>
          </p:nvSpPr>
          <p:spPr>
            <a:xfrm>
              <a:off x="803792" y="5686368"/>
              <a:ext cx="619713" cy="589931"/>
            </a:xfrm>
            <a:custGeom>
              <a:avLst/>
              <a:gdLst>
                <a:gd name="connsiteX0" fmla="*/ 0 w 619713"/>
                <a:gd name="connsiteY0" fmla="*/ 0 h 589931"/>
                <a:gd name="connsiteX1" fmla="*/ 619713 w 619713"/>
                <a:gd name="connsiteY1" fmla="*/ 0 h 589931"/>
                <a:gd name="connsiteX2" fmla="*/ 619713 w 619713"/>
                <a:gd name="connsiteY2" fmla="*/ 589931 h 589931"/>
                <a:gd name="connsiteX3" fmla="*/ 619396 w 619713"/>
                <a:gd name="connsiteY3" fmla="*/ 589931 h 589931"/>
                <a:gd name="connsiteX4" fmla="*/ 18142 w 619713"/>
                <a:gd name="connsiteY4" fmla="*/ 119760 h 589931"/>
                <a:gd name="connsiteX5" fmla="*/ 0 w 619713"/>
                <a:gd name="connsiteY5" fmla="*/ 0 h 589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713" h="589931">
                  <a:moveTo>
                    <a:pt x="0" y="0"/>
                  </a:moveTo>
                  <a:lnTo>
                    <a:pt x="619713" y="0"/>
                  </a:lnTo>
                  <a:lnTo>
                    <a:pt x="619713" y="589931"/>
                  </a:lnTo>
                  <a:lnTo>
                    <a:pt x="619396" y="589931"/>
                  </a:lnTo>
                  <a:cubicBezTo>
                    <a:pt x="335136" y="588869"/>
                    <a:pt x="87703" y="395380"/>
                    <a:pt x="18142" y="119760"/>
                  </a:cubicBezTo>
                  <a:cubicBezTo>
                    <a:pt x="8262" y="80516"/>
                    <a:pt x="2186" y="40410"/>
                    <a:pt x="0" y="0"/>
                  </a:cubicBezTo>
                  <a:close/>
                </a:path>
              </a:pathLst>
            </a:custGeom>
            <a:solidFill>
              <a:schemeClr val="bg2"/>
            </a:solidFill>
            <a:ln w="633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B6D7761-0AD4-4E15-8606-8DED94365480}"/>
                </a:ext>
              </a:extLst>
            </p:cNvPr>
            <p:cNvSpPr/>
            <p:nvPr/>
          </p:nvSpPr>
          <p:spPr>
            <a:xfrm>
              <a:off x="1526885" y="5686368"/>
              <a:ext cx="619713" cy="589931"/>
            </a:xfrm>
            <a:custGeom>
              <a:avLst/>
              <a:gdLst>
                <a:gd name="connsiteX0" fmla="*/ 0 w 619713"/>
                <a:gd name="connsiteY0" fmla="*/ 0 h 589931"/>
                <a:gd name="connsiteX1" fmla="*/ 619713 w 619713"/>
                <a:gd name="connsiteY1" fmla="*/ 0 h 589931"/>
                <a:gd name="connsiteX2" fmla="*/ 619713 w 619713"/>
                <a:gd name="connsiteY2" fmla="*/ 589931 h 589931"/>
                <a:gd name="connsiteX3" fmla="*/ 619396 w 619713"/>
                <a:gd name="connsiteY3" fmla="*/ 589931 h 589931"/>
                <a:gd name="connsiteX4" fmla="*/ 18142 w 619713"/>
                <a:gd name="connsiteY4" fmla="*/ 119760 h 589931"/>
                <a:gd name="connsiteX5" fmla="*/ 0 w 619713"/>
                <a:gd name="connsiteY5" fmla="*/ 0 h 589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713" h="589931">
                  <a:moveTo>
                    <a:pt x="0" y="0"/>
                  </a:moveTo>
                  <a:lnTo>
                    <a:pt x="619713" y="0"/>
                  </a:lnTo>
                  <a:lnTo>
                    <a:pt x="619713" y="589931"/>
                  </a:lnTo>
                  <a:lnTo>
                    <a:pt x="619396" y="589931"/>
                  </a:lnTo>
                  <a:cubicBezTo>
                    <a:pt x="335136" y="588869"/>
                    <a:pt x="87703" y="395380"/>
                    <a:pt x="18142" y="119760"/>
                  </a:cubicBezTo>
                  <a:cubicBezTo>
                    <a:pt x="8262" y="80516"/>
                    <a:pt x="2186" y="40410"/>
                    <a:pt x="0" y="0"/>
                  </a:cubicBezTo>
                  <a:close/>
                </a:path>
              </a:pathLst>
            </a:custGeom>
            <a:solidFill>
              <a:schemeClr val="tx1"/>
            </a:solidFill>
            <a:ln w="6335"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1092472261"/>
      </p:ext>
    </p:extLst>
  </p:cSld>
  <p:clrMapOvr>
    <a:masterClrMapping/>
  </p:clrMapOvr>
  <p:extLst>
    <p:ext uri="{DCECCB84-F9BA-43D5-87BE-67443E8EF086}">
      <p15:sldGuideLst xmlns:p15="http://schemas.microsoft.com/office/powerpoint/2012/main">
        <p15:guide id="1" pos="2706">
          <p15:clr>
            <a:srgbClr val="FBAE40"/>
          </p15:clr>
        </p15:guide>
        <p15:guide id="2" pos="497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Kapittel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grpSp>
        <p:nvGrpSpPr>
          <p:cNvPr id="13" name="Group 12">
            <a:extLst>
              <a:ext uri="{FF2B5EF4-FFF2-40B4-BE49-F238E27FC236}">
                <a16:creationId xmlns:a16="http://schemas.microsoft.com/office/drawing/2014/main" id="{CAC8FE81-5735-42BA-87F1-DA163126BB78}"/>
              </a:ext>
            </a:extLst>
          </p:cNvPr>
          <p:cNvGrpSpPr/>
          <p:nvPr userDrawn="1"/>
        </p:nvGrpSpPr>
        <p:grpSpPr>
          <a:xfrm>
            <a:off x="839788" y="631216"/>
            <a:ext cx="2237431" cy="2735899"/>
            <a:chOff x="865822" y="550830"/>
            <a:chExt cx="2656398" cy="3248206"/>
          </a:xfrm>
        </p:grpSpPr>
        <p:sp>
          <p:nvSpPr>
            <p:cNvPr id="14" name="Freeform: Shape 13">
              <a:extLst>
                <a:ext uri="{FF2B5EF4-FFF2-40B4-BE49-F238E27FC236}">
                  <a16:creationId xmlns:a16="http://schemas.microsoft.com/office/drawing/2014/main" id="{A6986C9B-4CCE-42FF-8AAD-5457295EC0C5}"/>
                </a:ext>
              </a:extLst>
            </p:cNvPr>
            <p:cNvSpPr/>
            <p:nvPr/>
          </p:nvSpPr>
          <p:spPr>
            <a:xfrm>
              <a:off x="865822" y="2225582"/>
              <a:ext cx="1157097" cy="1167831"/>
            </a:xfrm>
            <a:custGeom>
              <a:avLst/>
              <a:gdLst>
                <a:gd name="connsiteX0" fmla="*/ 0 w 1157097"/>
                <a:gd name="connsiteY0" fmla="*/ 0 h 1167831"/>
                <a:gd name="connsiteX1" fmla="*/ 437807 w 1157097"/>
                <a:gd name="connsiteY1" fmla="*/ 345291 h 1167831"/>
                <a:gd name="connsiteX2" fmla="*/ 1035272 w 1157097"/>
                <a:gd name="connsiteY2" fmla="*/ 1038092 h 1167831"/>
                <a:gd name="connsiteX3" fmla="*/ 1157097 w 1157097"/>
                <a:gd name="connsiteY3" fmla="*/ 1167832 h 1167831"/>
                <a:gd name="connsiteX4" fmla="*/ 0 w 1157097"/>
                <a:gd name="connsiteY4" fmla="*/ 1167832 h 1167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7097" h="1167831">
                  <a:moveTo>
                    <a:pt x="0" y="0"/>
                  </a:moveTo>
                  <a:cubicBezTo>
                    <a:pt x="224971" y="17688"/>
                    <a:pt x="331661" y="102013"/>
                    <a:pt x="437807" y="345291"/>
                  </a:cubicBezTo>
                  <a:cubicBezTo>
                    <a:pt x="569490" y="643852"/>
                    <a:pt x="742522" y="844620"/>
                    <a:pt x="1035272" y="1038092"/>
                  </a:cubicBezTo>
                  <a:cubicBezTo>
                    <a:pt x="1085425" y="1071268"/>
                    <a:pt x="1127140" y="1115693"/>
                    <a:pt x="1157097" y="1167832"/>
                  </a:cubicBezTo>
                  <a:lnTo>
                    <a:pt x="0" y="1167832"/>
                  </a:lnTo>
                  <a:close/>
                </a:path>
              </a:pathLst>
            </a:custGeom>
            <a:solidFill>
              <a:schemeClr val="accent2"/>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BA8051A-286F-4DC0-9033-2F6ED3BD30AB}"/>
                </a:ext>
              </a:extLst>
            </p:cNvPr>
            <p:cNvSpPr/>
            <p:nvPr/>
          </p:nvSpPr>
          <p:spPr>
            <a:xfrm>
              <a:off x="1764639" y="2631214"/>
              <a:ext cx="1157106" cy="1167822"/>
            </a:xfrm>
            <a:custGeom>
              <a:avLst/>
              <a:gdLst>
                <a:gd name="connsiteX0" fmla="*/ 1157107 w 1157106"/>
                <a:gd name="connsiteY0" fmla="*/ 1167822 h 1167822"/>
                <a:gd name="connsiteX1" fmla="*/ 719300 w 1157106"/>
                <a:gd name="connsiteY1" fmla="*/ 822532 h 1167822"/>
                <a:gd name="connsiteX2" fmla="*/ 121825 w 1157106"/>
                <a:gd name="connsiteY2" fmla="*/ 129740 h 1167822"/>
                <a:gd name="connsiteX3" fmla="*/ 0 w 1157106"/>
                <a:gd name="connsiteY3" fmla="*/ 0 h 1167822"/>
                <a:gd name="connsiteX4" fmla="*/ 1157107 w 1157106"/>
                <a:gd name="connsiteY4" fmla="*/ 0 h 11678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7106" h="1167822">
                  <a:moveTo>
                    <a:pt x="1157107" y="1167822"/>
                  </a:moveTo>
                  <a:cubicBezTo>
                    <a:pt x="932126" y="1150134"/>
                    <a:pt x="825437" y="1065809"/>
                    <a:pt x="719300" y="822532"/>
                  </a:cubicBezTo>
                  <a:cubicBezTo>
                    <a:pt x="587616" y="523970"/>
                    <a:pt x="414576" y="323202"/>
                    <a:pt x="121825" y="129740"/>
                  </a:cubicBezTo>
                  <a:cubicBezTo>
                    <a:pt x="71673" y="96564"/>
                    <a:pt x="29957" y="52139"/>
                    <a:pt x="0" y="0"/>
                  </a:cubicBezTo>
                  <a:lnTo>
                    <a:pt x="1157107" y="0"/>
                  </a:lnTo>
                  <a:close/>
                </a:path>
              </a:pathLst>
            </a:custGeom>
            <a:solidFill>
              <a:schemeClr val="accent2"/>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B4592F1-4806-4F5E-839B-30E40F378EB4}"/>
                </a:ext>
              </a:extLst>
            </p:cNvPr>
            <p:cNvSpPr/>
            <p:nvPr/>
          </p:nvSpPr>
          <p:spPr>
            <a:xfrm>
              <a:off x="2321261" y="2215353"/>
              <a:ext cx="1200959" cy="598093"/>
            </a:xfrm>
            <a:custGeom>
              <a:avLst/>
              <a:gdLst>
                <a:gd name="connsiteX0" fmla="*/ 1200960 w 1200959"/>
                <a:gd name="connsiteY0" fmla="*/ 598093 h 598093"/>
                <a:gd name="connsiteX1" fmla="*/ 598088 w 1200959"/>
                <a:gd name="connsiteY1" fmla="*/ 5 h 598093"/>
                <a:gd name="connsiteX2" fmla="*/ 0 w 1200959"/>
                <a:gd name="connsiteY2" fmla="*/ 598093 h 598093"/>
              </a:gdLst>
              <a:ahLst/>
              <a:cxnLst>
                <a:cxn ang="0">
                  <a:pos x="connsiteX0" y="connsiteY0"/>
                </a:cxn>
                <a:cxn ang="0">
                  <a:pos x="connsiteX1" y="connsiteY1"/>
                </a:cxn>
                <a:cxn ang="0">
                  <a:pos x="connsiteX2" y="connsiteY2"/>
                </a:cxn>
              </a:cxnLst>
              <a:rect l="l" t="t" r="r" b="b"/>
              <a:pathLst>
                <a:path w="1200959" h="598093">
                  <a:moveTo>
                    <a:pt x="1200960" y="598093"/>
                  </a:moveTo>
                  <a:cubicBezTo>
                    <a:pt x="1199639" y="266457"/>
                    <a:pt x="929724" y="-1316"/>
                    <a:pt x="598088" y="5"/>
                  </a:cubicBezTo>
                  <a:cubicBezTo>
                    <a:pt x="268319" y="1318"/>
                    <a:pt x="1313" y="268324"/>
                    <a:pt x="0" y="598093"/>
                  </a:cubicBezTo>
                  <a:close/>
                </a:path>
              </a:pathLst>
            </a:custGeom>
            <a:solidFill>
              <a:schemeClr val="accent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5829615-7555-44DF-B735-CC693C28B9C4}"/>
                </a:ext>
              </a:extLst>
            </p:cNvPr>
            <p:cNvSpPr/>
            <p:nvPr/>
          </p:nvSpPr>
          <p:spPr>
            <a:xfrm>
              <a:off x="1444380" y="1296332"/>
              <a:ext cx="654634" cy="566928"/>
            </a:xfrm>
            <a:custGeom>
              <a:avLst/>
              <a:gdLst>
                <a:gd name="connsiteX0" fmla="*/ 327317 w 654634"/>
                <a:gd name="connsiteY0" fmla="*/ 0 h 566928"/>
                <a:gd name="connsiteX1" fmla="*/ 490976 w 654634"/>
                <a:gd name="connsiteY1" fmla="*/ 283464 h 566928"/>
                <a:gd name="connsiteX2" fmla="*/ 654634 w 654634"/>
                <a:gd name="connsiteY2" fmla="*/ 566928 h 566928"/>
                <a:gd name="connsiteX3" fmla="*/ 327317 w 654634"/>
                <a:gd name="connsiteY3" fmla="*/ 566928 h 566928"/>
                <a:gd name="connsiteX4" fmla="*/ 0 w 654634"/>
                <a:gd name="connsiteY4" fmla="*/ 566928 h 566928"/>
                <a:gd name="connsiteX5" fmla="*/ 163659 w 654634"/>
                <a:gd name="connsiteY5" fmla="*/ 283464 h 566928"/>
                <a:gd name="connsiteX6" fmla="*/ 327317 w 654634"/>
                <a:gd name="connsiteY6" fmla="*/ 0 h 5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4634" h="566928">
                  <a:moveTo>
                    <a:pt x="327317" y="0"/>
                  </a:moveTo>
                  <a:lnTo>
                    <a:pt x="490976" y="283464"/>
                  </a:lnTo>
                  <a:lnTo>
                    <a:pt x="654634" y="566928"/>
                  </a:lnTo>
                  <a:lnTo>
                    <a:pt x="327317" y="566928"/>
                  </a:lnTo>
                  <a:lnTo>
                    <a:pt x="0" y="566928"/>
                  </a:lnTo>
                  <a:lnTo>
                    <a:pt x="163659" y="283464"/>
                  </a:lnTo>
                  <a:lnTo>
                    <a:pt x="327317" y="0"/>
                  </a:lnTo>
                  <a:close/>
                </a:path>
              </a:pathLst>
            </a:custGeom>
            <a:solidFill>
              <a:schemeClr val="accent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C247127-CEBA-4B34-A9C2-62C7E64DE2A7}"/>
                </a:ext>
              </a:extLst>
            </p:cNvPr>
            <p:cNvSpPr/>
            <p:nvPr/>
          </p:nvSpPr>
          <p:spPr>
            <a:xfrm>
              <a:off x="2422359" y="550830"/>
              <a:ext cx="654634" cy="566927"/>
            </a:xfrm>
            <a:custGeom>
              <a:avLst/>
              <a:gdLst>
                <a:gd name="connsiteX0" fmla="*/ 327317 w 654634"/>
                <a:gd name="connsiteY0" fmla="*/ 0 h 566927"/>
                <a:gd name="connsiteX1" fmla="*/ 490976 w 654634"/>
                <a:gd name="connsiteY1" fmla="*/ 283464 h 566927"/>
                <a:gd name="connsiteX2" fmla="*/ 654634 w 654634"/>
                <a:gd name="connsiteY2" fmla="*/ 566928 h 566927"/>
                <a:gd name="connsiteX3" fmla="*/ 327317 w 654634"/>
                <a:gd name="connsiteY3" fmla="*/ 566928 h 566927"/>
                <a:gd name="connsiteX4" fmla="*/ 0 w 654634"/>
                <a:gd name="connsiteY4" fmla="*/ 566928 h 566927"/>
                <a:gd name="connsiteX5" fmla="*/ 163658 w 654634"/>
                <a:gd name="connsiteY5" fmla="*/ 283464 h 566927"/>
                <a:gd name="connsiteX6" fmla="*/ 327317 w 654634"/>
                <a:gd name="connsiteY6" fmla="*/ 0 h 56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4634" h="566927">
                  <a:moveTo>
                    <a:pt x="327317" y="0"/>
                  </a:moveTo>
                  <a:lnTo>
                    <a:pt x="490976" y="283464"/>
                  </a:lnTo>
                  <a:lnTo>
                    <a:pt x="654634" y="566928"/>
                  </a:lnTo>
                  <a:lnTo>
                    <a:pt x="327317" y="566928"/>
                  </a:lnTo>
                  <a:lnTo>
                    <a:pt x="0" y="566928"/>
                  </a:lnTo>
                  <a:lnTo>
                    <a:pt x="163658" y="283464"/>
                  </a:lnTo>
                  <a:lnTo>
                    <a:pt x="327317" y="0"/>
                  </a:lnTo>
                  <a:close/>
                </a:path>
              </a:pathLst>
            </a:custGeom>
            <a:solidFill>
              <a:schemeClr val="accent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C5B8255-CCD1-4D86-B5C7-1A8B9D2466FF}"/>
                </a:ext>
              </a:extLst>
            </p:cNvPr>
            <p:cNvSpPr/>
            <p:nvPr/>
          </p:nvSpPr>
          <p:spPr>
            <a:xfrm>
              <a:off x="2749676" y="834294"/>
              <a:ext cx="654624" cy="566928"/>
            </a:xfrm>
            <a:custGeom>
              <a:avLst/>
              <a:gdLst>
                <a:gd name="connsiteX0" fmla="*/ 327317 w 654624"/>
                <a:gd name="connsiteY0" fmla="*/ 0 h 566928"/>
                <a:gd name="connsiteX1" fmla="*/ 490976 w 654624"/>
                <a:gd name="connsiteY1" fmla="*/ 283464 h 566928"/>
                <a:gd name="connsiteX2" fmla="*/ 654625 w 654624"/>
                <a:gd name="connsiteY2" fmla="*/ 566928 h 566928"/>
                <a:gd name="connsiteX3" fmla="*/ 327317 w 654624"/>
                <a:gd name="connsiteY3" fmla="*/ 566928 h 566928"/>
                <a:gd name="connsiteX4" fmla="*/ 0 w 654624"/>
                <a:gd name="connsiteY4" fmla="*/ 566928 h 566928"/>
                <a:gd name="connsiteX5" fmla="*/ 163659 w 654624"/>
                <a:gd name="connsiteY5" fmla="*/ 283464 h 566928"/>
                <a:gd name="connsiteX6" fmla="*/ 327317 w 654624"/>
                <a:gd name="connsiteY6" fmla="*/ 0 h 5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4624" h="566928">
                  <a:moveTo>
                    <a:pt x="327317" y="0"/>
                  </a:moveTo>
                  <a:lnTo>
                    <a:pt x="490976" y="283464"/>
                  </a:lnTo>
                  <a:lnTo>
                    <a:pt x="654625" y="566928"/>
                  </a:lnTo>
                  <a:lnTo>
                    <a:pt x="327317" y="566928"/>
                  </a:lnTo>
                  <a:lnTo>
                    <a:pt x="0" y="566928"/>
                  </a:lnTo>
                  <a:lnTo>
                    <a:pt x="163659" y="283464"/>
                  </a:lnTo>
                  <a:lnTo>
                    <a:pt x="327317" y="0"/>
                  </a:lnTo>
                  <a:close/>
                </a:path>
              </a:pathLst>
            </a:custGeom>
            <a:solidFill>
              <a:schemeClr val="accent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224664883"/>
      </p:ext>
    </p:extLst>
  </p:cSld>
  <p:clrMapOvr>
    <a:masterClrMapping/>
  </p:clrMapOvr>
  <p:extLst>
    <p:ext uri="{DCECCB84-F9BA-43D5-87BE-67443E8EF086}">
      <p15:sldGuideLst xmlns:p15="http://schemas.microsoft.com/office/powerpoint/2012/main">
        <p15:guide id="1" pos="2706">
          <p15:clr>
            <a:srgbClr val="FBAE40"/>
          </p15:clr>
        </p15:guide>
        <p15:guide id="2" pos="4974">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Avslutning alternativ 1">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4F8F0A41-A289-44BD-93D7-44141F13C11D}"/>
              </a:ext>
            </a:extLst>
          </p:cNvPr>
          <p:cNvSpPr/>
          <p:nvPr/>
        </p:nvSpPr>
        <p:spPr>
          <a:xfrm>
            <a:off x="9389087" y="1437505"/>
            <a:ext cx="990782" cy="1981623"/>
          </a:xfrm>
          <a:custGeom>
            <a:avLst/>
            <a:gdLst>
              <a:gd name="connsiteX0" fmla="*/ 1123191 w 1123226"/>
              <a:gd name="connsiteY0" fmla="*/ -73 h 2246518"/>
              <a:gd name="connsiteX1" fmla="*/ 1123191 w 1123226"/>
              <a:gd name="connsiteY1" fmla="*/ 2246446 h 2246518"/>
              <a:gd name="connsiteX2" fmla="*/ -36 w 1123226"/>
              <a:gd name="connsiteY2" fmla="*/ 1123220 h 2246518"/>
              <a:gd name="connsiteX3" fmla="*/ 1123191 w 1123226"/>
              <a:gd name="connsiteY3" fmla="*/ -7 h 2246518"/>
            </a:gdLst>
            <a:ahLst/>
            <a:cxnLst>
              <a:cxn ang="0">
                <a:pos x="connsiteX0" y="connsiteY0"/>
              </a:cxn>
              <a:cxn ang="0">
                <a:pos x="connsiteX1" y="connsiteY1"/>
              </a:cxn>
              <a:cxn ang="0">
                <a:pos x="connsiteX2" y="connsiteY2"/>
              </a:cxn>
              <a:cxn ang="0">
                <a:pos x="connsiteX3" y="connsiteY3"/>
              </a:cxn>
            </a:cxnLst>
            <a:rect l="l" t="t" r="r" b="b"/>
            <a:pathLst>
              <a:path w="1123226" h="2246518">
                <a:moveTo>
                  <a:pt x="1123191" y="-73"/>
                </a:moveTo>
                <a:lnTo>
                  <a:pt x="1123191" y="2246446"/>
                </a:lnTo>
                <a:cubicBezTo>
                  <a:pt x="502850" y="2246446"/>
                  <a:pt x="-36" y="1743560"/>
                  <a:pt x="-36" y="1123220"/>
                </a:cubicBezTo>
                <a:cubicBezTo>
                  <a:pt x="-36" y="502879"/>
                  <a:pt x="502850" y="-7"/>
                  <a:pt x="1123191" y="-7"/>
                </a:cubicBezTo>
                <a:close/>
              </a:path>
            </a:pathLst>
          </a:custGeom>
          <a:solidFill>
            <a:schemeClr val="accent3"/>
          </a:solidFill>
          <a:ln w="7144" cap="flat">
            <a:noFill/>
            <a:prstDash val="solid"/>
            <a:miter/>
          </a:ln>
        </p:spPr>
        <p:txBody>
          <a:bodyPr rtlCol="0" anchor="ctr"/>
          <a:lstStyle/>
          <a:p>
            <a:endParaRPr lang="en-US"/>
          </a:p>
        </p:txBody>
      </p:sp>
      <p:grpSp>
        <p:nvGrpSpPr>
          <p:cNvPr id="15" name="Group 14">
            <a:extLst>
              <a:ext uri="{FF2B5EF4-FFF2-40B4-BE49-F238E27FC236}">
                <a16:creationId xmlns:a16="http://schemas.microsoft.com/office/drawing/2014/main" id="{3289A2E8-3D65-441A-A338-504F33981BA4}"/>
              </a:ext>
            </a:extLst>
          </p:cNvPr>
          <p:cNvGrpSpPr/>
          <p:nvPr userDrawn="1"/>
        </p:nvGrpSpPr>
        <p:grpSpPr>
          <a:xfrm rot="5400000">
            <a:off x="9296572" y="1548758"/>
            <a:ext cx="431536" cy="1735057"/>
            <a:chOff x="11870514" y="244569"/>
            <a:chExt cx="151518" cy="609202"/>
          </a:xfrm>
          <a:solidFill>
            <a:schemeClr val="tx1"/>
          </a:solidFill>
        </p:grpSpPr>
        <p:sp>
          <p:nvSpPr>
            <p:cNvPr id="16" name="Freeform: Shape 15">
              <a:extLst>
                <a:ext uri="{FF2B5EF4-FFF2-40B4-BE49-F238E27FC236}">
                  <a16:creationId xmlns:a16="http://schemas.microsoft.com/office/drawing/2014/main" id="{5402AC29-8A61-4CA4-8CB8-4BC3EC56A3B9}"/>
                </a:ext>
              </a:extLst>
            </p:cNvPr>
            <p:cNvSpPr/>
            <p:nvPr/>
          </p:nvSpPr>
          <p:spPr>
            <a:xfrm rot="16200000">
              <a:off x="11641672" y="473411"/>
              <a:ext cx="609202" cy="151518"/>
            </a:xfrm>
            <a:custGeom>
              <a:avLst/>
              <a:gdLst>
                <a:gd name="connsiteX0" fmla="*/ 413946 w 609202"/>
                <a:gd name="connsiteY0" fmla="*/ 49664 h 151518"/>
                <a:gd name="connsiteX1" fmla="*/ 384494 w 609202"/>
                <a:gd name="connsiteY1" fmla="*/ 125217 h 151518"/>
                <a:gd name="connsiteX2" fmla="*/ 354820 w 609202"/>
                <a:gd name="connsiteY2" fmla="*/ 49664 h 151518"/>
                <a:gd name="connsiteX3" fmla="*/ 331666 w 609202"/>
                <a:gd name="connsiteY3" fmla="*/ 49664 h 151518"/>
                <a:gd name="connsiteX4" fmla="*/ 372910 w 609202"/>
                <a:gd name="connsiteY4" fmla="*/ 147314 h 151518"/>
                <a:gd name="connsiteX5" fmla="*/ 393955 w 609202"/>
                <a:gd name="connsiteY5" fmla="*/ 147314 h 151518"/>
                <a:gd name="connsiteX6" fmla="*/ 435214 w 609202"/>
                <a:gd name="connsiteY6" fmla="*/ 49665 h 151518"/>
                <a:gd name="connsiteX7" fmla="*/ 297359 w 609202"/>
                <a:gd name="connsiteY7" fmla="*/ 49664 h 151518"/>
                <a:gd name="connsiteX8" fmla="*/ 297359 w 609202"/>
                <a:gd name="connsiteY8" fmla="*/ 101215 h 151518"/>
                <a:gd name="connsiteX9" fmla="*/ 272528 w 609202"/>
                <a:gd name="connsiteY9" fmla="*/ 130474 h 151518"/>
                <a:gd name="connsiteX10" fmla="*/ 247695 w 609202"/>
                <a:gd name="connsiteY10" fmla="*/ 101215 h 151518"/>
                <a:gd name="connsiteX11" fmla="*/ 247695 w 609202"/>
                <a:gd name="connsiteY11" fmla="*/ 49664 h 151518"/>
                <a:gd name="connsiteX12" fmla="*/ 227067 w 609202"/>
                <a:gd name="connsiteY12" fmla="*/ 49664 h 151518"/>
                <a:gd name="connsiteX13" fmla="*/ 227067 w 609202"/>
                <a:gd name="connsiteY13" fmla="*/ 102060 h 151518"/>
                <a:gd name="connsiteX14" fmla="*/ 272528 w 609202"/>
                <a:gd name="connsiteY14" fmla="*/ 149408 h 151518"/>
                <a:gd name="connsiteX15" fmla="*/ 317989 w 609202"/>
                <a:gd name="connsiteY15" fmla="*/ 102060 h 151518"/>
                <a:gd name="connsiteX16" fmla="*/ 317989 w 609202"/>
                <a:gd name="connsiteY16" fmla="*/ 49664 h 151518"/>
                <a:gd name="connsiteX17" fmla="*/ 162877 w 609202"/>
                <a:gd name="connsiteY17" fmla="*/ 47347 h 151518"/>
                <a:gd name="connsiteX18" fmla="*/ 140599 w 609202"/>
                <a:gd name="connsiteY18" fmla="*/ 52442 h 151518"/>
                <a:gd name="connsiteX19" fmla="*/ 112797 w 609202"/>
                <a:gd name="connsiteY19" fmla="*/ 97428 h 151518"/>
                <a:gd name="connsiteX20" fmla="*/ 156150 w 609202"/>
                <a:gd name="connsiteY20" fmla="*/ 151519 h 151518"/>
                <a:gd name="connsiteX21" fmla="*/ 168567 w 609202"/>
                <a:gd name="connsiteY21" fmla="*/ 144568 h 151518"/>
                <a:gd name="connsiteX22" fmla="*/ 197603 w 609202"/>
                <a:gd name="connsiteY22" fmla="*/ 119528 h 151518"/>
                <a:gd name="connsiteX23" fmla="*/ 212335 w 609202"/>
                <a:gd name="connsiteY23" fmla="*/ 96596 h 151518"/>
                <a:gd name="connsiteX24" fmla="*/ 162879 w 609202"/>
                <a:gd name="connsiteY24" fmla="*/ 47348 h 151518"/>
                <a:gd name="connsiteX25" fmla="*/ 184768 w 609202"/>
                <a:gd name="connsiteY25" fmla="*/ 112799 h 151518"/>
                <a:gd name="connsiteX26" fmla="*/ 168567 w 609202"/>
                <a:gd name="connsiteY26" fmla="*/ 129419 h 151518"/>
                <a:gd name="connsiteX27" fmla="*/ 161200 w 609202"/>
                <a:gd name="connsiteY27" fmla="*/ 133844 h 151518"/>
                <a:gd name="connsiteX28" fmla="*/ 132373 w 609202"/>
                <a:gd name="connsiteY28" fmla="*/ 100591 h 151518"/>
                <a:gd name="connsiteX29" fmla="*/ 162671 w 609202"/>
                <a:gd name="connsiteY29" fmla="*/ 70070 h 151518"/>
                <a:gd name="connsiteX30" fmla="*/ 192557 w 609202"/>
                <a:gd name="connsiteY30" fmla="*/ 100182 h 151518"/>
                <a:gd name="connsiteX31" fmla="*/ 192557 w 609202"/>
                <a:gd name="connsiteY31" fmla="*/ 100182 h 151518"/>
                <a:gd name="connsiteX32" fmla="*/ 192553 w 609202"/>
                <a:gd name="connsiteY32" fmla="*/ 100589 h 151518"/>
                <a:gd name="connsiteX33" fmla="*/ 184772 w 609202"/>
                <a:gd name="connsiteY33" fmla="*/ 112797 h 151518"/>
                <a:gd name="connsiteX34" fmla="*/ 51342 w 609202"/>
                <a:gd name="connsiteY34" fmla="*/ 47347 h 151518"/>
                <a:gd name="connsiteX35" fmla="*/ 20198 w 609202"/>
                <a:gd name="connsiteY35" fmla="*/ 59555 h 151518"/>
                <a:gd name="connsiteX36" fmla="*/ 19991 w 609202"/>
                <a:gd name="connsiteY36" fmla="*/ 0 h 151518"/>
                <a:gd name="connsiteX37" fmla="*/ 0 w 609202"/>
                <a:gd name="connsiteY37" fmla="*/ 0 h 151518"/>
                <a:gd name="connsiteX38" fmla="*/ 0 w 609202"/>
                <a:gd name="connsiteY38" fmla="*/ 147315 h 151518"/>
                <a:gd name="connsiteX39" fmla="*/ 20630 w 609202"/>
                <a:gd name="connsiteY39" fmla="*/ 147315 h 151518"/>
                <a:gd name="connsiteX40" fmla="*/ 20630 w 609202"/>
                <a:gd name="connsiteY40" fmla="*/ 137422 h 151518"/>
                <a:gd name="connsiteX41" fmla="*/ 51344 w 609202"/>
                <a:gd name="connsiteY41" fmla="*/ 149200 h 151518"/>
                <a:gd name="connsiteX42" fmla="*/ 100175 w 609202"/>
                <a:gd name="connsiteY42" fmla="*/ 98273 h 151518"/>
                <a:gd name="connsiteX43" fmla="*/ 51342 w 609202"/>
                <a:gd name="connsiteY43" fmla="*/ 47347 h 151518"/>
                <a:gd name="connsiteX44" fmla="*/ 49664 w 609202"/>
                <a:gd name="connsiteY44" fmla="*/ 130266 h 151518"/>
                <a:gd name="connsiteX45" fmla="*/ 20198 w 609202"/>
                <a:gd name="connsiteY45" fmla="*/ 98275 h 151518"/>
                <a:gd name="connsiteX46" fmla="*/ 49664 w 609202"/>
                <a:gd name="connsiteY46" fmla="*/ 66284 h 151518"/>
                <a:gd name="connsiteX47" fmla="*/ 79131 w 609202"/>
                <a:gd name="connsiteY47" fmla="*/ 98276 h 151518"/>
                <a:gd name="connsiteX48" fmla="*/ 49662 w 609202"/>
                <a:gd name="connsiteY48" fmla="*/ 130264 h 151518"/>
                <a:gd name="connsiteX49" fmla="*/ 609203 w 609202"/>
                <a:gd name="connsiteY49" fmla="*/ 49664 h 151518"/>
                <a:gd name="connsiteX50" fmla="*/ 579321 w 609202"/>
                <a:gd name="connsiteY50" fmla="*/ 49664 h 151518"/>
                <a:gd name="connsiteX51" fmla="*/ 579099 w 609202"/>
                <a:gd name="connsiteY51" fmla="*/ 0 h 151518"/>
                <a:gd name="connsiteX52" fmla="*/ 559107 w 609202"/>
                <a:gd name="connsiteY52" fmla="*/ 0 h 151518"/>
                <a:gd name="connsiteX53" fmla="*/ 559107 w 609202"/>
                <a:gd name="connsiteY53" fmla="*/ 49664 h 151518"/>
                <a:gd name="connsiteX54" fmla="*/ 545369 w 609202"/>
                <a:gd name="connsiteY54" fmla="*/ 49664 h 151518"/>
                <a:gd name="connsiteX55" fmla="*/ 545369 w 609202"/>
                <a:gd name="connsiteY55" fmla="*/ 67545 h 151518"/>
                <a:gd name="connsiteX56" fmla="*/ 559107 w 609202"/>
                <a:gd name="connsiteY56" fmla="*/ 67545 h 151518"/>
                <a:gd name="connsiteX57" fmla="*/ 559107 w 609202"/>
                <a:gd name="connsiteY57" fmla="*/ 147314 h 151518"/>
                <a:gd name="connsiteX58" fmla="*/ 579529 w 609202"/>
                <a:gd name="connsiteY58" fmla="*/ 147314 h 151518"/>
                <a:gd name="connsiteX59" fmla="*/ 579321 w 609202"/>
                <a:gd name="connsiteY59" fmla="*/ 67545 h 151518"/>
                <a:gd name="connsiteX60" fmla="*/ 609203 w 609202"/>
                <a:gd name="connsiteY60" fmla="*/ 67545 h 15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9202" h="151518">
                  <a:moveTo>
                    <a:pt x="413946" y="49664"/>
                  </a:moveTo>
                  <a:lnTo>
                    <a:pt x="384494" y="125217"/>
                  </a:lnTo>
                  <a:lnTo>
                    <a:pt x="354820" y="49664"/>
                  </a:lnTo>
                  <a:lnTo>
                    <a:pt x="331666" y="49664"/>
                  </a:lnTo>
                  <a:lnTo>
                    <a:pt x="372910" y="147314"/>
                  </a:lnTo>
                  <a:lnTo>
                    <a:pt x="393955" y="147314"/>
                  </a:lnTo>
                  <a:lnTo>
                    <a:pt x="435214" y="49665"/>
                  </a:lnTo>
                  <a:close/>
                  <a:moveTo>
                    <a:pt x="297359" y="49664"/>
                  </a:moveTo>
                  <a:lnTo>
                    <a:pt x="297359" y="101215"/>
                  </a:lnTo>
                  <a:cubicBezTo>
                    <a:pt x="297359" y="119735"/>
                    <a:pt x="288314" y="130474"/>
                    <a:pt x="272528" y="130474"/>
                  </a:cubicBezTo>
                  <a:cubicBezTo>
                    <a:pt x="256742" y="130474"/>
                    <a:pt x="247695" y="119735"/>
                    <a:pt x="247695" y="101215"/>
                  </a:cubicBezTo>
                  <a:lnTo>
                    <a:pt x="247695" y="49664"/>
                  </a:lnTo>
                  <a:lnTo>
                    <a:pt x="227067" y="49664"/>
                  </a:lnTo>
                  <a:lnTo>
                    <a:pt x="227067" y="102060"/>
                  </a:lnTo>
                  <a:cubicBezTo>
                    <a:pt x="227067" y="131111"/>
                    <a:pt x="244533" y="149408"/>
                    <a:pt x="272528" y="149408"/>
                  </a:cubicBezTo>
                  <a:cubicBezTo>
                    <a:pt x="300523" y="149408"/>
                    <a:pt x="317989" y="131111"/>
                    <a:pt x="317989" y="102060"/>
                  </a:cubicBezTo>
                  <a:lnTo>
                    <a:pt x="317989" y="49664"/>
                  </a:lnTo>
                  <a:close/>
                  <a:moveTo>
                    <a:pt x="162877" y="47347"/>
                  </a:moveTo>
                  <a:cubicBezTo>
                    <a:pt x="155160" y="47330"/>
                    <a:pt x="147541" y="49072"/>
                    <a:pt x="140599" y="52442"/>
                  </a:cubicBezTo>
                  <a:cubicBezTo>
                    <a:pt x="123437" y="60827"/>
                    <a:pt x="112621" y="78328"/>
                    <a:pt x="112797" y="97428"/>
                  </a:cubicBezTo>
                  <a:cubicBezTo>
                    <a:pt x="112797" y="122482"/>
                    <a:pt x="136159" y="151519"/>
                    <a:pt x="156150" y="151519"/>
                  </a:cubicBezTo>
                  <a:cubicBezTo>
                    <a:pt x="161205" y="151479"/>
                    <a:pt x="165890" y="148857"/>
                    <a:pt x="168567" y="144568"/>
                  </a:cubicBezTo>
                  <a:cubicBezTo>
                    <a:pt x="176781" y="132150"/>
                    <a:pt x="185200" y="125009"/>
                    <a:pt x="197603" y="119528"/>
                  </a:cubicBezTo>
                  <a:cubicBezTo>
                    <a:pt x="209187" y="114478"/>
                    <a:pt x="212335" y="109428"/>
                    <a:pt x="212335" y="96596"/>
                  </a:cubicBezTo>
                  <a:cubicBezTo>
                    <a:pt x="212335" y="68809"/>
                    <a:pt x="190667" y="47348"/>
                    <a:pt x="162879" y="47348"/>
                  </a:cubicBezTo>
                  <a:close/>
                  <a:moveTo>
                    <a:pt x="184768" y="112799"/>
                  </a:moveTo>
                  <a:cubicBezTo>
                    <a:pt x="176348" y="118057"/>
                    <a:pt x="171938" y="122483"/>
                    <a:pt x="168567" y="129419"/>
                  </a:cubicBezTo>
                  <a:cubicBezTo>
                    <a:pt x="167173" y="132194"/>
                    <a:pt x="164305" y="133917"/>
                    <a:pt x="161200" y="133844"/>
                  </a:cubicBezTo>
                  <a:cubicBezTo>
                    <a:pt x="147729" y="133844"/>
                    <a:pt x="132373" y="116156"/>
                    <a:pt x="132373" y="100591"/>
                  </a:cubicBezTo>
                  <a:cubicBezTo>
                    <a:pt x="132373" y="83125"/>
                    <a:pt x="145204" y="70070"/>
                    <a:pt x="162671" y="70070"/>
                  </a:cubicBezTo>
                  <a:cubicBezTo>
                    <a:pt x="179239" y="70133"/>
                    <a:pt x="192619" y="83614"/>
                    <a:pt x="192557" y="100182"/>
                  </a:cubicBezTo>
                  <a:lnTo>
                    <a:pt x="192557" y="100182"/>
                  </a:lnTo>
                  <a:cubicBezTo>
                    <a:pt x="192556" y="100317"/>
                    <a:pt x="192554" y="100452"/>
                    <a:pt x="192553" y="100589"/>
                  </a:cubicBezTo>
                  <a:cubicBezTo>
                    <a:pt x="192553" y="106053"/>
                    <a:pt x="190667" y="109217"/>
                    <a:pt x="184772" y="112797"/>
                  </a:cubicBezTo>
                  <a:close/>
                  <a:moveTo>
                    <a:pt x="51342" y="47347"/>
                  </a:moveTo>
                  <a:cubicBezTo>
                    <a:pt x="39770" y="47223"/>
                    <a:pt x="28603" y="51600"/>
                    <a:pt x="20198" y="59555"/>
                  </a:cubicBezTo>
                  <a:lnTo>
                    <a:pt x="19991" y="0"/>
                  </a:lnTo>
                  <a:lnTo>
                    <a:pt x="0" y="0"/>
                  </a:lnTo>
                  <a:lnTo>
                    <a:pt x="0" y="147315"/>
                  </a:lnTo>
                  <a:lnTo>
                    <a:pt x="20630" y="147315"/>
                  </a:lnTo>
                  <a:lnTo>
                    <a:pt x="20630" y="137422"/>
                  </a:lnTo>
                  <a:cubicBezTo>
                    <a:pt x="29061" y="145007"/>
                    <a:pt x="40002" y="149203"/>
                    <a:pt x="51344" y="149200"/>
                  </a:cubicBezTo>
                  <a:cubicBezTo>
                    <a:pt x="79130" y="149200"/>
                    <a:pt x="100175" y="127100"/>
                    <a:pt x="100175" y="98273"/>
                  </a:cubicBezTo>
                  <a:cubicBezTo>
                    <a:pt x="100175" y="69445"/>
                    <a:pt x="79130" y="47347"/>
                    <a:pt x="51342" y="47347"/>
                  </a:cubicBezTo>
                  <a:close/>
                  <a:moveTo>
                    <a:pt x="49664" y="130266"/>
                  </a:moveTo>
                  <a:cubicBezTo>
                    <a:pt x="32822" y="130266"/>
                    <a:pt x="20198" y="116587"/>
                    <a:pt x="20198" y="98275"/>
                  </a:cubicBezTo>
                  <a:cubicBezTo>
                    <a:pt x="20198" y="79962"/>
                    <a:pt x="32822" y="66284"/>
                    <a:pt x="49664" y="66284"/>
                  </a:cubicBezTo>
                  <a:cubicBezTo>
                    <a:pt x="66505" y="66284"/>
                    <a:pt x="79131" y="79962"/>
                    <a:pt x="79131" y="98276"/>
                  </a:cubicBezTo>
                  <a:cubicBezTo>
                    <a:pt x="79131" y="116590"/>
                    <a:pt x="66505" y="130264"/>
                    <a:pt x="49662" y="130264"/>
                  </a:cubicBezTo>
                  <a:close/>
                  <a:moveTo>
                    <a:pt x="609203" y="49664"/>
                  </a:moveTo>
                  <a:lnTo>
                    <a:pt x="579321" y="49664"/>
                  </a:lnTo>
                  <a:lnTo>
                    <a:pt x="579099" y="0"/>
                  </a:lnTo>
                  <a:lnTo>
                    <a:pt x="559107" y="0"/>
                  </a:lnTo>
                  <a:lnTo>
                    <a:pt x="559107" y="49664"/>
                  </a:lnTo>
                  <a:lnTo>
                    <a:pt x="545369" y="49664"/>
                  </a:lnTo>
                  <a:lnTo>
                    <a:pt x="545369" y="67545"/>
                  </a:lnTo>
                  <a:lnTo>
                    <a:pt x="559107" y="67545"/>
                  </a:lnTo>
                  <a:lnTo>
                    <a:pt x="559107" y="147314"/>
                  </a:lnTo>
                  <a:lnTo>
                    <a:pt x="579529" y="147314"/>
                  </a:lnTo>
                  <a:lnTo>
                    <a:pt x="579321" y="67545"/>
                  </a:lnTo>
                  <a:lnTo>
                    <a:pt x="609203" y="67545"/>
                  </a:lnTo>
                  <a:close/>
                </a:path>
              </a:pathLst>
            </a:custGeom>
            <a:grpFill/>
            <a:ln w="26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CE4A25F-66AD-4588-A78A-F5842EE74531}"/>
                </a:ext>
              </a:extLst>
            </p:cNvPr>
            <p:cNvSpPr/>
            <p:nvPr/>
          </p:nvSpPr>
          <p:spPr>
            <a:xfrm rot="16200000">
              <a:off x="11921301" y="313678"/>
              <a:ext cx="96119" cy="101875"/>
            </a:xfrm>
            <a:custGeom>
              <a:avLst/>
              <a:gdLst>
                <a:gd name="connsiteX0" fmla="*/ 95810 w 96119"/>
                <a:gd name="connsiteY0" fmla="*/ 56965 h 101875"/>
                <a:gd name="connsiteX1" fmla="*/ 20362 w 96119"/>
                <a:gd name="connsiteY1" fmla="*/ 56965 h 101875"/>
                <a:gd name="connsiteX2" fmla="*/ 34212 w 96119"/>
                <a:gd name="connsiteY2" fmla="*/ 79118 h 101875"/>
                <a:gd name="connsiteX3" fmla="*/ 48915 w 96119"/>
                <a:gd name="connsiteY3" fmla="*/ 82727 h 101875"/>
                <a:gd name="connsiteX4" fmla="*/ 73366 w 96119"/>
                <a:gd name="connsiteY4" fmla="*/ 75426 h 101875"/>
                <a:gd name="connsiteX5" fmla="*/ 79556 w 96119"/>
                <a:gd name="connsiteY5" fmla="*/ 69472 h 101875"/>
                <a:gd name="connsiteX6" fmla="*/ 93354 w 96119"/>
                <a:gd name="connsiteY6" fmla="*/ 82930 h 101875"/>
                <a:gd name="connsiteX7" fmla="*/ 83867 w 96119"/>
                <a:gd name="connsiteY7" fmla="*/ 91638 h 101875"/>
                <a:gd name="connsiteX8" fmla="*/ 46091 w 96119"/>
                <a:gd name="connsiteY8" fmla="*/ 101759 h 101875"/>
                <a:gd name="connsiteX9" fmla="*/ 16168 w 96119"/>
                <a:gd name="connsiteY9" fmla="*/ 89716 h 101875"/>
                <a:gd name="connsiteX10" fmla="*/ 506 w 96119"/>
                <a:gd name="connsiteY10" fmla="*/ 58160 h 101875"/>
                <a:gd name="connsiteX11" fmla="*/ 5248 w 96119"/>
                <a:gd name="connsiteY11" fmla="*/ 26756 h 101875"/>
                <a:gd name="connsiteX12" fmla="*/ 40827 w 96119"/>
                <a:gd name="connsiteY12" fmla="*/ 738 h 101875"/>
                <a:gd name="connsiteX13" fmla="*/ 70343 w 96119"/>
                <a:gd name="connsiteY13" fmla="*/ 4817 h 101875"/>
                <a:gd name="connsiteX14" fmla="*/ 94209 w 96119"/>
                <a:gd name="connsiteY14" fmla="*/ 35590 h 101875"/>
                <a:gd name="connsiteX15" fmla="*/ 95810 w 96119"/>
                <a:gd name="connsiteY15" fmla="*/ 56965 h 101875"/>
                <a:gd name="connsiteX16" fmla="*/ 20776 w 96119"/>
                <a:gd name="connsiteY16" fmla="*/ 40423 h 101875"/>
                <a:gd name="connsiteX17" fmla="*/ 74793 w 96119"/>
                <a:gd name="connsiteY17" fmla="*/ 40423 h 101875"/>
                <a:gd name="connsiteX18" fmla="*/ 50253 w 96119"/>
                <a:gd name="connsiteY18" fmla="*/ 17857 h 101875"/>
                <a:gd name="connsiteX19" fmla="*/ 20776 w 96119"/>
                <a:gd name="connsiteY19" fmla="*/ 40423 h 10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6119" h="101875">
                  <a:moveTo>
                    <a:pt x="95810" y="56965"/>
                  </a:moveTo>
                  <a:lnTo>
                    <a:pt x="20362" y="56965"/>
                  </a:lnTo>
                  <a:cubicBezTo>
                    <a:pt x="21886" y="66442"/>
                    <a:pt x="25653" y="74318"/>
                    <a:pt x="34212" y="79118"/>
                  </a:cubicBezTo>
                  <a:cubicBezTo>
                    <a:pt x="38729" y="81545"/>
                    <a:pt x="43788" y="82786"/>
                    <a:pt x="48915" y="82727"/>
                  </a:cubicBezTo>
                  <a:cubicBezTo>
                    <a:pt x="57811" y="82850"/>
                    <a:pt x="66195" y="81075"/>
                    <a:pt x="73366" y="75426"/>
                  </a:cubicBezTo>
                  <a:cubicBezTo>
                    <a:pt x="75532" y="73550"/>
                    <a:pt x="77598" y="71563"/>
                    <a:pt x="79556" y="69472"/>
                  </a:cubicBezTo>
                  <a:lnTo>
                    <a:pt x="93354" y="82930"/>
                  </a:lnTo>
                  <a:cubicBezTo>
                    <a:pt x="90598" y="86246"/>
                    <a:pt x="87407" y="89175"/>
                    <a:pt x="83867" y="91638"/>
                  </a:cubicBezTo>
                  <a:cubicBezTo>
                    <a:pt x="72486" y="99593"/>
                    <a:pt x="59751" y="102519"/>
                    <a:pt x="46091" y="101759"/>
                  </a:cubicBezTo>
                  <a:cubicBezTo>
                    <a:pt x="35014" y="101373"/>
                    <a:pt x="24424" y="97111"/>
                    <a:pt x="16168" y="89716"/>
                  </a:cubicBezTo>
                  <a:cubicBezTo>
                    <a:pt x="6826" y="81316"/>
                    <a:pt x="1889" y="70591"/>
                    <a:pt x="506" y="58160"/>
                  </a:cubicBezTo>
                  <a:cubicBezTo>
                    <a:pt x="-933" y="47454"/>
                    <a:pt x="712" y="36560"/>
                    <a:pt x="5248" y="26756"/>
                  </a:cubicBezTo>
                  <a:cubicBezTo>
                    <a:pt x="12466" y="11681"/>
                    <a:pt x="24591" y="3239"/>
                    <a:pt x="40827" y="738"/>
                  </a:cubicBezTo>
                  <a:cubicBezTo>
                    <a:pt x="50850" y="-1030"/>
                    <a:pt x="61175" y="397"/>
                    <a:pt x="70343" y="4817"/>
                  </a:cubicBezTo>
                  <a:cubicBezTo>
                    <a:pt x="83187" y="11156"/>
                    <a:pt x="90642" y="21889"/>
                    <a:pt x="94209" y="35590"/>
                  </a:cubicBezTo>
                  <a:cubicBezTo>
                    <a:pt x="95990" y="42566"/>
                    <a:pt x="96532" y="49801"/>
                    <a:pt x="95810" y="56965"/>
                  </a:cubicBezTo>
                  <a:close/>
                  <a:moveTo>
                    <a:pt x="20776" y="40423"/>
                  </a:moveTo>
                  <a:lnTo>
                    <a:pt x="74793" y="40423"/>
                  </a:lnTo>
                  <a:cubicBezTo>
                    <a:pt x="73059" y="28002"/>
                    <a:pt x="62776" y="18546"/>
                    <a:pt x="50253" y="17857"/>
                  </a:cubicBezTo>
                  <a:cubicBezTo>
                    <a:pt x="34544" y="16956"/>
                    <a:pt x="23456" y="25443"/>
                    <a:pt x="20776" y="40423"/>
                  </a:cubicBezTo>
                  <a:close/>
                </a:path>
              </a:pathLst>
            </a:custGeom>
            <a:grpFill/>
            <a:ln w="264" cap="flat">
              <a:noFill/>
              <a:prstDash val="solid"/>
              <a:miter/>
            </a:ln>
          </p:spPr>
          <p:txBody>
            <a:bodyPr rtlCol="0" anchor="ctr"/>
            <a:lstStyle/>
            <a:p>
              <a:endParaRPr lang="en-US"/>
            </a:p>
          </p:txBody>
        </p:sp>
      </p:grpSp>
      <p:sp>
        <p:nvSpPr>
          <p:cNvPr id="12" name="Freeform: Shape 11">
            <a:extLst>
              <a:ext uri="{FF2B5EF4-FFF2-40B4-BE49-F238E27FC236}">
                <a16:creationId xmlns:a16="http://schemas.microsoft.com/office/drawing/2014/main" id="{7E9E5F7C-935D-44AE-B4D7-F96F0E923750}"/>
              </a:ext>
            </a:extLst>
          </p:cNvPr>
          <p:cNvSpPr/>
          <p:nvPr/>
        </p:nvSpPr>
        <p:spPr>
          <a:xfrm>
            <a:off x="9732645" y="4429125"/>
            <a:ext cx="1483339" cy="1469731"/>
          </a:xfrm>
          <a:custGeom>
            <a:avLst/>
            <a:gdLst>
              <a:gd name="connsiteX0" fmla="*/ -36 w 2171319"/>
              <a:gd name="connsiteY0" fmla="*/ 2151329 h 2151402"/>
              <a:gd name="connsiteX1" fmla="*/ 641949 w 2171319"/>
              <a:gd name="connsiteY1" fmla="*/ 1337313 h 2151402"/>
              <a:gd name="connsiteX2" fmla="*/ 1930063 w 2171319"/>
              <a:gd name="connsiteY2" fmla="*/ 226441 h 2151402"/>
              <a:gd name="connsiteX3" fmla="*/ 2171284 w 2171319"/>
              <a:gd name="connsiteY3" fmla="*/ -73 h 2151402"/>
              <a:gd name="connsiteX4" fmla="*/ 2171284 w 2171319"/>
              <a:gd name="connsiteY4" fmla="*/ 2151329 h 2151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319" h="2151402">
                <a:moveTo>
                  <a:pt x="-36" y="2151329"/>
                </a:moveTo>
                <a:cubicBezTo>
                  <a:pt x="32854" y="1733029"/>
                  <a:pt x="189636" y="1534661"/>
                  <a:pt x="641949" y="1337313"/>
                </a:cubicBezTo>
                <a:cubicBezTo>
                  <a:pt x="1197057" y="1092473"/>
                  <a:pt x="1570351" y="770746"/>
                  <a:pt x="1930063" y="226441"/>
                </a:cubicBezTo>
                <a:cubicBezTo>
                  <a:pt x="1991742" y="133189"/>
                  <a:pt x="2074341" y="55626"/>
                  <a:pt x="2171284" y="-73"/>
                </a:cubicBezTo>
                <a:lnTo>
                  <a:pt x="2171284" y="2151329"/>
                </a:lnTo>
                <a:close/>
              </a:path>
            </a:pathLst>
          </a:custGeom>
          <a:solidFill>
            <a:schemeClr val="accent2"/>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634EFC9-9435-416F-9F71-9ACD804CE676}"/>
              </a:ext>
            </a:extLst>
          </p:cNvPr>
          <p:cNvSpPr/>
          <p:nvPr userDrawn="1"/>
        </p:nvSpPr>
        <p:spPr>
          <a:xfrm>
            <a:off x="1837820" y="5558043"/>
            <a:ext cx="1472118" cy="745100"/>
          </a:xfrm>
          <a:custGeom>
            <a:avLst/>
            <a:gdLst>
              <a:gd name="connsiteX0" fmla="*/ 2605793 w 2605792"/>
              <a:gd name="connsiteY0" fmla="*/ 1318898 h 1318898"/>
              <a:gd name="connsiteX1" fmla="*/ 2234098 w 2605792"/>
              <a:gd name="connsiteY1" fmla="*/ 663483 h 1318898"/>
              <a:gd name="connsiteX2" fmla="*/ 1862404 w 2605792"/>
              <a:gd name="connsiteY2" fmla="*/ 8058 h 1318898"/>
              <a:gd name="connsiteX3" fmla="*/ 1480642 w 2605792"/>
              <a:gd name="connsiteY3" fmla="*/ 657663 h 1318898"/>
              <a:gd name="connsiteX4" fmla="*/ 1305497 w 2605792"/>
              <a:gd name="connsiteY4" fmla="*/ 955691 h 1318898"/>
              <a:gd name="connsiteX5" fmla="*/ 1135218 w 2605792"/>
              <a:gd name="connsiteY5" fmla="*/ 655416 h 1318898"/>
              <a:gd name="connsiteX6" fmla="*/ 763524 w 2605792"/>
              <a:gd name="connsiteY6" fmla="*/ 0 h 1318898"/>
              <a:gd name="connsiteX7" fmla="*/ 381762 w 2605792"/>
              <a:gd name="connsiteY7" fmla="*/ 649605 h 1318898"/>
              <a:gd name="connsiteX8" fmla="*/ 0 w 2605792"/>
              <a:gd name="connsiteY8" fmla="*/ 1299210 h 1318898"/>
              <a:gd name="connsiteX9" fmla="*/ 753456 w 2605792"/>
              <a:gd name="connsiteY9" fmla="*/ 1305020 h 1318898"/>
              <a:gd name="connsiteX10" fmla="*/ 1506912 w 2605792"/>
              <a:gd name="connsiteY10" fmla="*/ 1310840 h 1318898"/>
              <a:gd name="connsiteX11" fmla="*/ 1506674 w 2605792"/>
              <a:gd name="connsiteY11" fmla="*/ 1310412 h 1318898"/>
              <a:gd name="connsiteX12" fmla="*/ 1852336 w 2605792"/>
              <a:gd name="connsiteY12" fmla="*/ 1313088 h 1318898"/>
              <a:gd name="connsiteX13" fmla="*/ 2605793 w 2605792"/>
              <a:gd name="connsiteY13" fmla="*/ 1318898 h 131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05792" h="1318898">
                <a:moveTo>
                  <a:pt x="2605793" y="1318898"/>
                </a:moveTo>
                <a:lnTo>
                  <a:pt x="2234098" y="663483"/>
                </a:lnTo>
                <a:lnTo>
                  <a:pt x="1862404" y="8058"/>
                </a:lnTo>
                <a:lnTo>
                  <a:pt x="1480642" y="657663"/>
                </a:lnTo>
                <a:lnTo>
                  <a:pt x="1305497" y="955691"/>
                </a:lnTo>
                <a:lnTo>
                  <a:pt x="1135218" y="655416"/>
                </a:lnTo>
                <a:lnTo>
                  <a:pt x="763524" y="0"/>
                </a:lnTo>
                <a:lnTo>
                  <a:pt x="381762" y="649605"/>
                </a:lnTo>
                <a:lnTo>
                  <a:pt x="0" y="1299210"/>
                </a:lnTo>
                <a:lnTo>
                  <a:pt x="753456" y="1305020"/>
                </a:lnTo>
                <a:lnTo>
                  <a:pt x="1506912" y="1310840"/>
                </a:lnTo>
                <a:lnTo>
                  <a:pt x="1506674" y="1310412"/>
                </a:lnTo>
                <a:lnTo>
                  <a:pt x="1852336" y="1313088"/>
                </a:lnTo>
                <a:lnTo>
                  <a:pt x="2605793" y="1318898"/>
                </a:lnTo>
                <a:close/>
              </a:path>
            </a:pathLst>
          </a:custGeom>
          <a:solidFill>
            <a:schemeClr val="accent1"/>
          </a:solidFill>
          <a:ln w="9525" cap="flat">
            <a:noFill/>
            <a:prstDash val="solid"/>
            <a:miter/>
          </a:ln>
        </p:spPr>
        <p:txBody>
          <a:bodyPr rtlCol="0" anchor="ctr"/>
          <a:lstStyle/>
          <a:p>
            <a:endParaRPr lang="en-US"/>
          </a:p>
        </p:txBody>
      </p:sp>
      <p:sp>
        <p:nvSpPr>
          <p:cNvPr id="24" name="Text Placeholder 23">
            <a:extLst>
              <a:ext uri="{FF2B5EF4-FFF2-40B4-BE49-F238E27FC236}">
                <a16:creationId xmlns:a16="http://schemas.microsoft.com/office/drawing/2014/main" id="{AF8B88C5-A0B4-414C-9D05-FA001AC5BF1B}"/>
              </a:ext>
            </a:extLst>
          </p:cNvPr>
          <p:cNvSpPr>
            <a:spLocks noGrp="1"/>
          </p:cNvSpPr>
          <p:nvPr>
            <p:ph type="body" sz="quarter" idx="10"/>
          </p:nvPr>
        </p:nvSpPr>
        <p:spPr>
          <a:xfrm>
            <a:off x="839788" y="3843053"/>
            <a:ext cx="10512425" cy="586071"/>
          </a:xfrm>
        </p:spPr>
        <p:txBody>
          <a:bodyPr>
            <a:normAutofit/>
          </a:bodyPr>
          <a:lstStyle>
            <a:lvl1pPr marL="0" indent="0" algn="ctr">
              <a:buNone/>
              <a:defRPr sz="2000" b="0">
                <a:solidFill>
                  <a:schemeClr val="tx1"/>
                </a:solidFill>
                <a:latin typeface="Inter SemiBold" panose="020B0502030000000004" pitchFamily="34" charset="0"/>
                <a:ea typeface="Inter SemiBold" panose="020B0502030000000004" pitchFamily="34" charset="0"/>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388740288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Avslutning alternativ 2">
    <p:bg>
      <p:bgPr>
        <a:solidFill>
          <a:schemeClr val="tx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4F8F0A41-A289-44BD-93D7-44141F13C11D}"/>
              </a:ext>
            </a:extLst>
          </p:cNvPr>
          <p:cNvSpPr/>
          <p:nvPr/>
        </p:nvSpPr>
        <p:spPr>
          <a:xfrm>
            <a:off x="9389087" y="1437505"/>
            <a:ext cx="990782" cy="1981623"/>
          </a:xfrm>
          <a:custGeom>
            <a:avLst/>
            <a:gdLst>
              <a:gd name="connsiteX0" fmla="*/ 1123191 w 1123226"/>
              <a:gd name="connsiteY0" fmla="*/ -73 h 2246518"/>
              <a:gd name="connsiteX1" fmla="*/ 1123191 w 1123226"/>
              <a:gd name="connsiteY1" fmla="*/ 2246446 h 2246518"/>
              <a:gd name="connsiteX2" fmla="*/ -36 w 1123226"/>
              <a:gd name="connsiteY2" fmla="*/ 1123220 h 2246518"/>
              <a:gd name="connsiteX3" fmla="*/ 1123191 w 1123226"/>
              <a:gd name="connsiteY3" fmla="*/ -7 h 2246518"/>
            </a:gdLst>
            <a:ahLst/>
            <a:cxnLst>
              <a:cxn ang="0">
                <a:pos x="connsiteX0" y="connsiteY0"/>
              </a:cxn>
              <a:cxn ang="0">
                <a:pos x="connsiteX1" y="connsiteY1"/>
              </a:cxn>
              <a:cxn ang="0">
                <a:pos x="connsiteX2" y="connsiteY2"/>
              </a:cxn>
              <a:cxn ang="0">
                <a:pos x="connsiteX3" y="connsiteY3"/>
              </a:cxn>
            </a:cxnLst>
            <a:rect l="l" t="t" r="r" b="b"/>
            <a:pathLst>
              <a:path w="1123226" h="2246518">
                <a:moveTo>
                  <a:pt x="1123191" y="-73"/>
                </a:moveTo>
                <a:lnTo>
                  <a:pt x="1123191" y="2246446"/>
                </a:lnTo>
                <a:cubicBezTo>
                  <a:pt x="502850" y="2246446"/>
                  <a:pt x="-36" y="1743560"/>
                  <a:pt x="-36" y="1123220"/>
                </a:cubicBezTo>
                <a:cubicBezTo>
                  <a:pt x="-36" y="502879"/>
                  <a:pt x="502850" y="-7"/>
                  <a:pt x="1123191" y="-7"/>
                </a:cubicBezTo>
                <a:close/>
              </a:path>
            </a:pathLst>
          </a:custGeom>
          <a:solidFill>
            <a:schemeClr val="accent2"/>
          </a:solidFill>
          <a:ln w="7144" cap="flat">
            <a:noFill/>
            <a:prstDash val="solid"/>
            <a:miter/>
          </a:ln>
        </p:spPr>
        <p:txBody>
          <a:bodyPr rtlCol="0" anchor="ctr"/>
          <a:lstStyle/>
          <a:p>
            <a:endParaRPr lang="en-US"/>
          </a:p>
        </p:txBody>
      </p:sp>
      <p:grpSp>
        <p:nvGrpSpPr>
          <p:cNvPr id="15" name="Group 14">
            <a:extLst>
              <a:ext uri="{FF2B5EF4-FFF2-40B4-BE49-F238E27FC236}">
                <a16:creationId xmlns:a16="http://schemas.microsoft.com/office/drawing/2014/main" id="{3289A2E8-3D65-441A-A338-504F33981BA4}"/>
              </a:ext>
            </a:extLst>
          </p:cNvPr>
          <p:cNvGrpSpPr/>
          <p:nvPr userDrawn="1"/>
        </p:nvGrpSpPr>
        <p:grpSpPr>
          <a:xfrm rot="5400000">
            <a:off x="9296572" y="1548758"/>
            <a:ext cx="431536" cy="1735057"/>
            <a:chOff x="11870514" y="244569"/>
            <a:chExt cx="151518" cy="609202"/>
          </a:xfrm>
          <a:solidFill>
            <a:schemeClr val="bg1"/>
          </a:solidFill>
        </p:grpSpPr>
        <p:sp>
          <p:nvSpPr>
            <p:cNvPr id="16" name="Freeform: Shape 15">
              <a:extLst>
                <a:ext uri="{FF2B5EF4-FFF2-40B4-BE49-F238E27FC236}">
                  <a16:creationId xmlns:a16="http://schemas.microsoft.com/office/drawing/2014/main" id="{5402AC29-8A61-4CA4-8CB8-4BC3EC56A3B9}"/>
                </a:ext>
              </a:extLst>
            </p:cNvPr>
            <p:cNvSpPr/>
            <p:nvPr/>
          </p:nvSpPr>
          <p:spPr>
            <a:xfrm rot="16200000">
              <a:off x="11641672" y="473411"/>
              <a:ext cx="609202" cy="151518"/>
            </a:xfrm>
            <a:custGeom>
              <a:avLst/>
              <a:gdLst>
                <a:gd name="connsiteX0" fmla="*/ 413946 w 609202"/>
                <a:gd name="connsiteY0" fmla="*/ 49664 h 151518"/>
                <a:gd name="connsiteX1" fmla="*/ 384494 w 609202"/>
                <a:gd name="connsiteY1" fmla="*/ 125217 h 151518"/>
                <a:gd name="connsiteX2" fmla="*/ 354820 w 609202"/>
                <a:gd name="connsiteY2" fmla="*/ 49664 h 151518"/>
                <a:gd name="connsiteX3" fmla="*/ 331666 w 609202"/>
                <a:gd name="connsiteY3" fmla="*/ 49664 h 151518"/>
                <a:gd name="connsiteX4" fmla="*/ 372910 w 609202"/>
                <a:gd name="connsiteY4" fmla="*/ 147314 h 151518"/>
                <a:gd name="connsiteX5" fmla="*/ 393955 w 609202"/>
                <a:gd name="connsiteY5" fmla="*/ 147314 h 151518"/>
                <a:gd name="connsiteX6" fmla="*/ 435214 w 609202"/>
                <a:gd name="connsiteY6" fmla="*/ 49665 h 151518"/>
                <a:gd name="connsiteX7" fmla="*/ 297359 w 609202"/>
                <a:gd name="connsiteY7" fmla="*/ 49664 h 151518"/>
                <a:gd name="connsiteX8" fmla="*/ 297359 w 609202"/>
                <a:gd name="connsiteY8" fmla="*/ 101215 h 151518"/>
                <a:gd name="connsiteX9" fmla="*/ 272528 w 609202"/>
                <a:gd name="connsiteY9" fmla="*/ 130474 h 151518"/>
                <a:gd name="connsiteX10" fmla="*/ 247695 w 609202"/>
                <a:gd name="connsiteY10" fmla="*/ 101215 h 151518"/>
                <a:gd name="connsiteX11" fmla="*/ 247695 w 609202"/>
                <a:gd name="connsiteY11" fmla="*/ 49664 h 151518"/>
                <a:gd name="connsiteX12" fmla="*/ 227067 w 609202"/>
                <a:gd name="connsiteY12" fmla="*/ 49664 h 151518"/>
                <a:gd name="connsiteX13" fmla="*/ 227067 w 609202"/>
                <a:gd name="connsiteY13" fmla="*/ 102060 h 151518"/>
                <a:gd name="connsiteX14" fmla="*/ 272528 w 609202"/>
                <a:gd name="connsiteY14" fmla="*/ 149408 h 151518"/>
                <a:gd name="connsiteX15" fmla="*/ 317989 w 609202"/>
                <a:gd name="connsiteY15" fmla="*/ 102060 h 151518"/>
                <a:gd name="connsiteX16" fmla="*/ 317989 w 609202"/>
                <a:gd name="connsiteY16" fmla="*/ 49664 h 151518"/>
                <a:gd name="connsiteX17" fmla="*/ 162877 w 609202"/>
                <a:gd name="connsiteY17" fmla="*/ 47347 h 151518"/>
                <a:gd name="connsiteX18" fmla="*/ 140599 w 609202"/>
                <a:gd name="connsiteY18" fmla="*/ 52442 h 151518"/>
                <a:gd name="connsiteX19" fmla="*/ 112797 w 609202"/>
                <a:gd name="connsiteY19" fmla="*/ 97428 h 151518"/>
                <a:gd name="connsiteX20" fmla="*/ 156150 w 609202"/>
                <a:gd name="connsiteY20" fmla="*/ 151519 h 151518"/>
                <a:gd name="connsiteX21" fmla="*/ 168567 w 609202"/>
                <a:gd name="connsiteY21" fmla="*/ 144568 h 151518"/>
                <a:gd name="connsiteX22" fmla="*/ 197603 w 609202"/>
                <a:gd name="connsiteY22" fmla="*/ 119528 h 151518"/>
                <a:gd name="connsiteX23" fmla="*/ 212335 w 609202"/>
                <a:gd name="connsiteY23" fmla="*/ 96596 h 151518"/>
                <a:gd name="connsiteX24" fmla="*/ 162879 w 609202"/>
                <a:gd name="connsiteY24" fmla="*/ 47348 h 151518"/>
                <a:gd name="connsiteX25" fmla="*/ 184768 w 609202"/>
                <a:gd name="connsiteY25" fmla="*/ 112799 h 151518"/>
                <a:gd name="connsiteX26" fmla="*/ 168567 w 609202"/>
                <a:gd name="connsiteY26" fmla="*/ 129419 h 151518"/>
                <a:gd name="connsiteX27" fmla="*/ 161200 w 609202"/>
                <a:gd name="connsiteY27" fmla="*/ 133844 h 151518"/>
                <a:gd name="connsiteX28" fmla="*/ 132373 w 609202"/>
                <a:gd name="connsiteY28" fmla="*/ 100591 h 151518"/>
                <a:gd name="connsiteX29" fmla="*/ 162671 w 609202"/>
                <a:gd name="connsiteY29" fmla="*/ 70070 h 151518"/>
                <a:gd name="connsiteX30" fmla="*/ 192557 w 609202"/>
                <a:gd name="connsiteY30" fmla="*/ 100182 h 151518"/>
                <a:gd name="connsiteX31" fmla="*/ 192557 w 609202"/>
                <a:gd name="connsiteY31" fmla="*/ 100182 h 151518"/>
                <a:gd name="connsiteX32" fmla="*/ 192553 w 609202"/>
                <a:gd name="connsiteY32" fmla="*/ 100589 h 151518"/>
                <a:gd name="connsiteX33" fmla="*/ 184772 w 609202"/>
                <a:gd name="connsiteY33" fmla="*/ 112797 h 151518"/>
                <a:gd name="connsiteX34" fmla="*/ 51342 w 609202"/>
                <a:gd name="connsiteY34" fmla="*/ 47347 h 151518"/>
                <a:gd name="connsiteX35" fmla="*/ 20198 w 609202"/>
                <a:gd name="connsiteY35" fmla="*/ 59555 h 151518"/>
                <a:gd name="connsiteX36" fmla="*/ 19991 w 609202"/>
                <a:gd name="connsiteY36" fmla="*/ 0 h 151518"/>
                <a:gd name="connsiteX37" fmla="*/ 0 w 609202"/>
                <a:gd name="connsiteY37" fmla="*/ 0 h 151518"/>
                <a:gd name="connsiteX38" fmla="*/ 0 w 609202"/>
                <a:gd name="connsiteY38" fmla="*/ 147315 h 151518"/>
                <a:gd name="connsiteX39" fmla="*/ 20630 w 609202"/>
                <a:gd name="connsiteY39" fmla="*/ 147315 h 151518"/>
                <a:gd name="connsiteX40" fmla="*/ 20630 w 609202"/>
                <a:gd name="connsiteY40" fmla="*/ 137422 h 151518"/>
                <a:gd name="connsiteX41" fmla="*/ 51344 w 609202"/>
                <a:gd name="connsiteY41" fmla="*/ 149200 h 151518"/>
                <a:gd name="connsiteX42" fmla="*/ 100175 w 609202"/>
                <a:gd name="connsiteY42" fmla="*/ 98273 h 151518"/>
                <a:gd name="connsiteX43" fmla="*/ 51342 w 609202"/>
                <a:gd name="connsiteY43" fmla="*/ 47347 h 151518"/>
                <a:gd name="connsiteX44" fmla="*/ 49664 w 609202"/>
                <a:gd name="connsiteY44" fmla="*/ 130266 h 151518"/>
                <a:gd name="connsiteX45" fmla="*/ 20198 w 609202"/>
                <a:gd name="connsiteY45" fmla="*/ 98275 h 151518"/>
                <a:gd name="connsiteX46" fmla="*/ 49664 w 609202"/>
                <a:gd name="connsiteY46" fmla="*/ 66284 h 151518"/>
                <a:gd name="connsiteX47" fmla="*/ 79131 w 609202"/>
                <a:gd name="connsiteY47" fmla="*/ 98276 h 151518"/>
                <a:gd name="connsiteX48" fmla="*/ 49662 w 609202"/>
                <a:gd name="connsiteY48" fmla="*/ 130264 h 151518"/>
                <a:gd name="connsiteX49" fmla="*/ 609203 w 609202"/>
                <a:gd name="connsiteY49" fmla="*/ 49664 h 151518"/>
                <a:gd name="connsiteX50" fmla="*/ 579321 w 609202"/>
                <a:gd name="connsiteY50" fmla="*/ 49664 h 151518"/>
                <a:gd name="connsiteX51" fmla="*/ 579099 w 609202"/>
                <a:gd name="connsiteY51" fmla="*/ 0 h 151518"/>
                <a:gd name="connsiteX52" fmla="*/ 559107 w 609202"/>
                <a:gd name="connsiteY52" fmla="*/ 0 h 151518"/>
                <a:gd name="connsiteX53" fmla="*/ 559107 w 609202"/>
                <a:gd name="connsiteY53" fmla="*/ 49664 h 151518"/>
                <a:gd name="connsiteX54" fmla="*/ 545369 w 609202"/>
                <a:gd name="connsiteY54" fmla="*/ 49664 h 151518"/>
                <a:gd name="connsiteX55" fmla="*/ 545369 w 609202"/>
                <a:gd name="connsiteY55" fmla="*/ 67545 h 151518"/>
                <a:gd name="connsiteX56" fmla="*/ 559107 w 609202"/>
                <a:gd name="connsiteY56" fmla="*/ 67545 h 151518"/>
                <a:gd name="connsiteX57" fmla="*/ 559107 w 609202"/>
                <a:gd name="connsiteY57" fmla="*/ 147314 h 151518"/>
                <a:gd name="connsiteX58" fmla="*/ 579529 w 609202"/>
                <a:gd name="connsiteY58" fmla="*/ 147314 h 151518"/>
                <a:gd name="connsiteX59" fmla="*/ 579321 w 609202"/>
                <a:gd name="connsiteY59" fmla="*/ 67545 h 151518"/>
                <a:gd name="connsiteX60" fmla="*/ 609203 w 609202"/>
                <a:gd name="connsiteY60" fmla="*/ 67545 h 15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9202" h="151518">
                  <a:moveTo>
                    <a:pt x="413946" y="49664"/>
                  </a:moveTo>
                  <a:lnTo>
                    <a:pt x="384494" y="125217"/>
                  </a:lnTo>
                  <a:lnTo>
                    <a:pt x="354820" y="49664"/>
                  </a:lnTo>
                  <a:lnTo>
                    <a:pt x="331666" y="49664"/>
                  </a:lnTo>
                  <a:lnTo>
                    <a:pt x="372910" y="147314"/>
                  </a:lnTo>
                  <a:lnTo>
                    <a:pt x="393955" y="147314"/>
                  </a:lnTo>
                  <a:lnTo>
                    <a:pt x="435214" y="49665"/>
                  </a:lnTo>
                  <a:close/>
                  <a:moveTo>
                    <a:pt x="297359" y="49664"/>
                  </a:moveTo>
                  <a:lnTo>
                    <a:pt x="297359" y="101215"/>
                  </a:lnTo>
                  <a:cubicBezTo>
                    <a:pt x="297359" y="119735"/>
                    <a:pt x="288314" y="130474"/>
                    <a:pt x="272528" y="130474"/>
                  </a:cubicBezTo>
                  <a:cubicBezTo>
                    <a:pt x="256742" y="130474"/>
                    <a:pt x="247695" y="119735"/>
                    <a:pt x="247695" y="101215"/>
                  </a:cubicBezTo>
                  <a:lnTo>
                    <a:pt x="247695" y="49664"/>
                  </a:lnTo>
                  <a:lnTo>
                    <a:pt x="227067" y="49664"/>
                  </a:lnTo>
                  <a:lnTo>
                    <a:pt x="227067" y="102060"/>
                  </a:lnTo>
                  <a:cubicBezTo>
                    <a:pt x="227067" y="131111"/>
                    <a:pt x="244533" y="149408"/>
                    <a:pt x="272528" y="149408"/>
                  </a:cubicBezTo>
                  <a:cubicBezTo>
                    <a:pt x="300523" y="149408"/>
                    <a:pt x="317989" y="131111"/>
                    <a:pt x="317989" y="102060"/>
                  </a:cubicBezTo>
                  <a:lnTo>
                    <a:pt x="317989" y="49664"/>
                  </a:lnTo>
                  <a:close/>
                  <a:moveTo>
                    <a:pt x="162877" y="47347"/>
                  </a:moveTo>
                  <a:cubicBezTo>
                    <a:pt x="155160" y="47330"/>
                    <a:pt x="147541" y="49072"/>
                    <a:pt x="140599" y="52442"/>
                  </a:cubicBezTo>
                  <a:cubicBezTo>
                    <a:pt x="123437" y="60827"/>
                    <a:pt x="112621" y="78328"/>
                    <a:pt x="112797" y="97428"/>
                  </a:cubicBezTo>
                  <a:cubicBezTo>
                    <a:pt x="112797" y="122482"/>
                    <a:pt x="136159" y="151519"/>
                    <a:pt x="156150" y="151519"/>
                  </a:cubicBezTo>
                  <a:cubicBezTo>
                    <a:pt x="161205" y="151479"/>
                    <a:pt x="165890" y="148857"/>
                    <a:pt x="168567" y="144568"/>
                  </a:cubicBezTo>
                  <a:cubicBezTo>
                    <a:pt x="176781" y="132150"/>
                    <a:pt x="185200" y="125009"/>
                    <a:pt x="197603" y="119528"/>
                  </a:cubicBezTo>
                  <a:cubicBezTo>
                    <a:pt x="209187" y="114478"/>
                    <a:pt x="212335" y="109428"/>
                    <a:pt x="212335" y="96596"/>
                  </a:cubicBezTo>
                  <a:cubicBezTo>
                    <a:pt x="212335" y="68809"/>
                    <a:pt x="190667" y="47348"/>
                    <a:pt x="162879" y="47348"/>
                  </a:cubicBezTo>
                  <a:close/>
                  <a:moveTo>
                    <a:pt x="184768" y="112799"/>
                  </a:moveTo>
                  <a:cubicBezTo>
                    <a:pt x="176348" y="118057"/>
                    <a:pt x="171938" y="122483"/>
                    <a:pt x="168567" y="129419"/>
                  </a:cubicBezTo>
                  <a:cubicBezTo>
                    <a:pt x="167173" y="132194"/>
                    <a:pt x="164305" y="133917"/>
                    <a:pt x="161200" y="133844"/>
                  </a:cubicBezTo>
                  <a:cubicBezTo>
                    <a:pt x="147729" y="133844"/>
                    <a:pt x="132373" y="116156"/>
                    <a:pt x="132373" y="100591"/>
                  </a:cubicBezTo>
                  <a:cubicBezTo>
                    <a:pt x="132373" y="83125"/>
                    <a:pt x="145204" y="70070"/>
                    <a:pt x="162671" y="70070"/>
                  </a:cubicBezTo>
                  <a:cubicBezTo>
                    <a:pt x="179239" y="70133"/>
                    <a:pt x="192619" y="83614"/>
                    <a:pt x="192557" y="100182"/>
                  </a:cubicBezTo>
                  <a:lnTo>
                    <a:pt x="192557" y="100182"/>
                  </a:lnTo>
                  <a:cubicBezTo>
                    <a:pt x="192556" y="100317"/>
                    <a:pt x="192554" y="100452"/>
                    <a:pt x="192553" y="100589"/>
                  </a:cubicBezTo>
                  <a:cubicBezTo>
                    <a:pt x="192553" y="106053"/>
                    <a:pt x="190667" y="109217"/>
                    <a:pt x="184772" y="112797"/>
                  </a:cubicBezTo>
                  <a:close/>
                  <a:moveTo>
                    <a:pt x="51342" y="47347"/>
                  </a:moveTo>
                  <a:cubicBezTo>
                    <a:pt x="39770" y="47223"/>
                    <a:pt x="28603" y="51600"/>
                    <a:pt x="20198" y="59555"/>
                  </a:cubicBezTo>
                  <a:lnTo>
                    <a:pt x="19991" y="0"/>
                  </a:lnTo>
                  <a:lnTo>
                    <a:pt x="0" y="0"/>
                  </a:lnTo>
                  <a:lnTo>
                    <a:pt x="0" y="147315"/>
                  </a:lnTo>
                  <a:lnTo>
                    <a:pt x="20630" y="147315"/>
                  </a:lnTo>
                  <a:lnTo>
                    <a:pt x="20630" y="137422"/>
                  </a:lnTo>
                  <a:cubicBezTo>
                    <a:pt x="29061" y="145007"/>
                    <a:pt x="40002" y="149203"/>
                    <a:pt x="51344" y="149200"/>
                  </a:cubicBezTo>
                  <a:cubicBezTo>
                    <a:pt x="79130" y="149200"/>
                    <a:pt x="100175" y="127100"/>
                    <a:pt x="100175" y="98273"/>
                  </a:cubicBezTo>
                  <a:cubicBezTo>
                    <a:pt x="100175" y="69445"/>
                    <a:pt x="79130" y="47347"/>
                    <a:pt x="51342" y="47347"/>
                  </a:cubicBezTo>
                  <a:close/>
                  <a:moveTo>
                    <a:pt x="49664" y="130266"/>
                  </a:moveTo>
                  <a:cubicBezTo>
                    <a:pt x="32822" y="130266"/>
                    <a:pt x="20198" y="116587"/>
                    <a:pt x="20198" y="98275"/>
                  </a:cubicBezTo>
                  <a:cubicBezTo>
                    <a:pt x="20198" y="79962"/>
                    <a:pt x="32822" y="66284"/>
                    <a:pt x="49664" y="66284"/>
                  </a:cubicBezTo>
                  <a:cubicBezTo>
                    <a:pt x="66505" y="66284"/>
                    <a:pt x="79131" y="79962"/>
                    <a:pt x="79131" y="98276"/>
                  </a:cubicBezTo>
                  <a:cubicBezTo>
                    <a:pt x="79131" y="116590"/>
                    <a:pt x="66505" y="130264"/>
                    <a:pt x="49662" y="130264"/>
                  </a:cubicBezTo>
                  <a:close/>
                  <a:moveTo>
                    <a:pt x="609203" y="49664"/>
                  </a:moveTo>
                  <a:lnTo>
                    <a:pt x="579321" y="49664"/>
                  </a:lnTo>
                  <a:lnTo>
                    <a:pt x="579099" y="0"/>
                  </a:lnTo>
                  <a:lnTo>
                    <a:pt x="559107" y="0"/>
                  </a:lnTo>
                  <a:lnTo>
                    <a:pt x="559107" y="49664"/>
                  </a:lnTo>
                  <a:lnTo>
                    <a:pt x="545369" y="49664"/>
                  </a:lnTo>
                  <a:lnTo>
                    <a:pt x="545369" y="67545"/>
                  </a:lnTo>
                  <a:lnTo>
                    <a:pt x="559107" y="67545"/>
                  </a:lnTo>
                  <a:lnTo>
                    <a:pt x="559107" y="147314"/>
                  </a:lnTo>
                  <a:lnTo>
                    <a:pt x="579529" y="147314"/>
                  </a:lnTo>
                  <a:lnTo>
                    <a:pt x="579321" y="67545"/>
                  </a:lnTo>
                  <a:lnTo>
                    <a:pt x="609203" y="67545"/>
                  </a:lnTo>
                  <a:close/>
                </a:path>
              </a:pathLst>
            </a:custGeom>
            <a:grpFill/>
            <a:ln w="26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CE4A25F-66AD-4588-A78A-F5842EE74531}"/>
                </a:ext>
              </a:extLst>
            </p:cNvPr>
            <p:cNvSpPr/>
            <p:nvPr/>
          </p:nvSpPr>
          <p:spPr>
            <a:xfrm rot="16200000">
              <a:off x="11921301" y="313678"/>
              <a:ext cx="96119" cy="101875"/>
            </a:xfrm>
            <a:custGeom>
              <a:avLst/>
              <a:gdLst>
                <a:gd name="connsiteX0" fmla="*/ 95810 w 96119"/>
                <a:gd name="connsiteY0" fmla="*/ 56965 h 101875"/>
                <a:gd name="connsiteX1" fmla="*/ 20362 w 96119"/>
                <a:gd name="connsiteY1" fmla="*/ 56965 h 101875"/>
                <a:gd name="connsiteX2" fmla="*/ 34212 w 96119"/>
                <a:gd name="connsiteY2" fmla="*/ 79118 h 101875"/>
                <a:gd name="connsiteX3" fmla="*/ 48915 w 96119"/>
                <a:gd name="connsiteY3" fmla="*/ 82727 h 101875"/>
                <a:gd name="connsiteX4" fmla="*/ 73366 w 96119"/>
                <a:gd name="connsiteY4" fmla="*/ 75426 h 101875"/>
                <a:gd name="connsiteX5" fmla="*/ 79556 w 96119"/>
                <a:gd name="connsiteY5" fmla="*/ 69472 h 101875"/>
                <a:gd name="connsiteX6" fmla="*/ 93354 w 96119"/>
                <a:gd name="connsiteY6" fmla="*/ 82930 h 101875"/>
                <a:gd name="connsiteX7" fmla="*/ 83867 w 96119"/>
                <a:gd name="connsiteY7" fmla="*/ 91638 h 101875"/>
                <a:gd name="connsiteX8" fmla="*/ 46091 w 96119"/>
                <a:gd name="connsiteY8" fmla="*/ 101759 h 101875"/>
                <a:gd name="connsiteX9" fmla="*/ 16168 w 96119"/>
                <a:gd name="connsiteY9" fmla="*/ 89716 h 101875"/>
                <a:gd name="connsiteX10" fmla="*/ 506 w 96119"/>
                <a:gd name="connsiteY10" fmla="*/ 58160 h 101875"/>
                <a:gd name="connsiteX11" fmla="*/ 5248 w 96119"/>
                <a:gd name="connsiteY11" fmla="*/ 26756 h 101875"/>
                <a:gd name="connsiteX12" fmla="*/ 40827 w 96119"/>
                <a:gd name="connsiteY12" fmla="*/ 738 h 101875"/>
                <a:gd name="connsiteX13" fmla="*/ 70343 w 96119"/>
                <a:gd name="connsiteY13" fmla="*/ 4817 h 101875"/>
                <a:gd name="connsiteX14" fmla="*/ 94209 w 96119"/>
                <a:gd name="connsiteY14" fmla="*/ 35590 h 101875"/>
                <a:gd name="connsiteX15" fmla="*/ 95810 w 96119"/>
                <a:gd name="connsiteY15" fmla="*/ 56965 h 101875"/>
                <a:gd name="connsiteX16" fmla="*/ 20776 w 96119"/>
                <a:gd name="connsiteY16" fmla="*/ 40423 h 101875"/>
                <a:gd name="connsiteX17" fmla="*/ 74793 w 96119"/>
                <a:gd name="connsiteY17" fmla="*/ 40423 h 101875"/>
                <a:gd name="connsiteX18" fmla="*/ 50253 w 96119"/>
                <a:gd name="connsiteY18" fmla="*/ 17857 h 101875"/>
                <a:gd name="connsiteX19" fmla="*/ 20776 w 96119"/>
                <a:gd name="connsiteY19" fmla="*/ 40423 h 10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6119" h="101875">
                  <a:moveTo>
                    <a:pt x="95810" y="56965"/>
                  </a:moveTo>
                  <a:lnTo>
                    <a:pt x="20362" y="56965"/>
                  </a:lnTo>
                  <a:cubicBezTo>
                    <a:pt x="21886" y="66442"/>
                    <a:pt x="25653" y="74318"/>
                    <a:pt x="34212" y="79118"/>
                  </a:cubicBezTo>
                  <a:cubicBezTo>
                    <a:pt x="38729" y="81545"/>
                    <a:pt x="43788" y="82786"/>
                    <a:pt x="48915" y="82727"/>
                  </a:cubicBezTo>
                  <a:cubicBezTo>
                    <a:pt x="57811" y="82850"/>
                    <a:pt x="66195" y="81075"/>
                    <a:pt x="73366" y="75426"/>
                  </a:cubicBezTo>
                  <a:cubicBezTo>
                    <a:pt x="75532" y="73550"/>
                    <a:pt x="77598" y="71563"/>
                    <a:pt x="79556" y="69472"/>
                  </a:cubicBezTo>
                  <a:lnTo>
                    <a:pt x="93354" y="82930"/>
                  </a:lnTo>
                  <a:cubicBezTo>
                    <a:pt x="90598" y="86246"/>
                    <a:pt x="87407" y="89175"/>
                    <a:pt x="83867" y="91638"/>
                  </a:cubicBezTo>
                  <a:cubicBezTo>
                    <a:pt x="72486" y="99593"/>
                    <a:pt x="59751" y="102519"/>
                    <a:pt x="46091" y="101759"/>
                  </a:cubicBezTo>
                  <a:cubicBezTo>
                    <a:pt x="35014" y="101373"/>
                    <a:pt x="24424" y="97111"/>
                    <a:pt x="16168" y="89716"/>
                  </a:cubicBezTo>
                  <a:cubicBezTo>
                    <a:pt x="6826" y="81316"/>
                    <a:pt x="1889" y="70591"/>
                    <a:pt x="506" y="58160"/>
                  </a:cubicBezTo>
                  <a:cubicBezTo>
                    <a:pt x="-933" y="47454"/>
                    <a:pt x="712" y="36560"/>
                    <a:pt x="5248" y="26756"/>
                  </a:cubicBezTo>
                  <a:cubicBezTo>
                    <a:pt x="12466" y="11681"/>
                    <a:pt x="24591" y="3239"/>
                    <a:pt x="40827" y="738"/>
                  </a:cubicBezTo>
                  <a:cubicBezTo>
                    <a:pt x="50850" y="-1030"/>
                    <a:pt x="61175" y="397"/>
                    <a:pt x="70343" y="4817"/>
                  </a:cubicBezTo>
                  <a:cubicBezTo>
                    <a:pt x="83187" y="11156"/>
                    <a:pt x="90642" y="21889"/>
                    <a:pt x="94209" y="35590"/>
                  </a:cubicBezTo>
                  <a:cubicBezTo>
                    <a:pt x="95990" y="42566"/>
                    <a:pt x="96532" y="49801"/>
                    <a:pt x="95810" y="56965"/>
                  </a:cubicBezTo>
                  <a:close/>
                  <a:moveTo>
                    <a:pt x="20776" y="40423"/>
                  </a:moveTo>
                  <a:lnTo>
                    <a:pt x="74793" y="40423"/>
                  </a:lnTo>
                  <a:cubicBezTo>
                    <a:pt x="73059" y="28002"/>
                    <a:pt x="62776" y="18546"/>
                    <a:pt x="50253" y="17857"/>
                  </a:cubicBezTo>
                  <a:cubicBezTo>
                    <a:pt x="34544" y="16956"/>
                    <a:pt x="23456" y="25443"/>
                    <a:pt x="20776" y="40423"/>
                  </a:cubicBezTo>
                  <a:close/>
                </a:path>
              </a:pathLst>
            </a:custGeom>
            <a:grpFill/>
            <a:ln w="264" cap="flat">
              <a:noFill/>
              <a:prstDash val="solid"/>
              <a:miter/>
            </a:ln>
          </p:spPr>
          <p:txBody>
            <a:bodyPr rtlCol="0" anchor="ctr"/>
            <a:lstStyle/>
            <a:p>
              <a:endParaRPr lang="en-US"/>
            </a:p>
          </p:txBody>
        </p:sp>
      </p:grpSp>
      <p:sp>
        <p:nvSpPr>
          <p:cNvPr id="12" name="Freeform: Shape 11">
            <a:extLst>
              <a:ext uri="{FF2B5EF4-FFF2-40B4-BE49-F238E27FC236}">
                <a16:creationId xmlns:a16="http://schemas.microsoft.com/office/drawing/2014/main" id="{7E9E5F7C-935D-44AE-B4D7-F96F0E923750}"/>
              </a:ext>
            </a:extLst>
          </p:cNvPr>
          <p:cNvSpPr/>
          <p:nvPr/>
        </p:nvSpPr>
        <p:spPr>
          <a:xfrm>
            <a:off x="9732645" y="4429125"/>
            <a:ext cx="1483339" cy="1469731"/>
          </a:xfrm>
          <a:custGeom>
            <a:avLst/>
            <a:gdLst>
              <a:gd name="connsiteX0" fmla="*/ -36 w 2171319"/>
              <a:gd name="connsiteY0" fmla="*/ 2151329 h 2151402"/>
              <a:gd name="connsiteX1" fmla="*/ 641949 w 2171319"/>
              <a:gd name="connsiteY1" fmla="*/ 1337313 h 2151402"/>
              <a:gd name="connsiteX2" fmla="*/ 1930063 w 2171319"/>
              <a:gd name="connsiteY2" fmla="*/ 226441 h 2151402"/>
              <a:gd name="connsiteX3" fmla="*/ 2171284 w 2171319"/>
              <a:gd name="connsiteY3" fmla="*/ -73 h 2151402"/>
              <a:gd name="connsiteX4" fmla="*/ 2171284 w 2171319"/>
              <a:gd name="connsiteY4" fmla="*/ 2151329 h 2151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319" h="2151402">
                <a:moveTo>
                  <a:pt x="-36" y="2151329"/>
                </a:moveTo>
                <a:cubicBezTo>
                  <a:pt x="32854" y="1733029"/>
                  <a:pt x="189636" y="1534661"/>
                  <a:pt x="641949" y="1337313"/>
                </a:cubicBezTo>
                <a:cubicBezTo>
                  <a:pt x="1197057" y="1092473"/>
                  <a:pt x="1570351" y="770746"/>
                  <a:pt x="1930063" y="226441"/>
                </a:cubicBezTo>
                <a:cubicBezTo>
                  <a:pt x="1991742" y="133189"/>
                  <a:pt x="2074341" y="55626"/>
                  <a:pt x="2171284" y="-73"/>
                </a:cubicBezTo>
                <a:lnTo>
                  <a:pt x="2171284" y="2151329"/>
                </a:lnTo>
                <a:close/>
              </a:path>
            </a:pathLst>
          </a:custGeom>
          <a:solidFill>
            <a:schemeClr val="accent3"/>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634EFC9-9435-416F-9F71-9ACD804CE676}"/>
              </a:ext>
            </a:extLst>
          </p:cNvPr>
          <p:cNvSpPr/>
          <p:nvPr userDrawn="1"/>
        </p:nvSpPr>
        <p:spPr>
          <a:xfrm>
            <a:off x="1837820" y="5558043"/>
            <a:ext cx="1472118" cy="745100"/>
          </a:xfrm>
          <a:custGeom>
            <a:avLst/>
            <a:gdLst>
              <a:gd name="connsiteX0" fmla="*/ 2605793 w 2605792"/>
              <a:gd name="connsiteY0" fmla="*/ 1318898 h 1318898"/>
              <a:gd name="connsiteX1" fmla="*/ 2234098 w 2605792"/>
              <a:gd name="connsiteY1" fmla="*/ 663483 h 1318898"/>
              <a:gd name="connsiteX2" fmla="*/ 1862404 w 2605792"/>
              <a:gd name="connsiteY2" fmla="*/ 8058 h 1318898"/>
              <a:gd name="connsiteX3" fmla="*/ 1480642 w 2605792"/>
              <a:gd name="connsiteY3" fmla="*/ 657663 h 1318898"/>
              <a:gd name="connsiteX4" fmla="*/ 1305497 w 2605792"/>
              <a:gd name="connsiteY4" fmla="*/ 955691 h 1318898"/>
              <a:gd name="connsiteX5" fmla="*/ 1135218 w 2605792"/>
              <a:gd name="connsiteY5" fmla="*/ 655416 h 1318898"/>
              <a:gd name="connsiteX6" fmla="*/ 763524 w 2605792"/>
              <a:gd name="connsiteY6" fmla="*/ 0 h 1318898"/>
              <a:gd name="connsiteX7" fmla="*/ 381762 w 2605792"/>
              <a:gd name="connsiteY7" fmla="*/ 649605 h 1318898"/>
              <a:gd name="connsiteX8" fmla="*/ 0 w 2605792"/>
              <a:gd name="connsiteY8" fmla="*/ 1299210 h 1318898"/>
              <a:gd name="connsiteX9" fmla="*/ 753456 w 2605792"/>
              <a:gd name="connsiteY9" fmla="*/ 1305020 h 1318898"/>
              <a:gd name="connsiteX10" fmla="*/ 1506912 w 2605792"/>
              <a:gd name="connsiteY10" fmla="*/ 1310840 h 1318898"/>
              <a:gd name="connsiteX11" fmla="*/ 1506674 w 2605792"/>
              <a:gd name="connsiteY11" fmla="*/ 1310412 h 1318898"/>
              <a:gd name="connsiteX12" fmla="*/ 1852336 w 2605792"/>
              <a:gd name="connsiteY12" fmla="*/ 1313088 h 1318898"/>
              <a:gd name="connsiteX13" fmla="*/ 2605793 w 2605792"/>
              <a:gd name="connsiteY13" fmla="*/ 1318898 h 131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05792" h="1318898">
                <a:moveTo>
                  <a:pt x="2605793" y="1318898"/>
                </a:moveTo>
                <a:lnTo>
                  <a:pt x="2234098" y="663483"/>
                </a:lnTo>
                <a:lnTo>
                  <a:pt x="1862404" y="8058"/>
                </a:lnTo>
                <a:lnTo>
                  <a:pt x="1480642" y="657663"/>
                </a:lnTo>
                <a:lnTo>
                  <a:pt x="1305497" y="955691"/>
                </a:lnTo>
                <a:lnTo>
                  <a:pt x="1135218" y="655416"/>
                </a:lnTo>
                <a:lnTo>
                  <a:pt x="763524" y="0"/>
                </a:lnTo>
                <a:lnTo>
                  <a:pt x="381762" y="649605"/>
                </a:lnTo>
                <a:lnTo>
                  <a:pt x="0" y="1299210"/>
                </a:lnTo>
                <a:lnTo>
                  <a:pt x="753456" y="1305020"/>
                </a:lnTo>
                <a:lnTo>
                  <a:pt x="1506912" y="1310840"/>
                </a:lnTo>
                <a:lnTo>
                  <a:pt x="1506674" y="1310412"/>
                </a:lnTo>
                <a:lnTo>
                  <a:pt x="1852336" y="1313088"/>
                </a:lnTo>
                <a:lnTo>
                  <a:pt x="2605793" y="1318898"/>
                </a:lnTo>
                <a:close/>
              </a:path>
            </a:pathLst>
          </a:custGeom>
          <a:solidFill>
            <a:schemeClr val="accent1"/>
          </a:solidFill>
          <a:ln w="9525" cap="flat">
            <a:noFill/>
            <a:prstDash val="solid"/>
            <a:miter/>
          </a:ln>
        </p:spPr>
        <p:txBody>
          <a:bodyPr rtlCol="0" anchor="ctr"/>
          <a:lstStyle/>
          <a:p>
            <a:endParaRPr lang="en-US"/>
          </a:p>
        </p:txBody>
      </p:sp>
      <p:sp>
        <p:nvSpPr>
          <p:cNvPr id="24" name="Text Placeholder 23">
            <a:extLst>
              <a:ext uri="{FF2B5EF4-FFF2-40B4-BE49-F238E27FC236}">
                <a16:creationId xmlns:a16="http://schemas.microsoft.com/office/drawing/2014/main" id="{AF8B88C5-A0B4-414C-9D05-FA001AC5BF1B}"/>
              </a:ext>
            </a:extLst>
          </p:cNvPr>
          <p:cNvSpPr>
            <a:spLocks noGrp="1"/>
          </p:cNvSpPr>
          <p:nvPr>
            <p:ph type="body" sz="quarter" idx="10"/>
          </p:nvPr>
        </p:nvSpPr>
        <p:spPr>
          <a:xfrm>
            <a:off x="839788" y="3843053"/>
            <a:ext cx="10512425" cy="586071"/>
          </a:xfrm>
        </p:spPr>
        <p:txBody>
          <a:bodyPr>
            <a:normAutofit/>
          </a:bodyPr>
          <a:lstStyle>
            <a:lvl1pPr marL="0" indent="0" algn="ctr">
              <a:buNone/>
              <a:defRPr sz="2000" b="0">
                <a:solidFill>
                  <a:schemeClr val="bg2"/>
                </a:solidFill>
                <a:latin typeface="Inter SemiBold" panose="020B0502030000000004" pitchFamily="34" charset="0"/>
                <a:ea typeface="Inter SemiBold" panose="020B0502030000000004" pitchFamily="34" charset="0"/>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593083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Forside alternativ 1">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2889BDD-A5DA-449C-9F32-411F60AB59E7}"/>
              </a:ext>
            </a:extLst>
          </p:cNvPr>
          <p:cNvSpPr/>
          <p:nvPr userDrawn="1"/>
        </p:nvSpPr>
        <p:spPr>
          <a:xfrm>
            <a:off x="6614160" y="0"/>
            <a:ext cx="557784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en-US" sz="1600">
              <a:solidFill>
                <a:schemeClr val="tx1"/>
              </a:solidFill>
            </a:endParaRPr>
          </a:p>
        </p:txBody>
      </p:sp>
      <p:sp>
        <p:nvSpPr>
          <p:cNvPr id="22" name="Rectangle 21">
            <a:extLst>
              <a:ext uri="{FF2B5EF4-FFF2-40B4-BE49-F238E27FC236}">
                <a16:creationId xmlns:a16="http://schemas.microsoft.com/office/drawing/2014/main" id="{0F1DB9A8-CFC3-43D6-97EF-9821CEC4EB86}"/>
              </a:ext>
            </a:extLst>
          </p:cNvPr>
          <p:cNvSpPr/>
          <p:nvPr userDrawn="1"/>
        </p:nvSpPr>
        <p:spPr>
          <a:xfrm>
            <a:off x="7394606" y="2098115"/>
            <a:ext cx="3504111" cy="149134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endParaRPr lang="en-US" sz="1600">
              <a:solidFill>
                <a:schemeClr val="tx1"/>
              </a:solidFill>
            </a:endParaRPr>
          </a:p>
        </p:txBody>
      </p:sp>
      <p:sp>
        <p:nvSpPr>
          <p:cNvPr id="2" name="Title 1">
            <a:extLst>
              <a:ext uri="{FF2B5EF4-FFF2-40B4-BE49-F238E27FC236}">
                <a16:creationId xmlns:a16="http://schemas.microsoft.com/office/drawing/2014/main" id="{F54A5564-B0D4-4D90-A4B6-A0C3339E8668}"/>
              </a:ext>
            </a:extLst>
          </p:cNvPr>
          <p:cNvSpPr>
            <a:spLocks noGrp="1"/>
          </p:cNvSpPr>
          <p:nvPr>
            <p:ph type="title"/>
          </p:nvPr>
        </p:nvSpPr>
        <p:spPr>
          <a:xfrm>
            <a:off x="839788" y="2097088"/>
            <a:ext cx="4932362" cy="1735772"/>
          </a:xfrm>
        </p:spPr>
        <p:txBody>
          <a:bodyPr anchor="t"/>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grpSp>
        <p:nvGrpSpPr>
          <p:cNvPr id="15" name="Group 14">
            <a:extLst>
              <a:ext uri="{FF2B5EF4-FFF2-40B4-BE49-F238E27FC236}">
                <a16:creationId xmlns:a16="http://schemas.microsoft.com/office/drawing/2014/main" id="{3289A2E8-3D65-441A-A338-504F33981BA4}"/>
              </a:ext>
            </a:extLst>
          </p:cNvPr>
          <p:cNvGrpSpPr/>
          <p:nvPr userDrawn="1"/>
        </p:nvGrpSpPr>
        <p:grpSpPr>
          <a:xfrm rot="5400000">
            <a:off x="8863209" y="1651018"/>
            <a:ext cx="580592" cy="2334362"/>
            <a:chOff x="11870514" y="244569"/>
            <a:chExt cx="151518" cy="609202"/>
          </a:xfrm>
        </p:grpSpPr>
        <p:sp>
          <p:nvSpPr>
            <p:cNvPr id="16" name="Freeform: Shape 15">
              <a:extLst>
                <a:ext uri="{FF2B5EF4-FFF2-40B4-BE49-F238E27FC236}">
                  <a16:creationId xmlns:a16="http://schemas.microsoft.com/office/drawing/2014/main" id="{5402AC29-8A61-4CA4-8CB8-4BC3EC56A3B9}"/>
                </a:ext>
              </a:extLst>
            </p:cNvPr>
            <p:cNvSpPr/>
            <p:nvPr/>
          </p:nvSpPr>
          <p:spPr>
            <a:xfrm rot="16200000">
              <a:off x="11641672" y="473411"/>
              <a:ext cx="609202" cy="151518"/>
            </a:xfrm>
            <a:custGeom>
              <a:avLst/>
              <a:gdLst>
                <a:gd name="connsiteX0" fmla="*/ 413946 w 609202"/>
                <a:gd name="connsiteY0" fmla="*/ 49664 h 151518"/>
                <a:gd name="connsiteX1" fmla="*/ 384494 w 609202"/>
                <a:gd name="connsiteY1" fmla="*/ 125217 h 151518"/>
                <a:gd name="connsiteX2" fmla="*/ 354820 w 609202"/>
                <a:gd name="connsiteY2" fmla="*/ 49664 h 151518"/>
                <a:gd name="connsiteX3" fmla="*/ 331666 w 609202"/>
                <a:gd name="connsiteY3" fmla="*/ 49664 h 151518"/>
                <a:gd name="connsiteX4" fmla="*/ 372910 w 609202"/>
                <a:gd name="connsiteY4" fmla="*/ 147314 h 151518"/>
                <a:gd name="connsiteX5" fmla="*/ 393955 w 609202"/>
                <a:gd name="connsiteY5" fmla="*/ 147314 h 151518"/>
                <a:gd name="connsiteX6" fmla="*/ 435214 w 609202"/>
                <a:gd name="connsiteY6" fmla="*/ 49665 h 151518"/>
                <a:gd name="connsiteX7" fmla="*/ 297359 w 609202"/>
                <a:gd name="connsiteY7" fmla="*/ 49664 h 151518"/>
                <a:gd name="connsiteX8" fmla="*/ 297359 w 609202"/>
                <a:gd name="connsiteY8" fmla="*/ 101215 h 151518"/>
                <a:gd name="connsiteX9" fmla="*/ 272528 w 609202"/>
                <a:gd name="connsiteY9" fmla="*/ 130474 h 151518"/>
                <a:gd name="connsiteX10" fmla="*/ 247695 w 609202"/>
                <a:gd name="connsiteY10" fmla="*/ 101215 h 151518"/>
                <a:gd name="connsiteX11" fmla="*/ 247695 w 609202"/>
                <a:gd name="connsiteY11" fmla="*/ 49664 h 151518"/>
                <a:gd name="connsiteX12" fmla="*/ 227067 w 609202"/>
                <a:gd name="connsiteY12" fmla="*/ 49664 h 151518"/>
                <a:gd name="connsiteX13" fmla="*/ 227067 w 609202"/>
                <a:gd name="connsiteY13" fmla="*/ 102060 h 151518"/>
                <a:gd name="connsiteX14" fmla="*/ 272528 w 609202"/>
                <a:gd name="connsiteY14" fmla="*/ 149408 h 151518"/>
                <a:gd name="connsiteX15" fmla="*/ 317989 w 609202"/>
                <a:gd name="connsiteY15" fmla="*/ 102060 h 151518"/>
                <a:gd name="connsiteX16" fmla="*/ 317989 w 609202"/>
                <a:gd name="connsiteY16" fmla="*/ 49664 h 151518"/>
                <a:gd name="connsiteX17" fmla="*/ 162877 w 609202"/>
                <a:gd name="connsiteY17" fmla="*/ 47347 h 151518"/>
                <a:gd name="connsiteX18" fmla="*/ 140599 w 609202"/>
                <a:gd name="connsiteY18" fmla="*/ 52442 h 151518"/>
                <a:gd name="connsiteX19" fmla="*/ 112797 w 609202"/>
                <a:gd name="connsiteY19" fmla="*/ 97428 h 151518"/>
                <a:gd name="connsiteX20" fmla="*/ 156150 w 609202"/>
                <a:gd name="connsiteY20" fmla="*/ 151519 h 151518"/>
                <a:gd name="connsiteX21" fmla="*/ 168567 w 609202"/>
                <a:gd name="connsiteY21" fmla="*/ 144568 h 151518"/>
                <a:gd name="connsiteX22" fmla="*/ 197603 w 609202"/>
                <a:gd name="connsiteY22" fmla="*/ 119528 h 151518"/>
                <a:gd name="connsiteX23" fmla="*/ 212335 w 609202"/>
                <a:gd name="connsiteY23" fmla="*/ 96596 h 151518"/>
                <a:gd name="connsiteX24" fmla="*/ 162879 w 609202"/>
                <a:gd name="connsiteY24" fmla="*/ 47348 h 151518"/>
                <a:gd name="connsiteX25" fmla="*/ 184768 w 609202"/>
                <a:gd name="connsiteY25" fmla="*/ 112799 h 151518"/>
                <a:gd name="connsiteX26" fmla="*/ 168567 w 609202"/>
                <a:gd name="connsiteY26" fmla="*/ 129419 h 151518"/>
                <a:gd name="connsiteX27" fmla="*/ 161200 w 609202"/>
                <a:gd name="connsiteY27" fmla="*/ 133844 h 151518"/>
                <a:gd name="connsiteX28" fmla="*/ 132373 w 609202"/>
                <a:gd name="connsiteY28" fmla="*/ 100591 h 151518"/>
                <a:gd name="connsiteX29" fmla="*/ 162671 w 609202"/>
                <a:gd name="connsiteY29" fmla="*/ 70070 h 151518"/>
                <a:gd name="connsiteX30" fmla="*/ 192557 w 609202"/>
                <a:gd name="connsiteY30" fmla="*/ 100182 h 151518"/>
                <a:gd name="connsiteX31" fmla="*/ 192557 w 609202"/>
                <a:gd name="connsiteY31" fmla="*/ 100182 h 151518"/>
                <a:gd name="connsiteX32" fmla="*/ 192553 w 609202"/>
                <a:gd name="connsiteY32" fmla="*/ 100589 h 151518"/>
                <a:gd name="connsiteX33" fmla="*/ 184772 w 609202"/>
                <a:gd name="connsiteY33" fmla="*/ 112797 h 151518"/>
                <a:gd name="connsiteX34" fmla="*/ 51342 w 609202"/>
                <a:gd name="connsiteY34" fmla="*/ 47347 h 151518"/>
                <a:gd name="connsiteX35" fmla="*/ 20198 w 609202"/>
                <a:gd name="connsiteY35" fmla="*/ 59555 h 151518"/>
                <a:gd name="connsiteX36" fmla="*/ 19991 w 609202"/>
                <a:gd name="connsiteY36" fmla="*/ 0 h 151518"/>
                <a:gd name="connsiteX37" fmla="*/ 0 w 609202"/>
                <a:gd name="connsiteY37" fmla="*/ 0 h 151518"/>
                <a:gd name="connsiteX38" fmla="*/ 0 w 609202"/>
                <a:gd name="connsiteY38" fmla="*/ 147315 h 151518"/>
                <a:gd name="connsiteX39" fmla="*/ 20630 w 609202"/>
                <a:gd name="connsiteY39" fmla="*/ 147315 h 151518"/>
                <a:gd name="connsiteX40" fmla="*/ 20630 w 609202"/>
                <a:gd name="connsiteY40" fmla="*/ 137422 h 151518"/>
                <a:gd name="connsiteX41" fmla="*/ 51344 w 609202"/>
                <a:gd name="connsiteY41" fmla="*/ 149200 h 151518"/>
                <a:gd name="connsiteX42" fmla="*/ 100175 w 609202"/>
                <a:gd name="connsiteY42" fmla="*/ 98273 h 151518"/>
                <a:gd name="connsiteX43" fmla="*/ 51342 w 609202"/>
                <a:gd name="connsiteY43" fmla="*/ 47347 h 151518"/>
                <a:gd name="connsiteX44" fmla="*/ 49664 w 609202"/>
                <a:gd name="connsiteY44" fmla="*/ 130266 h 151518"/>
                <a:gd name="connsiteX45" fmla="*/ 20198 w 609202"/>
                <a:gd name="connsiteY45" fmla="*/ 98275 h 151518"/>
                <a:gd name="connsiteX46" fmla="*/ 49664 w 609202"/>
                <a:gd name="connsiteY46" fmla="*/ 66284 h 151518"/>
                <a:gd name="connsiteX47" fmla="*/ 79131 w 609202"/>
                <a:gd name="connsiteY47" fmla="*/ 98276 h 151518"/>
                <a:gd name="connsiteX48" fmla="*/ 49662 w 609202"/>
                <a:gd name="connsiteY48" fmla="*/ 130264 h 151518"/>
                <a:gd name="connsiteX49" fmla="*/ 609203 w 609202"/>
                <a:gd name="connsiteY49" fmla="*/ 49664 h 151518"/>
                <a:gd name="connsiteX50" fmla="*/ 579321 w 609202"/>
                <a:gd name="connsiteY50" fmla="*/ 49664 h 151518"/>
                <a:gd name="connsiteX51" fmla="*/ 579099 w 609202"/>
                <a:gd name="connsiteY51" fmla="*/ 0 h 151518"/>
                <a:gd name="connsiteX52" fmla="*/ 559107 w 609202"/>
                <a:gd name="connsiteY52" fmla="*/ 0 h 151518"/>
                <a:gd name="connsiteX53" fmla="*/ 559107 w 609202"/>
                <a:gd name="connsiteY53" fmla="*/ 49664 h 151518"/>
                <a:gd name="connsiteX54" fmla="*/ 545369 w 609202"/>
                <a:gd name="connsiteY54" fmla="*/ 49664 h 151518"/>
                <a:gd name="connsiteX55" fmla="*/ 545369 w 609202"/>
                <a:gd name="connsiteY55" fmla="*/ 67545 h 151518"/>
                <a:gd name="connsiteX56" fmla="*/ 559107 w 609202"/>
                <a:gd name="connsiteY56" fmla="*/ 67545 h 151518"/>
                <a:gd name="connsiteX57" fmla="*/ 559107 w 609202"/>
                <a:gd name="connsiteY57" fmla="*/ 147314 h 151518"/>
                <a:gd name="connsiteX58" fmla="*/ 579529 w 609202"/>
                <a:gd name="connsiteY58" fmla="*/ 147314 h 151518"/>
                <a:gd name="connsiteX59" fmla="*/ 579321 w 609202"/>
                <a:gd name="connsiteY59" fmla="*/ 67545 h 151518"/>
                <a:gd name="connsiteX60" fmla="*/ 609203 w 609202"/>
                <a:gd name="connsiteY60" fmla="*/ 67545 h 15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9202" h="151518">
                  <a:moveTo>
                    <a:pt x="413946" y="49664"/>
                  </a:moveTo>
                  <a:lnTo>
                    <a:pt x="384494" y="125217"/>
                  </a:lnTo>
                  <a:lnTo>
                    <a:pt x="354820" y="49664"/>
                  </a:lnTo>
                  <a:lnTo>
                    <a:pt x="331666" y="49664"/>
                  </a:lnTo>
                  <a:lnTo>
                    <a:pt x="372910" y="147314"/>
                  </a:lnTo>
                  <a:lnTo>
                    <a:pt x="393955" y="147314"/>
                  </a:lnTo>
                  <a:lnTo>
                    <a:pt x="435214" y="49665"/>
                  </a:lnTo>
                  <a:close/>
                  <a:moveTo>
                    <a:pt x="297359" y="49664"/>
                  </a:moveTo>
                  <a:lnTo>
                    <a:pt x="297359" y="101215"/>
                  </a:lnTo>
                  <a:cubicBezTo>
                    <a:pt x="297359" y="119735"/>
                    <a:pt x="288314" y="130474"/>
                    <a:pt x="272528" y="130474"/>
                  </a:cubicBezTo>
                  <a:cubicBezTo>
                    <a:pt x="256742" y="130474"/>
                    <a:pt x="247695" y="119735"/>
                    <a:pt x="247695" y="101215"/>
                  </a:cubicBezTo>
                  <a:lnTo>
                    <a:pt x="247695" y="49664"/>
                  </a:lnTo>
                  <a:lnTo>
                    <a:pt x="227067" y="49664"/>
                  </a:lnTo>
                  <a:lnTo>
                    <a:pt x="227067" y="102060"/>
                  </a:lnTo>
                  <a:cubicBezTo>
                    <a:pt x="227067" y="131111"/>
                    <a:pt x="244533" y="149408"/>
                    <a:pt x="272528" y="149408"/>
                  </a:cubicBezTo>
                  <a:cubicBezTo>
                    <a:pt x="300523" y="149408"/>
                    <a:pt x="317989" y="131111"/>
                    <a:pt x="317989" y="102060"/>
                  </a:cubicBezTo>
                  <a:lnTo>
                    <a:pt x="317989" y="49664"/>
                  </a:lnTo>
                  <a:close/>
                  <a:moveTo>
                    <a:pt x="162877" y="47347"/>
                  </a:moveTo>
                  <a:cubicBezTo>
                    <a:pt x="155160" y="47330"/>
                    <a:pt x="147541" y="49072"/>
                    <a:pt x="140599" y="52442"/>
                  </a:cubicBezTo>
                  <a:cubicBezTo>
                    <a:pt x="123437" y="60827"/>
                    <a:pt x="112621" y="78328"/>
                    <a:pt x="112797" y="97428"/>
                  </a:cubicBezTo>
                  <a:cubicBezTo>
                    <a:pt x="112797" y="122482"/>
                    <a:pt x="136159" y="151519"/>
                    <a:pt x="156150" y="151519"/>
                  </a:cubicBezTo>
                  <a:cubicBezTo>
                    <a:pt x="161205" y="151479"/>
                    <a:pt x="165890" y="148857"/>
                    <a:pt x="168567" y="144568"/>
                  </a:cubicBezTo>
                  <a:cubicBezTo>
                    <a:pt x="176781" y="132150"/>
                    <a:pt x="185200" y="125009"/>
                    <a:pt x="197603" y="119528"/>
                  </a:cubicBezTo>
                  <a:cubicBezTo>
                    <a:pt x="209187" y="114478"/>
                    <a:pt x="212335" y="109428"/>
                    <a:pt x="212335" y="96596"/>
                  </a:cubicBezTo>
                  <a:cubicBezTo>
                    <a:pt x="212335" y="68809"/>
                    <a:pt x="190667" y="47348"/>
                    <a:pt x="162879" y="47348"/>
                  </a:cubicBezTo>
                  <a:close/>
                  <a:moveTo>
                    <a:pt x="184768" y="112799"/>
                  </a:moveTo>
                  <a:cubicBezTo>
                    <a:pt x="176348" y="118057"/>
                    <a:pt x="171938" y="122483"/>
                    <a:pt x="168567" y="129419"/>
                  </a:cubicBezTo>
                  <a:cubicBezTo>
                    <a:pt x="167173" y="132194"/>
                    <a:pt x="164305" y="133917"/>
                    <a:pt x="161200" y="133844"/>
                  </a:cubicBezTo>
                  <a:cubicBezTo>
                    <a:pt x="147729" y="133844"/>
                    <a:pt x="132373" y="116156"/>
                    <a:pt x="132373" y="100591"/>
                  </a:cubicBezTo>
                  <a:cubicBezTo>
                    <a:pt x="132373" y="83125"/>
                    <a:pt x="145204" y="70070"/>
                    <a:pt x="162671" y="70070"/>
                  </a:cubicBezTo>
                  <a:cubicBezTo>
                    <a:pt x="179239" y="70133"/>
                    <a:pt x="192619" y="83614"/>
                    <a:pt x="192557" y="100182"/>
                  </a:cubicBezTo>
                  <a:lnTo>
                    <a:pt x="192557" y="100182"/>
                  </a:lnTo>
                  <a:cubicBezTo>
                    <a:pt x="192556" y="100317"/>
                    <a:pt x="192554" y="100452"/>
                    <a:pt x="192553" y="100589"/>
                  </a:cubicBezTo>
                  <a:cubicBezTo>
                    <a:pt x="192553" y="106053"/>
                    <a:pt x="190667" y="109217"/>
                    <a:pt x="184772" y="112797"/>
                  </a:cubicBezTo>
                  <a:close/>
                  <a:moveTo>
                    <a:pt x="51342" y="47347"/>
                  </a:moveTo>
                  <a:cubicBezTo>
                    <a:pt x="39770" y="47223"/>
                    <a:pt x="28603" y="51600"/>
                    <a:pt x="20198" y="59555"/>
                  </a:cubicBezTo>
                  <a:lnTo>
                    <a:pt x="19991" y="0"/>
                  </a:lnTo>
                  <a:lnTo>
                    <a:pt x="0" y="0"/>
                  </a:lnTo>
                  <a:lnTo>
                    <a:pt x="0" y="147315"/>
                  </a:lnTo>
                  <a:lnTo>
                    <a:pt x="20630" y="147315"/>
                  </a:lnTo>
                  <a:lnTo>
                    <a:pt x="20630" y="137422"/>
                  </a:lnTo>
                  <a:cubicBezTo>
                    <a:pt x="29061" y="145007"/>
                    <a:pt x="40002" y="149203"/>
                    <a:pt x="51344" y="149200"/>
                  </a:cubicBezTo>
                  <a:cubicBezTo>
                    <a:pt x="79130" y="149200"/>
                    <a:pt x="100175" y="127100"/>
                    <a:pt x="100175" y="98273"/>
                  </a:cubicBezTo>
                  <a:cubicBezTo>
                    <a:pt x="100175" y="69445"/>
                    <a:pt x="79130" y="47347"/>
                    <a:pt x="51342" y="47347"/>
                  </a:cubicBezTo>
                  <a:close/>
                  <a:moveTo>
                    <a:pt x="49664" y="130266"/>
                  </a:moveTo>
                  <a:cubicBezTo>
                    <a:pt x="32822" y="130266"/>
                    <a:pt x="20198" y="116587"/>
                    <a:pt x="20198" y="98275"/>
                  </a:cubicBezTo>
                  <a:cubicBezTo>
                    <a:pt x="20198" y="79962"/>
                    <a:pt x="32822" y="66284"/>
                    <a:pt x="49664" y="66284"/>
                  </a:cubicBezTo>
                  <a:cubicBezTo>
                    <a:pt x="66505" y="66284"/>
                    <a:pt x="79131" y="79962"/>
                    <a:pt x="79131" y="98276"/>
                  </a:cubicBezTo>
                  <a:cubicBezTo>
                    <a:pt x="79131" y="116590"/>
                    <a:pt x="66505" y="130264"/>
                    <a:pt x="49662" y="130264"/>
                  </a:cubicBezTo>
                  <a:close/>
                  <a:moveTo>
                    <a:pt x="609203" y="49664"/>
                  </a:moveTo>
                  <a:lnTo>
                    <a:pt x="579321" y="49664"/>
                  </a:lnTo>
                  <a:lnTo>
                    <a:pt x="579099" y="0"/>
                  </a:lnTo>
                  <a:lnTo>
                    <a:pt x="559107" y="0"/>
                  </a:lnTo>
                  <a:lnTo>
                    <a:pt x="559107" y="49664"/>
                  </a:lnTo>
                  <a:lnTo>
                    <a:pt x="545369" y="49664"/>
                  </a:lnTo>
                  <a:lnTo>
                    <a:pt x="545369" y="67545"/>
                  </a:lnTo>
                  <a:lnTo>
                    <a:pt x="559107" y="67545"/>
                  </a:lnTo>
                  <a:lnTo>
                    <a:pt x="559107" y="147314"/>
                  </a:lnTo>
                  <a:lnTo>
                    <a:pt x="579529" y="147314"/>
                  </a:lnTo>
                  <a:lnTo>
                    <a:pt x="579321" y="67545"/>
                  </a:lnTo>
                  <a:lnTo>
                    <a:pt x="609203" y="67545"/>
                  </a:lnTo>
                  <a:close/>
                </a:path>
              </a:pathLst>
            </a:custGeom>
            <a:solidFill>
              <a:schemeClr val="tx2"/>
            </a:solidFill>
            <a:ln w="26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CE4A25F-66AD-4588-A78A-F5842EE74531}"/>
                </a:ext>
              </a:extLst>
            </p:cNvPr>
            <p:cNvSpPr/>
            <p:nvPr/>
          </p:nvSpPr>
          <p:spPr>
            <a:xfrm rot="16200000">
              <a:off x="11921301" y="313678"/>
              <a:ext cx="96119" cy="101875"/>
            </a:xfrm>
            <a:custGeom>
              <a:avLst/>
              <a:gdLst>
                <a:gd name="connsiteX0" fmla="*/ 95810 w 96119"/>
                <a:gd name="connsiteY0" fmla="*/ 56965 h 101875"/>
                <a:gd name="connsiteX1" fmla="*/ 20362 w 96119"/>
                <a:gd name="connsiteY1" fmla="*/ 56965 h 101875"/>
                <a:gd name="connsiteX2" fmla="*/ 34212 w 96119"/>
                <a:gd name="connsiteY2" fmla="*/ 79118 h 101875"/>
                <a:gd name="connsiteX3" fmla="*/ 48915 w 96119"/>
                <a:gd name="connsiteY3" fmla="*/ 82727 h 101875"/>
                <a:gd name="connsiteX4" fmla="*/ 73366 w 96119"/>
                <a:gd name="connsiteY4" fmla="*/ 75426 h 101875"/>
                <a:gd name="connsiteX5" fmla="*/ 79556 w 96119"/>
                <a:gd name="connsiteY5" fmla="*/ 69472 h 101875"/>
                <a:gd name="connsiteX6" fmla="*/ 93354 w 96119"/>
                <a:gd name="connsiteY6" fmla="*/ 82930 h 101875"/>
                <a:gd name="connsiteX7" fmla="*/ 83867 w 96119"/>
                <a:gd name="connsiteY7" fmla="*/ 91638 h 101875"/>
                <a:gd name="connsiteX8" fmla="*/ 46091 w 96119"/>
                <a:gd name="connsiteY8" fmla="*/ 101759 h 101875"/>
                <a:gd name="connsiteX9" fmla="*/ 16168 w 96119"/>
                <a:gd name="connsiteY9" fmla="*/ 89716 h 101875"/>
                <a:gd name="connsiteX10" fmla="*/ 506 w 96119"/>
                <a:gd name="connsiteY10" fmla="*/ 58160 h 101875"/>
                <a:gd name="connsiteX11" fmla="*/ 5248 w 96119"/>
                <a:gd name="connsiteY11" fmla="*/ 26756 h 101875"/>
                <a:gd name="connsiteX12" fmla="*/ 40827 w 96119"/>
                <a:gd name="connsiteY12" fmla="*/ 738 h 101875"/>
                <a:gd name="connsiteX13" fmla="*/ 70343 w 96119"/>
                <a:gd name="connsiteY13" fmla="*/ 4817 h 101875"/>
                <a:gd name="connsiteX14" fmla="*/ 94209 w 96119"/>
                <a:gd name="connsiteY14" fmla="*/ 35590 h 101875"/>
                <a:gd name="connsiteX15" fmla="*/ 95810 w 96119"/>
                <a:gd name="connsiteY15" fmla="*/ 56965 h 101875"/>
                <a:gd name="connsiteX16" fmla="*/ 20776 w 96119"/>
                <a:gd name="connsiteY16" fmla="*/ 40423 h 101875"/>
                <a:gd name="connsiteX17" fmla="*/ 74793 w 96119"/>
                <a:gd name="connsiteY17" fmla="*/ 40423 h 101875"/>
                <a:gd name="connsiteX18" fmla="*/ 50253 w 96119"/>
                <a:gd name="connsiteY18" fmla="*/ 17857 h 101875"/>
                <a:gd name="connsiteX19" fmla="*/ 20776 w 96119"/>
                <a:gd name="connsiteY19" fmla="*/ 40423 h 10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6119" h="101875">
                  <a:moveTo>
                    <a:pt x="95810" y="56965"/>
                  </a:moveTo>
                  <a:lnTo>
                    <a:pt x="20362" y="56965"/>
                  </a:lnTo>
                  <a:cubicBezTo>
                    <a:pt x="21886" y="66442"/>
                    <a:pt x="25653" y="74318"/>
                    <a:pt x="34212" y="79118"/>
                  </a:cubicBezTo>
                  <a:cubicBezTo>
                    <a:pt x="38729" y="81545"/>
                    <a:pt x="43788" y="82786"/>
                    <a:pt x="48915" y="82727"/>
                  </a:cubicBezTo>
                  <a:cubicBezTo>
                    <a:pt x="57811" y="82850"/>
                    <a:pt x="66195" y="81075"/>
                    <a:pt x="73366" y="75426"/>
                  </a:cubicBezTo>
                  <a:cubicBezTo>
                    <a:pt x="75532" y="73550"/>
                    <a:pt x="77598" y="71563"/>
                    <a:pt x="79556" y="69472"/>
                  </a:cubicBezTo>
                  <a:lnTo>
                    <a:pt x="93354" y="82930"/>
                  </a:lnTo>
                  <a:cubicBezTo>
                    <a:pt x="90598" y="86246"/>
                    <a:pt x="87407" y="89175"/>
                    <a:pt x="83867" y="91638"/>
                  </a:cubicBezTo>
                  <a:cubicBezTo>
                    <a:pt x="72486" y="99593"/>
                    <a:pt x="59751" y="102519"/>
                    <a:pt x="46091" y="101759"/>
                  </a:cubicBezTo>
                  <a:cubicBezTo>
                    <a:pt x="35014" y="101373"/>
                    <a:pt x="24424" y="97111"/>
                    <a:pt x="16168" y="89716"/>
                  </a:cubicBezTo>
                  <a:cubicBezTo>
                    <a:pt x="6826" y="81316"/>
                    <a:pt x="1889" y="70591"/>
                    <a:pt x="506" y="58160"/>
                  </a:cubicBezTo>
                  <a:cubicBezTo>
                    <a:pt x="-933" y="47454"/>
                    <a:pt x="712" y="36560"/>
                    <a:pt x="5248" y="26756"/>
                  </a:cubicBezTo>
                  <a:cubicBezTo>
                    <a:pt x="12466" y="11681"/>
                    <a:pt x="24591" y="3239"/>
                    <a:pt x="40827" y="738"/>
                  </a:cubicBezTo>
                  <a:cubicBezTo>
                    <a:pt x="50850" y="-1030"/>
                    <a:pt x="61175" y="397"/>
                    <a:pt x="70343" y="4817"/>
                  </a:cubicBezTo>
                  <a:cubicBezTo>
                    <a:pt x="83187" y="11156"/>
                    <a:pt x="90642" y="21889"/>
                    <a:pt x="94209" y="35590"/>
                  </a:cubicBezTo>
                  <a:cubicBezTo>
                    <a:pt x="95990" y="42566"/>
                    <a:pt x="96532" y="49801"/>
                    <a:pt x="95810" y="56965"/>
                  </a:cubicBezTo>
                  <a:close/>
                  <a:moveTo>
                    <a:pt x="20776" y="40423"/>
                  </a:moveTo>
                  <a:lnTo>
                    <a:pt x="74793" y="40423"/>
                  </a:lnTo>
                  <a:cubicBezTo>
                    <a:pt x="73059" y="28002"/>
                    <a:pt x="62776" y="18546"/>
                    <a:pt x="50253" y="17857"/>
                  </a:cubicBezTo>
                  <a:cubicBezTo>
                    <a:pt x="34544" y="16956"/>
                    <a:pt x="23456" y="25443"/>
                    <a:pt x="20776" y="40423"/>
                  </a:cubicBezTo>
                  <a:close/>
                </a:path>
              </a:pathLst>
            </a:custGeom>
            <a:solidFill>
              <a:schemeClr val="tx2"/>
            </a:solidFill>
            <a:ln w="264" cap="flat">
              <a:noFill/>
              <a:prstDash val="solid"/>
              <a:miter/>
            </a:ln>
          </p:spPr>
          <p:txBody>
            <a:bodyPr rtlCol="0" anchor="ctr"/>
            <a:lstStyle/>
            <a:p>
              <a:endParaRPr lang="en-US"/>
            </a:p>
          </p:txBody>
        </p:sp>
      </p:grpSp>
      <p:sp>
        <p:nvSpPr>
          <p:cNvPr id="19" name="Freeform: Shape 18">
            <a:extLst>
              <a:ext uri="{FF2B5EF4-FFF2-40B4-BE49-F238E27FC236}">
                <a16:creationId xmlns:a16="http://schemas.microsoft.com/office/drawing/2014/main" id="{E925D05D-BADA-4CE4-87CE-12CFA0CDE945}"/>
              </a:ext>
            </a:extLst>
          </p:cNvPr>
          <p:cNvSpPr/>
          <p:nvPr userDrawn="1"/>
        </p:nvSpPr>
        <p:spPr>
          <a:xfrm>
            <a:off x="9431648" y="435724"/>
            <a:ext cx="1226389" cy="1226389"/>
          </a:xfrm>
          <a:custGeom>
            <a:avLst/>
            <a:gdLst>
              <a:gd name="connsiteX0" fmla="*/ 2139813 w 2139848"/>
              <a:gd name="connsiteY0" fmla="*/ 1069841 h 2139848"/>
              <a:gd name="connsiteX1" fmla="*/ 1069898 w 2139848"/>
              <a:gd name="connsiteY1" fmla="*/ 2139775 h 2139848"/>
              <a:gd name="connsiteX2" fmla="*/ -36 w 2139848"/>
              <a:gd name="connsiteY2" fmla="*/ 1069860 h 2139848"/>
              <a:gd name="connsiteX3" fmla="*/ 1069879 w 2139848"/>
              <a:gd name="connsiteY3" fmla="*/ -73 h 2139848"/>
              <a:gd name="connsiteX4" fmla="*/ 1069898 w 2139848"/>
              <a:gd name="connsiteY4" fmla="*/ -73 h 2139848"/>
              <a:gd name="connsiteX5" fmla="*/ 2139813 w 2139848"/>
              <a:gd name="connsiteY5" fmla="*/ 1069841 h 2139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9848" h="2139848">
                <a:moveTo>
                  <a:pt x="2139813" y="1069841"/>
                </a:moveTo>
                <a:cubicBezTo>
                  <a:pt x="2139818" y="1660744"/>
                  <a:pt x="1660801" y="2139770"/>
                  <a:pt x="1069898" y="2139775"/>
                </a:cubicBezTo>
                <a:cubicBezTo>
                  <a:pt x="478995" y="2139780"/>
                  <a:pt x="-30" y="1660763"/>
                  <a:pt x="-36" y="1069860"/>
                </a:cubicBezTo>
                <a:cubicBezTo>
                  <a:pt x="-41" y="478958"/>
                  <a:pt x="478976" y="-68"/>
                  <a:pt x="1069879" y="-73"/>
                </a:cubicBezTo>
                <a:cubicBezTo>
                  <a:pt x="1069886" y="-73"/>
                  <a:pt x="1069892" y="-73"/>
                  <a:pt x="1069898" y="-73"/>
                </a:cubicBezTo>
                <a:cubicBezTo>
                  <a:pt x="1660796" y="-73"/>
                  <a:pt x="2139813" y="478944"/>
                  <a:pt x="2139813" y="1069841"/>
                </a:cubicBezTo>
              </a:path>
            </a:pathLst>
          </a:custGeom>
          <a:solidFill>
            <a:schemeClr val="accent3"/>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634EFC9-9435-416F-9F71-9ACD804CE676}"/>
              </a:ext>
            </a:extLst>
          </p:cNvPr>
          <p:cNvSpPr/>
          <p:nvPr userDrawn="1"/>
        </p:nvSpPr>
        <p:spPr>
          <a:xfrm>
            <a:off x="7738557" y="4327499"/>
            <a:ext cx="1296934" cy="656431"/>
          </a:xfrm>
          <a:custGeom>
            <a:avLst/>
            <a:gdLst>
              <a:gd name="connsiteX0" fmla="*/ 2605793 w 2605792"/>
              <a:gd name="connsiteY0" fmla="*/ 1318898 h 1318898"/>
              <a:gd name="connsiteX1" fmla="*/ 2234098 w 2605792"/>
              <a:gd name="connsiteY1" fmla="*/ 663483 h 1318898"/>
              <a:gd name="connsiteX2" fmla="*/ 1862404 w 2605792"/>
              <a:gd name="connsiteY2" fmla="*/ 8058 h 1318898"/>
              <a:gd name="connsiteX3" fmla="*/ 1480642 w 2605792"/>
              <a:gd name="connsiteY3" fmla="*/ 657663 h 1318898"/>
              <a:gd name="connsiteX4" fmla="*/ 1305497 w 2605792"/>
              <a:gd name="connsiteY4" fmla="*/ 955691 h 1318898"/>
              <a:gd name="connsiteX5" fmla="*/ 1135218 w 2605792"/>
              <a:gd name="connsiteY5" fmla="*/ 655416 h 1318898"/>
              <a:gd name="connsiteX6" fmla="*/ 763524 w 2605792"/>
              <a:gd name="connsiteY6" fmla="*/ 0 h 1318898"/>
              <a:gd name="connsiteX7" fmla="*/ 381762 w 2605792"/>
              <a:gd name="connsiteY7" fmla="*/ 649605 h 1318898"/>
              <a:gd name="connsiteX8" fmla="*/ 0 w 2605792"/>
              <a:gd name="connsiteY8" fmla="*/ 1299210 h 1318898"/>
              <a:gd name="connsiteX9" fmla="*/ 753456 w 2605792"/>
              <a:gd name="connsiteY9" fmla="*/ 1305020 h 1318898"/>
              <a:gd name="connsiteX10" fmla="*/ 1506912 w 2605792"/>
              <a:gd name="connsiteY10" fmla="*/ 1310840 h 1318898"/>
              <a:gd name="connsiteX11" fmla="*/ 1506674 w 2605792"/>
              <a:gd name="connsiteY11" fmla="*/ 1310412 h 1318898"/>
              <a:gd name="connsiteX12" fmla="*/ 1852336 w 2605792"/>
              <a:gd name="connsiteY12" fmla="*/ 1313088 h 1318898"/>
              <a:gd name="connsiteX13" fmla="*/ 2605793 w 2605792"/>
              <a:gd name="connsiteY13" fmla="*/ 1318898 h 131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05792" h="1318898">
                <a:moveTo>
                  <a:pt x="2605793" y="1318898"/>
                </a:moveTo>
                <a:lnTo>
                  <a:pt x="2234098" y="663483"/>
                </a:lnTo>
                <a:lnTo>
                  <a:pt x="1862404" y="8058"/>
                </a:lnTo>
                <a:lnTo>
                  <a:pt x="1480642" y="657663"/>
                </a:lnTo>
                <a:lnTo>
                  <a:pt x="1305497" y="955691"/>
                </a:lnTo>
                <a:lnTo>
                  <a:pt x="1135218" y="655416"/>
                </a:lnTo>
                <a:lnTo>
                  <a:pt x="763524" y="0"/>
                </a:lnTo>
                <a:lnTo>
                  <a:pt x="381762" y="649605"/>
                </a:lnTo>
                <a:lnTo>
                  <a:pt x="0" y="1299210"/>
                </a:lnTo>
                <a:lnTo>
                  <a:pt x="753456" y="1305020"/>
                </a:lnTo>
                <a:lnTo>
                  <a:pt x="1506912" y="1310840"/>
                </a:lnTo>
                <a:lnTo>
                  <a:pt x="1506674" y="1310412"/>
                </a:lnTo>
                <a:lnTo>
                  <a:pt x="1852336" y="1313088"/>
                </a:lnTo>
                <a:lnTo>
                  <a:pt x="2605793" y="1318898"/>
                </a:lnTo>
                <a:close/>
              </a:path>
            </a:pathLst>
          </a:custGeom>
          <a:solidFill>
            <a:schemeClr val="accent1"/>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C051F08-BCC2-42B7-A7D2-2EF1738B42C5}"/>
              </a:ext>
            </a:extLst>
          </p:cNvPr>
          <p:cNvSpPr/>
          <p:nvPr userDrawn="1"/>
        </p:nvSpPr>
        <p:spPr>
          <a:xfrm>
            <a:off x="10241991" y="4688420"/>
            <a:ext cx="1546225" cy="1674896"/>
          </a:xfrm>
          <a:custGeom>
            <a:avLst/>
            <a:gdLst>
              <a:gd name="connsiteX0" fmla="*/ 1442050 w 2031330"/>
              <a:gd name="connsiteY0" fmla="*/ 1615462 h 2200369"/>
              <a:gd name="connsiteX1" fmla="*/ -36 w 2031330"/>
              <a:gd name="connsiteY1" fmla="*/ 2200296 h 2200369"/>
              <a:gd name="connsiteX2" fmla="*/ -36 w 2031330"/>
              <a:gd name="connsiteY2" fmla="*/ -73 h 2200369"/>
              <a:gd name="connsiteX3" fmla="*/ 2025646 w 2031330"/>
              <a:gd name="connsiteY3" fmla="*/ -73 h 2200369"/>
              <a:gd name="connsiteX4" fmla="*/ 2031295 w 2031330"/>
              <a:gd name="connsiteY4" fmla="*/ 172500 h 2200369"/>
              <a:gd name="connsiteX5" fmla="*/ 1442050 w 2031330"/>
              <a:gd name="connsiteY5" fmla="*/ 1615462 h 2200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1330" h="2200369">
                <a:moveTo>
                  <a:pt x="1442050" y="1615462"/>
                </a:moveTo>
                <a:cubicBezTo>
                  <a:pt x="1063812" y="1991432"/>
                  <a:pt x="551738" y="2199097"/>
                  <a:pt x="-36" y="2200296"/>
                </a:cubicBezTo>
                <a:lnTo>
                  <a:pt x="-36" y="-73"/>
                </a:lnTo>
                <a:lnTo>
                  <a:pt x="2025646" y="-73"/>
                </a:lnTo>
                <a:cubicBezTo>
                  <a:pt x="2029456" y="52419"/>
                  <a:pt x="2031295" y="109026"/>
                  <a:pt x="2031295" y="172500"/>
                </a:cubicBezTo>
                <a:cubicBezTo>
                  <a:pt x="2031352" y="725150"/>
                  <a:pt x="1822011" y="1237671"/>
                  <a:pt x="1442050" y="1615462"/>
                </a:cubicBezTo>
                <a:close/>
              </a:path>
            </a:pathLst>
          </a:custGeom>
          <a:solidFill>
            <a:schemeClr val="accent2"/>
          </a:solidFill>
          <a:ln w="9525" cap="flat">
            <a:noFill/>
            <a:prstDash val="solid"/>
            <a:miter/>
          </a:ln>
        </p:spPr>
        <p:txBody>
          <a:bodyPr rtlCol="0" anchor="ctr"/>
          <a:lstStyle/>
          <a:p>
            <a:r>
              <a:rPr lang="nb-NO"/>
              <a:t> </a:t>
            </a:r>
            <a:endParaRPr lang="en-US"/>
          </a:p>
        </p:txBody>
      </p:sp>
      <p:sp>
        <p:nvSpPr>
          <p:cNvPr id="24" name="Text Placeholder 23">
            <a:extLst>
              <a:ext uri="{FF2B5EF4-FFF2-40B4-BE49-F238E27FC236}">
                <a16:creationId xmlns:a16="http://schemas.microsoft.com/office/drawing/2014/main" id="{AF8B88C5-A0B4-414C-9D05-FA001AC5BF1B}"/>
              </a:ext>
            </a:extLst>
          </p:cNvPr>
          <p:cNvSpPr>
            <a:spLocks noGrp="1"/>
          </p:cNvSpPr>
          <p:nvPr>
            <p:ph type="body" sz="quarter" idx="10"/>
          </p:nvPr>
        </p:nvSpPr>
        <p:spPr>
          <a:xfrm>
            <a:off x="839788" y="4522678"/>
            <a:ext cx="4932362" cy="496725"/>
          </a:xfrm>
        </p:spPr>
        <p:txBody>
          <a:bodyPr>
            <a:normAutofit/>
          </a:bodyPr>
          <a:lstStyle>
            <a:lvl1pPr marL="0" indent="0">
              <a:buNone/>
              <a:defRPr b="0">
                <a:latin typeface="Inter SemiBold" panose="020B0502030000000004" pitchFamily="34" charset="0"/>
                <a:ea typeface="Inter SemiBold" panose="020B0502030000000004" pitchFamily="34" charset="0"/>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
        <p:nvSpPr>
          <p:cNvPr id="25" name="Text Placeholder 23">
            <a:extLst>
              <a:ext uri="{FF2B5EF4-FFF2-40B4-BE49-F238E27FC236}">
                <a16:creationId xmlns:a16="http://schemas.microsoft.com/office/drawing/2014/main" id="{A8E95EAD-4D11-408C-A543-78867EDAC11E}"/>
              </a:ext>
            </a:extLst>
          </p:cNvPr>
          <p:cNvSpPr>
            <a:spLocks noGrp="1"/>
          </p:cNvSpPr>
          <p:nvPr>
            <p:ph type="body" sz="quarter" idx="11"/>
          </p:nvPr>
        </p:nvSpPr>
        <p:spPr>
          <a:xfrm>
            <a:off x="852964" y="5403520"/>
            <a:ext cx="4919186" cy="797255"/>
          </a:xfrm>
        </p:spPr>
        <p:txBody>
          <a:bodyPr>
            <a:normAutofit/>
          </a:bodyPr>
          <a:lstStyle>
            <a:lvl1pPr marL="0" indent="0">
              <a:buNone/>
              <a:defRPr sz="14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56279397"/>
      </p:ext>
    </p:extLst>
  </p:cSld>
  <p:clrMapOvr>
    <a:masterClrMapping/>
  </p:clrMapOvr>
  <p:extLst>
    <p:ext uri="{DCECCB84-F9BA-43D5-87BE-67443E8EF086}">
      <p15:sldGuideLst xmlns:p15="http://schemas.microsoft.com/office/powerpoint/2012/main">
        <p15:guide id="1" pos="3636"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Forside alternativ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A5564-B0D4-4D90-A4B6-A0C3339E8668}"/>
              </a:ext>
            </a:extLst>
          </p:cNvPr>
          <p:cNvSpPr>
            <a:spLocks noGrp="1"/>
          </p:cNvSpPr>
          <p:nvPr>
            <p:ph type="title"/>
          </p:nvPr>
        </p:nvSpPr>
        <p:spPr>
          <a:xfrm>
            <a:off x="2316162" y="2097088"/>
            <a:ext cx="6300788" cy="1655761"/>
          </a:xfrm>
        </p:spPr>
        <p:txBody>
          <a:bodyPr anchor="b"/>
          <a:lstStyle>
            <a:lvl1pPr>
              <a:defRPr cap="all" baseline="0">
                <a:solidFill>
                  <a:schemeClr val="bg2"/>
                </a:solidFill>
              </a:defRPr>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grpSp>
        <p:nvGrpSpPr>
          <p:cNvPr id="15" name="Group 14">
            <a:extLst>
              <a:ext uri="{FF2B5EF4-FFF2-40B4-BE49-F238E27FC236}">
                <a16:creationId xmlns:a16="http://schemas.microsoft.com/office/drawing/2014/main" id="{3289A2E8-3D65-441A-A338-504F33981BA4}"/>
              </a:ext>
            </a:extLst>
          </p:cNvPr>
          <p:cNvGrpSpPr/>
          <p:nvPr userDrawn="1"/>
        </p:nvGrpSpPr>
        <p:grpSpPr>
          <a:xfrm rot="5400000">
            <a:off x="9768927" y="5069545"/>
            <a:ext cx="407476" cy="1638320"/>
            <a:chOff x="11870514" y="244569"/>
            <a:chExt cx="151518" cy="609202"/>
          </a:xfrm>
          <a:solidFill>
            <a:schemeClr val="bg2"/>
          </a:solidFill>
        </p:grpSpPr>
        <p:sp>
          <p:nvSpPr>
            <p:cNvPr id="16" name="Freeform: Shape 15">
              <a:extLst>
                <a:ext uri="{FF2B5EF4-FFF2-40B4-BE49-F238E27FC236}">
                  <a16:creationId xmlns:a16="http://schemas.microsoft.com/office/drawing/2014/main" id="{5402AC29-8A61-4CA4-8CB8-4BC3EC56A3B9}"/>
                </a:ext>
              </a:extLst>
            </p:cNvPr>
            <p:cNvSpPr/>
            <p:nvPr/>
          </p:nvSpPr>
          <p:spPr>
            <a:xfrm rot="16200000">
              <a:off x="11641672" y="473411"/>
              <a:ext cx="609202" cy="151518"/>
            </a:xfrm>
            <a:custGeom>
              <a:avLst/>
              <a:gdLst>
                <a:gd name="connsiteX0" fmla="*/ 413946 w 609202"/>
                <a:gd name="connsiteY0" fmla="*/ 49664 h 151518"/>
                <a:gd name="connsiteX1" fmla="*/ 384494 w 609202"/>
                <a:gd name="connsiteY1" fmla="*/ 125217 h 151518"/>
                <a:gd name="connsiteX2" fmla="*/ 354820 w 609202"/>
                <a:gd name="connsiteY2" fmla="*/ 49664 h 151518"/>
                <a:gd name="connsiteX3" fmla="*/ 331666 w 609202"/>
                <a:gd name="connsiteY3" fmla="*/ 49664 h 151518"/>
                <a:gd name="connsiteX4" fmla="*/ 372910 w 609202"/>
                <a:gd name="connsiteY4" fmla="*/ 147314 h 151518"/>
                <a:gd name="connsiteX5" fmla="*/ 393955 w 609202"/>
                <a:gd name="connsiteY5" fmla="*/ 147314 h 151518"/>
                <a:gd name="connsiteX6" fmla="*/ 435214 w 609202"/>
                <a:gd name="connsiteY6" fmla="*/ 49665 h 151518"/>
                <a:gd name="connsiteX7" fmla="*/ 297359 w 609202"/>
                <a:gd name="connsiteY7" fmla="*/ 49664 h 151518"/>
                <a:gd name="connsiteX8" fmla="*/ 297359 w 609202"/>
                <a:gd name="connsiteY8" fmla="*/ 101215 h 151518"/>
                <a:gd name="connsiteX9" fmla="*/ 272528 w 609202"/>
                <a:gd name="connsiteY9" fmla="*/ 130474 h 151518"/>
                <a:gd name="connsiteX10" fmla="*/ 247695 w 609202"/>
                <a:gd name="connsiteY10" fmla="*/ 101215 h 151518"/>
                <a:gd name="connsiteX11" fmla="*/ 247695 w 609202"/>
                <a:gd name="connsiteY11" fmla="*/ 49664 h 151518"/>
                <a:gd name="connsiteX12" fmla="*/ 227067 w 609202"/>
                <a:gd name="connsiteY12" fmla="*/ 49664 h 151518"/>
                <a:gd name="connsiteX13" fmla="*/ 227067 w 609202"/>
                <a:gd name="connsiteY13" fmla="*/ 102060 h 151518"/>
                <a:gd name="connsiteX14" fmla="*/ 272528 w 609202"/>
                <a:gd name="connsiteY14" fmla="*/ 149408 h 151518"/>
                <a:gd name="connsiteX15" fmla="*/ 317989 w 609202"/>
                <a:gd name="connsiteY15" fmla="*/ 102060 h 151518"/>
                <a:gd name="connsiteX16" fmla="*/ 317989 w 609202"/>
                <a:gd name="connsiteY16" fmla="*/ 49664 h 151518"/>
                <a:gd name="connsiteX17" fmla="*/ 162877 w 609202"/>
                <a:gd name="connsiteY17" fmla="*/ 47347 h 151518"/>
                <a:gd name="connsiteX18" fmla="*/ 140599 w 609202"/>
                <a:gd name="connsiteY18" fmla="*/ 52442 h 151518"/>
                <a:gd name="connsiteX19" fmla="*/ 112797 w 609202"/>
                <a:gd name="connsiteY19" fmla="*/ 97428 h 151518"/>
                <a:gd name="connsiteX20" fmla="*/ 156150 w 609202"/>
                <a:gd name="connsiteY20" fmla="*/ 151519 h 151518"/>
                <a:gd name="connsiteX21" fmla="*/ 168567 w 609202"/>
                <a:gd name="connsiteY21" fmla="*/ 144568 h 151518"/>
                <a:gd name="connsiteX22" fmla="*/ 197603 w 609202"/>
                <a:gd name="connsiteY22" fmla="*/ 119528 h 151518"/>
                <a:gd name="connsiteX23" fmla="*/ 212335 w 609202"/>
                <a:gd name="connsiteY23" fmla="*/ 96596 h 151518"/>
                <a:gd name="connsiteX24" fmla="*/ 162879 w 609202"/>
                <a:gd name="connsiteY24" fmla="*/ 47348 h 151518"/>
                <a:gd name="connsiteX25" fmla="*/ 184768 w 609202"/>
                <a:gd name="connsiteY25" fmla="*/ 112799 h 151518"/>
                <a:gd name="connsiteX26" fmla="*/ 168567 w 609202"/>
                <a:gd name="connsiteY26" fmla="*/ 129419 h 151518"/>
                <a:gd name="connsiteX27" fmla="*/ 161200 w 609202"/>
                <a:gd name="connsiteY27" fmla="*/ 133844 h 151518"/>
                <a:gd name="connsiteX28" fmla="*/ 132373 w 609202"/>
                <a:gd name="connsiteY28" fmla="*/ 100591 h 151518"/>
                <a:gd name="connsiteX29" fmla="*/ 162671 w 609202"/>
                <a:gd name="connsiteY29" fmla="*/ 70070 h 151518"/>
                <a:gd name="connsiteX30" fmla="*/ 192557 w 609202"/>
                <a:gd name="connsiteY30" fmla="*/ 100182 h 151518"/>
                <a:gd name="connsiteX31" fmla="*/ 192557 w 609202"/>
                <a:gd name="connsiteY31" fmla="*/ 100182 h 151518"/>
                <a:gd name="connsiteX32" fmla="*/ 192553 w 609202"/>
                <a:gd name="connsiteY32" fmla="*/ 100589 h 151518"/>
                <a:gd name="connsiteX33" fmla="*/ 184772 w 609202"/>
                <a:gd name="connsiteY33" fmla="*/ 112797 h 151518"/>
                <a:gd name="connsiteX34" fmla="*/ 51342 w 609202"/>
                <a:gd name="connsiteY34" fmla="*/ 47347 h 151518"/>
                <a:gd name="connsiteX35" fmla="*/ 20198 w 609202"/>
                <a:gd name="connsiteY35" fmla="*/ 59555 h 151518"/>
                <a:gd name="connsiteX36" fmla="*/ 19991 w 609202"/>
                <a:gd name="connsiteY36" fmla="*/ 0 h 151518"/>
                <a:gd name="connsiteX37" fmla="*/ 0 w 609202"/>
                <a:gd name="connsiteY37" fmla="*/ 0 h 151518"/>
                <a:gd name="connsiteX38" fmla="*/ 0 w 609202"/>
                <a:gd name="connsiteY38" fmla="*/ 147315 h 151518"/>
                <a:gd name="connsiteX39" fmla="*/ 20630 w 609202"/>
                <a:gd name="connsiteY39" fmla="*/ 147315 h 151518"/>
                <a:gd name="connsiteX40" fmla="*/ 20630 w 609202"/>
                <a:gd name="connsiteY40" fmla="*/ 137422 h 151518"/>
                <a:gd name="connsiteX41" fmla="*/ 51344 w 609202"/>
                <a:gd name="connsiteY41" fmla="*/ 149200 h 151518"/>
                <a:gd name="connsiteX42" fmla="*/ 100175 w 609202"/>
                <a:gd name="connsiteY42" fmla="*/ 98273 h 151518"/>
                <a:gd name="connsiteX43" fmla="*/ 51342 w 609202"/>
                <a:gd name="connsiteY43" fmla="*/ 47347 h 151518"/>
                <a:gd name="connsiteX44" fmla="*/ 49664 w 609202"/>
                <a:gd name="connsiteY44" fmla="*/ 130266 h 151518"/>
                <a:gd name="connsiteX45" fmla="*/ 20198 w 609202"/>
                <a:gd name="connsiteY45" fmla="*/ 98275 h 151518"/>
                <a:gd name="connsiteX46" fmla="*/ 49664 w 609202"/>
                <a:gd name="connsiteY46" fmla="*/ 66284 h 151518"/>
                <a:gd name="connsiteX47" fmla="*/ 79131 w 609202"/>
                <a:gd name="connsiteY47" fmla="*/ 98276 h 151518"/>
                <a:gd name="connsiteX48" fmla="*/ 49662 w 609202"/>
                <a:gd name="connsiteY48" fmla="*/ 130264 h 151518"/>
                <a:gd name="connsiteX49" fmla="*/ 609203 w 609202"/>
                <a:gd name="connsiteY49" fmla="*/ 49664 h 151518"/>
                <a:gd name="connsiteX50" fmla="*/ 579321 w 609202"/>
                <a:gd name="connsiteY50" fmla="*/ 49664 h 151518"/>
                <a:gd name="connsiteX51" fmla="*/ 579099 w 609202"/>
                <a:gd name="connsiteY51" fmla="*/ 0 h 151518"/>
                <a:gd name="connsiteX52" fmla="*/ 559107 w 609202"/>
                <a:gd name="connsiteY52" fmla="*/ 0 h 151518"/>
                <a:gd name="connsiteX53" fmla="*/ 559107 w 609202"/>
                <a:gd name="connsiteY53" fmla="*/ 49664 h 151518"/>
                <a:gd name="connsiteX54" fmla="*/ 545369 w 609202"/>
                <a:gd name="connsiteY54" fmla="*/ 49664 h 151518"/>
                <a:gd name="connsiteX55" fmla="*/ 545369 w 609202"/>
                <a:gd name="connsiteY55" fmla="*/ 67545 h 151518"/>
                <a:gd name="connsiteX56" fmla="*/ 559107 w 609202"/>
                <a:gd name="connsiteY56" fmla="*/ 67545 h 151518"/>
                <a:gd name="connsiteX57" fmla="*/ 559107 w 609202"/>
                <a:gd name="connsiteY57" fmla="*/ 147314 h 151518"/>
                <a:gd name="connsiteX58" fmla="*/ 579529 w 609202"/>
                <a:gd name="connsiteY58" fmla="*/ 147314 h 151518"/>
                <a:gd name="connsiteX59" fmla="*/ 579321 w 609202"/>
                <a:gd name="connsiteY59" fmla="*/ 67545 h 151518"/>
                <a:gd name="connsiteX60" fmla="*/ 609203 w 609202"/>
                <a:gd name="connsiteY60" fmla="*/ 67545 h 15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9202" h="151518">
                  <a:moveTo>
                    <a:pt x="413946" y="49664"/>
                  </a:moveTo>
                  <a:lnTo>
                    <a:pt x="384494" y="125217"/>
                  </a:lnTo>
                  <a:lnTo>
                    <a:pt x="354820" y="49664"/>
                  </a:lnTo>
                  <a:lnTo>
                    <a:pt x="331666" y="49664"/>
                  </a:lnTo>
                  <a:lnTo>
                    <a:pt x="372910" y="147314"/>
                  </a:lnTo>
                  <a:lnTo>
                    <a:pt x="393955" y="147314"/>
                  </a:lnTo>
                  <a:lnTo>
                    <a:pt x="435214" y="49665"/>
                  </a:lnTo>
                  <a:close/>
                  <a:moveTo>
                    <a:pt x="297359" y="49664"/>
                  </a:moveTo>
                  <a:lnTo>
                    <a:pt x="297359" y="101215"/>
                  </a:lnTo>
                  <a:cubicBezTo>
                    <a:pt x="297359" y="119735"/>
                    <a:pt x="288314" y="130474"/>
                    <a:pt x="272528" y="130474"/>
                  </a:cubicBezTo>
                  <a:cubicBezTo>
                    <a:pt x="256742" y="130474"/>
                    <a:pt x="247695" y="119735"/>
                    <a:pt x="247695" y="101215"/>
                  </a:cubicBezTo>
                  <a:lnTo>
                    <a:pt x="247695" y="49664"/>
                  </a:lnTo>
                  <a:lnTo>
                    <a:pt x="227067" y="49664"/>
                  </a:lnTo>
                  <a:lnTo>
                    <a:pt x="227067" y="102060"/>
                  </a:lnTo>
                  <a:cubicBezTo>
                    <a:pt x="227067" y="131111"/>
                    <a:pt x="244533" y="149408"/>
                    <a:pt x="272528" y="149408"/>
                  </a:cubicBezTo>
                  <a:cubicBezTo>
                    <a:pt x="300523" y="149408"/>
                    <a:pt x="317989" y="131111"/>
                    <a:pt x="317989" y="102060"/>
                  </a:cubicBezTo>
                  <a:lnTo>
                    <a:pt x="317989" y="49664"/>
                  </a:lnTo>
                  <a:close/>
                  <a:moveTo>
                    <a:pt x="162877" y="47347"/>
                  </a:moveTo>
                  <a:cubicBezTo>
                    <a:pt x="155160" y="47330"/>
                    <a:pt x="147541" y="49072"/>
                    <a:pt x="140599" y="52442"/>
                  </a:cubicBezTo>
                  <a:cubicBezTo>
                    <a:pt x="123437" y="60827"/>
                    <a:pt x="112621" y="78328"/>
                    <a:pt x="112797" y="97428"/>
                  </a:cubicBezTo>
                  <a:cubicBezTo>
                    <a:pt x="112797" y="122482"/>
                    <a:pt x="136159" y="151519"/>
                    <a:pt x="156150" y="151519"/>
                  </a:cubicBezTo>
                  <a:cubicBezTo>
                    <a:pt x="161205" y="151479"/>
                    <a:pt x="165890" y="148857"/>
                    <a:pt x="168567" y="144568"/>
                  </a:cubicBezTo>
                  <a:cubicBezTo>
                    <a:pt x="176781" y="132150"/>
                    <a:pt x="185200" y="125009"/>
                    <a:pt x="197603" y="119528"/>
                  </a:cubicBezTo>
                  <a:cubicBezTo>
                    <a:pt x="209187" y="114478"/>
                    <a:pt x="212335" y="109428"/>
                    <a:pt x="212335" y="96596"/>
                  </a:cubicBezTo>
                  <a:cubicBezTo>
                    <a:pt x="212335" y="68809"/>
                    <a:pt x="190667" y="47348"/>
                    <a:pt x="162879" y="47348"/>
                  </a:cubicBezTo>
                  <a:close/>
                  <a:moveTo>
                    <a:pt x="184768" y="112799"/>
                  </a:moveTo>
                  <a:cubicBezTo>
                    <a:pt x="176348" y="118057"/>
                    <a:pt x="171938" y="122483"/>
                    <a:pt x="168567" y="129419"/>
                  </a:cubicBezTo>
                  <a:cubicBezTo>
                    <a:pt x="167173" y="132194"/>
                    <a:pt x="164305" y="133917"/>
                    <a:pt x="161200" y="133844"/>
                  </a:cubicBezTo>
                  <a:cubicBezTo>
                    <a:pt x="147729" y="133844"/>
                    <a:pt x="132373" y="116156"/>
                    <a:pt x="132373" y="100591"/>
                  </a:cubicBezTo>
                  <a:cubicBezTo>
                    <a:pt x="132373" y="83125"/>
                    <a:pt x="145204" y="70070"/>
                    <a:pt x="162671" y="70070"/>
                  </a:cubicBezTo>
                  <a:cubicBezTo>
                    <a:pt x="179239" y="70133"/>
                    <a:pt x="192619" y="83614"/>
                    <a:pt x="192557" y="100182"/>
                  </a:cubicBezTo>
                  <a:lnTo>
                    <a:pt x="192557" y="100182"/>
                  </a:lnTo>
                  <a:cubicBezTo>
                    <a:pt x="192556" y="100317"/>
                    <a:pt x="192554" y="100452"/>
                    <a:pt x="192553" y="100589"/>
                  </a:cubicBezTo>
                  <a:cubicBezTo>
                    <a:pt x="192553" y="106053"/>
                    <a:pt x="190667" y="109217"/>
                    <a:pt x="184772" y="112797"/>
                  </a:cubicBezTo>
                  <a:close/>
                  <a:moveTo>
                    <a:pt x="51342" y="47347"/>
                  </a:moveTo>
                  <a:cubicBezTo>
                    <a:pt x="39770" y="47223"/>
                    <a:pt x="28603" y="51600"/>
                    <a:pt x="20198" y="59555"/>
                  </a:cubicBezTo>
                  <a:lnTo>
                    <a:pt x="19991" y="0"/>
                  </a:lnTo>
                  <a:lnTo>
                    <a:pt x="0" y="0"/>
                  </a:lnTo>
                  <a:lnTo>
                    <a:pt x="0" y="147315"/>
                  </a:lnTo>
                  <a:lnTo>
                    <a:pt x="20630" y="147315"/>
                  </a:lnTo>
                  <a:lnTo>
                    <a:pt x="20630" y="137422"/>
                  </a:lnTo>
                  <a:cubicBezTo>
                    <a:pt x="29061" y="145007"/>
                    <a:pt x="40002" y="149203"/>
                    <a:pt x="51344" y="149200"/>
                  </a:cubicBezTo>
                  <a:cubicBezTo>
                    <a:pt x="79130" y="149200"/>
                    <a:pt x="100175" y="127100"/>
                    <a:pt x="100175" y="98273"/>
                  </a:cubicBezTo>
                  <a:cubicBezTo>
                    <a:pt x="100175" y="69445"/>
                    <a:pt x="79130" y="47347"/>
                    <a:pt x="51342" y="47347"/>
                  </a:cubicBezTo>
                  <a:close/>
                  <a:moveTo>
                    <a:pt x="49664" y="130266"/>
                  </a:moveTo>
                  <a:cubicBezTo>
                    <a:pt x="32822" y="130266"/>
                    <a:pt x="20198" y="116587"/>
                    <a:pt x="20198" y="98275"/>
                  </a:cubicBezTo>
                  <a:cubicBezTo>
                    <a:pt x="20198" y="79962"/>
                    <a:pt x="32822" y="66284"/>
                    <a:pt x="49664" y="66284"/>
                  </a:cubicBezTo>
                  <a:cubicBezTo>
                    <a:pt x="66505" y="66284"/>
                    <a:pt x="79131" y="79962"/>
                    <a:pt x="79131" y="98276"/>
                  </a:cubicBezTo>
                  <a:cubicBezTo>
                    <a:pt x="79131" y="116590"/>
                    <a:pt x="66505" y="130264"/>
                    <a:pt x="49662" y="130264"/>
                  </a:cubicBezTo>
                  <a:close/>
                  <a:moveTo>
                    <a:pt x="609203" y="49664"/>
                  </a:moveTo>
                  <a:lnTo>
                    <a:pt x="579321" y="49664"/>
                  </a:lnTo>
                  <a:lnTo>
                    <a:pt x="579099" y="0"/>
                  </a:lnTo>
                  <a:lnTo>
                    <a:pt x="559107" y="0"/>
                  </a:lnTo>
                  <a:lnTo>
                    <a:pt x="559107" y="49664"/>
                  </a:lnTo>
                  <a:lnTo>
                    <a:pt x="545369" y="49664"/>
                  </a:lnTo>
                  <a:lnTo>
                    <a:pt x="545369" y="67545"/>
                  </a:lnTo>
                  <a:lnTo>
                    <a:pt x="559107" y="67545"/>
                  </a:lnTo>
                  <a:lnTo>
                    <a:pt x="559107" y="147314"/>
                  </a:lnTo>
                  <a:lnTo>
                    <a:pt x="579529" y="147314"/>
                  </a:lnTo>
                  <a:lnTo>
                    <a:pt x="579321" y="67545"/>
                  </a:lnTo>
                  <a:lnTo>
                    <a:pt x="609203" y="67545"/>
                  </a:lnTo>
                  <a:close/>
                </a:path>
              </a:pathLst>
            </a:custGeom>
            <a:grpFill/>
            <a:ln w="26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CE4A25F-66AD-4588-A78A-F5842EE74531}"/>
                </a:ext>
              </a:extLst>
            </p:cNvPr>
            <p:cNvSpPr/>
            <p:nvPr/>
          </p:nvSpPr>
          <p:spPr>
            <a:xfrm rot="16200000">
              <a:off x="11921301" y="313678"/>
              <a:ext cx="96119" cy="101875"/>
            </a:xfrm>
            <a:custGeom>
              <a:avLst/>
              <a:gdLst>
                <a:gd name="connsiteX0" fmla="*/ 95810 w 96119"/>
                <a:gd name="connsiteY0" fmla="*/ 56965 h 101875"/>
                <a:gd name="connsiteX1" fmla="*/ 20362 w 96119"/>
                <a:gd name="connsiteY1" fmla="*/ 56965 h 101875"/>
                <a:gd name="connsiteX2" fmla="*/ 34212 w 96119"/>
                <a:gd name="connsiteY2" fmla="*/ 79118 h 101875"/>
                <a:gd name="connsiteX3" fmla="*/ 48915 w 96119"/>
                <a:gd name="connsiteY3" fmla="*/ 82727 h 101875"/>
                <a:gd name="connsiteX4" fmla="*/ 73366 w 96119"/>
                <a:gd name="connsiteY4" fmla="*/ 75426 h 101875"/>
                <a:gd name="connsiteX5" fmla="*/ 79556 w 96119"/>
                <a:gd name="connsiteY5" fmla="*/ 69472 h 101875"/>
                <a:gd name="connsiteX6" fmla="*/ 93354 w 96119"/>
                <a:gd name="connsiteY6" fmla="*/ 82930 h 101875"/>
                <a:gd name="connsiteX7" fmla="*/ 83867 w 96119"/>
                <a:gd name="connsiteY7" fmla="*/ 91638 h 101875"/>
                <a:gd name="connsiteX8" fmla="*/ 46091 w 96119"/>
                <a:gd name="connsiteY8" fmla="*/ 101759 h 101875"/>
                <a:gd name="connsiteX9" fmla="*/ 16168 w 96119"/>
                <a:gd name="connsiteY9" fmla="*/ 89716 h 101875"/>
                <a:gd name="connsiteX10" fmla="*/ 506 w 96119"/>
                <a:gd name="connsiteY10" fmla="*/ 58160 h 101875"/>
                <a:gd name="connsiteX11" fmla="*/ 5248 w 96119"/>
                <a:gd name="connsiteY11" fmla="*/ 26756 h 101875"/>
                <a:gd name="connsiteX12" fmla="*/ 40827 w 96119"/>
                <a:gd name="connsiteY12" fmla="*/ 738 h 101875"/>
                <a:gd name="connsiteX13" fmla="*/ 70343 w 96119"/>
                <a:gd name="connsiteY13" fmla="*/ 4817 h 101875"/>
                <a:gd name="connsiteX14" fmla="*/ 94209 w 96119"/>
                <a:gd name="connsiteY14" fmla="*/ 35590 h 101875"/>
                <a:gd name="connsiteX15" fmla="*/ 95810 w 96119"/>
                <a:gd name="connsiteY15" fmla="*/ 56965 h 101875"/>
                <a:gd name="connsiteX16" fmla="*/ 20776 w 96119"/>
                <a:gd name="connsiteY16" fmla="*/ 40423 h 101875"/>
                <a:gd name="connsiteX17" fmla="*/ 74793 w 96119"/>
                <a:gd name="connsiteY17" fmla="*/ 40423 h 101875"/>
                <a:gd name="connsiteX18" fmla="*/ 50253 w 96119"/>
                <a:gd name="connsiteY18" fmla="*/ 17857 h 101875"/>
                <a:gd name="connsiteX19" fmla="*/ 20776 w 96119"/>
                <a:gd name="connsiteY19" fmla="*/ 40423 h 10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6119" h="101875">
                  <a:moveTo>
                    <a:pt x="95810" y="56965"/>
                  </a:moveTo>
                  <a:lnTo>
                    <a:pt x="20362" y="56965"/>
                  </a:lnTo>
                  <a:cubicBezTo>
                    <a:pt x="21886" y="66442"/>
                    <a:pt x="25653" y="74318"/>
                    <a:pt x="34212" y="79118"/>
                  </a:cubicBezTo>
                  <a:cubicBezTo>
                    <a:pt x="38729" y="81545"/>
                    <a:pt x="43788" y="82786"/>
                    <a:pt x="48915" y="82727"/>
                  </a:cubicBezTo>
                  <a:cubicBezTo>
                    <a:pt x="57811" y="82850"/>
                    <a:pt x="66195" y="81075"/>
                    <a:pt x="73366" y="75426"/>
                  </a:cubicBezTo>
                  <a:cubicBezTo>
                    <a:pt x="75532" y="73550"/>
                    <a:pt x="77598" y="71563"/>
                    <a:pt x="79556" y="69472"/>
                  </a:cubicBezTo>
                  <a:lnTo>
                    <a:pt x="93354" y="82930"/>
                  </a:lnTo>
                  <a:cubicBezTo>
                    <a:pt x="90598" y="86246"/>
                    <a:pt x="87407" y="89175"/>
                    <a:pt x="83867" y="91638"/>
                  </a:cubicBezTo>
                  <a:cubicBezTo>
                    <a:pt x="72486" y="99593"/>
                    <a:pt x="59751" y="102519"/>
                    <a:pt x="46091" y="101759"/>
                  </a:cubicBezTo>
                  <a:cubicBezTo>
                    <a:pt x="35014" y="101373"/>
                    <a:pt x="24424" y="97111"/>
                    <a:pt x="16168" y="89716"/>
                  </a:cubicBezTo>
                  <a:cubicBezTo>
                    <a:pt x="6826" y="81316"/>
                    <a:pt x="1889" y="70591"/>
                    <a:pt x="506" y="58160"/>
                  </a:cubicBezTo>
                  <a:cubicBezTo>
                    <a:pt x="-933" y="47454"/>
                    <a:pt x="712" y="36560"/>
                    <a:pt x="5248" y="26756"/>
                  </a:cubicBezTo>
                  <a:cubicBezTo>
                    <a:pt x="12466" y="11681"/>
                    <a:pt x="24591" y="3239"/>
                    <a:pt x="40827" y="738"/>
                  </a:cubicBezTo>
                  <a:cubicBezTo>
                    <a:pt x="50850" y="-1030"/>
                    <a:pt x="61175" y="397"/>
                    <a:pt x="70343" y="4817"/>
                  </a:cubicBezTo>
                  <a:cubicBezTo>
                    <a:pt x="83187" y="11156"/>
                    <a:pt x="90642" y="21889"/>
                    <a:pt x="94209" y="35590"/>
                  </a:cubicBezTo>
                  <a:cubicBezTo>
                    <a:pt x="95990" y="42566"/>
                    <a:pt x="96532" y="49801"/>
                    <a:pt x="95810" y="56965"/>
                  </a:cubicBezTo>
                  <a:close/>
                  <a:moveTo>
                    <a:pt x="20776" y="40423"/>
                  </a:moveTo>
                  <a:lnTo>
                    <a:pt x="74793" y="40423"/>
                  </a:lnTo>
                  <a:cubicBezTo>
                    <a:pt x="73059" y="28002"/>
                    <a:pt x="62776" y="18546"/>
                    <a:pt x="50253" y="17857"/>
                  </a:cubicBezTo>
                  <a:cubicBezTo>
                    <a:pt x="34544" y="16956"/>
                    <a:pt x="23456" y="25443"/>
                    <a:pt x="20776" y="40423"/>
                  </a:cubicBezTo>
                  <a:close/>
                </a:path>
              </a:pathLst>
            </a:custGeom>
            <a:grpFill/>
            <a:ln w="264" cap="flat">
              <a:noFill/>
              <a:prstDash val="solid"/>
              <a:miter/>
            </a:ln>
          </p:spPr>
          <p:txBody>
            <a:bodyPr rtlCol="0" anchor="ctr"/>
            <a:lstStyle/>
            <a:p>
              <a:endParaRPr lang="en-US"/>
            </a:p>
          </p:txBody>
        </p:sp>
      </p:grpSp>
      <p:sp>
        <p:nvSpPr>
          <p:cNvPr id="11" name="Freeform: Shape 10">
            <a:extLst>
              <a:ext uri="{FF2B5EF4-FFF2-40B4-BE49-F238E27FC236}">
                <a16:creationId xmlns:a16="http://schemas.microsoft.com/office/drawing/2014/main" id="{4F8F0A41-A289-44BD-93D7-44141F13C11D}"/>
              </a:ext>
            </a:extLst>
          </p:cNvPr>
          <p:cNvSpPr/>
          <p:nvPr/>
        </p:nvSpPr>
        <p:spPr>
          <a:xfrm>
            <a:off x="10624944" y="4676005"/>
            <a:ext cx="385955" cy="771933"/>
          </a:xfrm>
          <a:custGeom>
            <a:avLst/>
            <a:gdLst>
              <a:gd name="connsiteX0" fmla="*/ 1123191 w 1123226"/>
              <a:gd name="connsiteY0" fmla="*/ -73 h 2246518"/>
              <a:gd name="connsiteX1" fmla="*/ 1123191 w 1123226"/>
              <a:gd name="connsiteY1" fmla="*/ 2246446 h 2246518"/>
              <a:gd name="connsiteX2" fmla="*/ -36 w 1123226"/>
              <a:gd name="connsiteY2" fmla="*/ 1123220 h 2246518"/>
              <a:gd name="connsiteX3" fmla="*/ 1123191 w 1123226"/>
              <a:gd name="connsiteY3" fmla="*/ -7 h 2246518"/>
            </a:gdLst>
            <a:ahLst/>
            <a:cxnLst>
              <a:cxn ang="0">
                <a:pos x="connsiteX0" y="connsiteY0"/>
              </a:cxn>
              <a:cxn ang="0">
                <a:pos x="connsiteX1" y="connsiteY1"/>
              </a:cxn>
              <a:cxn ang="0">
                <a:pos x="connsiteX2" y="connsiteY2"/>
              </a:cxn>
              <a:cxn ang="0">
                <a:pos x="connsiteX3" y="connsiteY3"/>
              </a:cxn>
            </a:cxnLst>
            <a:rect l="l" t="t" r="r" b="b"/>
            <a:pathLst>
              <a:path w="1123226" h="2246518">
                <a:moveTo>
                  <a:pt x="1123191" y="-73"/>
                </a:moveTo>
                <a:lnTo>
                  <a:pt x="1123191" y="2246446"/>
                </a:lnTo>
                <a:cubicBezTo>
                  <a:pt x="502850" y="2246446"/>
                  <a:pt x="-36" y="1743560"/>
                  <a:pt x="-36" y="1123220"/>
                </a:cubicBezTo>
                <a:cubicBezTo>
                  <a:pt x="-36" y="502879"/>
                  <a:pt x="502850" y="-7"/>
                  <a:pt x="1123191" y="-7"/>
                </a:cubicBezTo>
                <a:close/>
              </a:path>
            </a:pathLst>
          </a:custGeom>
          <a:solidFill>
            <a:schemeClr val="accent3"/>
          </a:solidFill>
          <a:ln w="714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E9E5F7C-935D-44AE-B4D7-F96F0E923750}"/>
              </a:ext>
            </a:extLst>
          </p:cNvPr>
          <p:cNvSpPr/>
          <p:nvPr/>
        </p:nvSpPr>
        <p:spPr>
          <a:xfrm>
            <a:off x="11181162" y="5784447"/>
            <a:ext cx="562482" cy="557322"/>
          </a:xfrm>
          <a:custGeom>
            <a:avLst/>
            <a:gdLst>
              <a:gd name="connsiteX0" fmla="*/ -36 w 2171319"/>
              <a:gd name="connsiteY0" fmla="*/ 2151329 h 2151402"/>
              <a:gd name="connsiteX1" fmla="*/ 641949 w 2171319"/>
              <a:gd name="connsiteY1" fmla="*/ 1337313 h 2151402"/>
              <a:gd name="connsiteX2" fmla="*/ 1930063 w 2171319"/>
              <a:gd name="connsiteY2" fmla="*/ 226441 h 2151402"/>
              <a:gd name="connsiteX3" fmla="*/ 2171284 w 2171319"/>
              <a:gd name="connsiteY3" fmla="*/ -73 h 2151402"/>
              <a:gd name="connsiteX4" fmla="*/ 2171284 w 2171319"/>
              <a:gd name="connsiteY4" fmla="*/ 2151329 h 2151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319" h="2151402">
                <a:moveTo>
                  <a:pt x="-36" y="2151329"/>
                </a:moveTo>
                <a:cubicBezTo>
                  <a:pt x="32854" y="1733029"/>
                  <a:pt x="189636" y="1534661"/>
                  <a:pt x="641949" y="1337313"/>
                </a:cubicBezTo>
                <a:cubicBezTo>
                  <a:pt x="1197057" y="1092473"/>
                  <a:pt x="1570351" y="770746"/>
                  <a:pt x="1930063" y="226441"/>
                </a:cubicBezTo>
                <a:cubicBezTo>
                  <a:pt x="1991742" y="133189"/>
                  <a:pt x="2074341" y="55626"/>
                  <a:pt x="2171284" y="-73"/>
                </a:cubicBezTo>
                <a:lnTo>
                  <a:pt x="2171284" y="2151329"/>
                </a:lnTo>
                <a:close/>
              </a:path>
            </a:pathLst>
          </a:custGeom>
          <a:solidFill>
            <a:schemeClr val="accent2"/>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634EFC9-9435-416F-9F71-9ACD804CE676}"/>
              </a:ext>
            </a:extLst>
          </p:cNvPr>
          <p:cNvSpPr/>
          <p:nvPr userDrawn="1"/>
        </p:nvSpPr>
        <p:spPr>
          <a:xfrm>
            <a:off x="8205282" y="6199422"/>
            <a:ext cx="562481" cy="284695"/>
          </a:xfrm>
          <a:custGeom>
            <a:avLst/>
            <a:gdLst>
              <a:gd name="connsiteX0" fmla="*/ 2605793 w 2605792"/>
              <a:gd name="connsiteY0" fmla="*/ 1318898 h 1318898"/>
              <a:gd name="connsiteX1" fmla="*/ 2234098 w 2605792"/>
              <a:gd name="connsiteY1" fmla="*/ 663483 h 1318898"/>
              <a:gd name="connsiteX2" fmla="*/ 1862404 w 2605792"/>
              <a:gd name="connsiteY2" fmla="*/ 8058 h 1318898"/>
              <a:gd name="connsiteX3" fmla="*/ 1480642 w 2605792"/>
              <a:gd name="connsiteY3" fmla="*/ 657663 h 1318898"/>
              <a:gd name="connsiteX4" fmla="*/ 1305497 w 2605792"/>
              <a:gd name="connsiteY4" fmla="*/ 955691 h 1318898"/>
              <a:gd name="connsiteX5" fmla="*/ 1135218 w 2605792"/>
              <a:gd name="connsiteY5" fmla="*/ 655416 h 1318898"/>
              <a:gd name="connsiteX6" fmla="*/ 763524 w 2605792"/>
              <a:gd name="connsiteY6" fmla="*/ 0 h 1318898"/>
              <a:gd name="connsiteX7" fmla="*/ 381762 w 2605792"/>
              <a:gd name="connsiteY7" fmla="*/ 649605 h 1318898"/>
              <a:gd name="connsiteX8" fmla="*/ 0 w 2605792"/>
              <a:gd name="connsiteY8" fmla="*/ 1299210 h 1318898"/>
              <a:gd name="connsiteX9" fmla="*/ 753456 w 2605792"/>
              <a:gd name="connsiteY9" fmla="*/ 1305020 h 1318898"/>
              <a:gd name="connsiteX10" fmla="*/ 1506912 w 2605792"/>
              <a:gd name="connsiteY10" fmla="*/ 1310840 h 1318898"/>
              <a:gd name="connsiteX11" fmla="*/ 1506674 w 2605792"/>
              <a:gd name="connsiteY11" fmla="*/ 1310412 h 1318898"/>
              <a:gd name="connsiteX12" fmla="*/ 1852336 w 2605792"/>
              <a:gd name="connsiteY12" fmla="*/ 1313088 h 1318898"/>
              <a:gd name="connsiteX13" fmla="*/ 2605793 w 2605792"/>
              <a:gd name="connsiteY13" fmla="*/ 1318898 h 131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05792" h="1318898">
                <a:moveTo>
                  <a:pt x="2605793" y="1318898"/>
                </a:moveTo>
                <a:lnTo>
                  <a:pt x="2234098" y="663483"/>
                </a:lnTo>
                <a:lnTo>
                  <a:pt x="1862404" y="8058"/>
                </a:lnTo>
                <a:lnTo>
                  <a:pt x="1480642" y="657663"/>
                </a:lnTo>
                <a:lnTo>
                  <a:pt x="1305497" y="955691"/>
                </a:lnTo>
                <a:lnTo>
                  <a:pt x="1135218" y="655416"/>
                </a:lnTo>
                <a:lnTo>
                  <a:pt x="763524" y="0"/>
                </a:lnTo>
                <a:lnTo>
                  <a:pt x="381762" y="649605"/>
                </a:lnTo>
                <a:lnTo>
                  <a:pt x="0" y="1299210"/>
                </a:lnTo>
                <a:lnTo>
                  <a:pt x="753456" y="1305020"/>
                </a:lnTo>
                <a:lnTo>
                  <a:pt x="1506912" y="1310840"/>
                </a:lnTo>
                <a:lnTo>
                  <a:pt x="1506674" y="1310412"/>
                </a:lnTo>
                <a:lnTo>
                  <a:pt x="1852336" y="1313088"/>
                </a:lnTo>
                <a:lnTo>
                  <a:pt x="2605793" y="1318898"/>
                </a:lnTo>
                <a:close/>
              </a:path>
            </a:pathLst>
          </a:custGeom>
          <a:solidFill>
            <a:schemeClr val="accent1"/>
          </a:solidFill>
          <a:ln w="9525" cap="flat">
            <a:noFill/>
            <a:prstDash val="solid"/>
            <a:miter/>
          </a:ln>
        </p:spPr>
        <p:txBody>
          <a:bodyPr rtlCol="0" anchor="ctr"/>
          <a:lstStyle/>
          <a:p>
            <a:endParaRPr lang="en-US"/>
          </a:p>
        </p:txBody>
      </p:sp>
      <p:sp>
        <p:nvSpPr>
          <p:cNvPr id="24" name="Text Placeholder 23">
            <a:extLst>
              <a:ext uri="{FF2B5EF4-FFF2-40B4-BE49-F238E27FC236}">
                <a16:creationId xmlns:a16="http://schemas.microsoft.com/office/drawing/2014/main" id="{AF8B88C5-A0B4-414C-9D05-FA001AC5BF1B}"/>
              </a:ext>
            </a:extLst>
          </p:cNvPr>
          <p:cNvSpPr>
            <a:spLocks noGrp="1"/>
          </p:cNvSpPr>
          <p:nvPr>
            <p:ph type="body" sz="quarter" idx="10"/>
          </p:nvPr>
        </p:nvSpPr>
        <p:spPr>
          <a:xfrm>
            <a:off x="2316161" y="4522678"/>
            <a:ext cx="6300789" cy="496725"/>
          </a:xfrm>
        </p:spPr>
        <p:txBody>
          <a:bodyPr>
            <a:normAutofit/>
          </a:bodyPr>
          <a:lstStyle>
            <a:lvl1pPr marL="0" indent="0">
              <a:buNone/>
              <a:defRPr b="0">
                <a:solidFill>
                  <a:schemeClr val="bg2"/>
                </a:solidFill>
                <a:latin typeface="Inter SemiBold" panose="020B0502030000000004" pitchFamily="34" charset="0"/>
                <a:ea typeface="Inter SemiBold" panose="020B0502030000000004" pitchFamily="34" charset="0"/>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
        <p:nvSpPr>
          <p:cNvPr id="25" name="Text Placeholder 23">
            <a:extLst>
              <a:ext uri="{FF2B5EF4-FFF2-40B4-BE49-F238E27FC236}">
                <a16:creationId xmlns:a16="http://schemas.microsoft.com/office/drawing/2014/main" id="{A8E95EAD-4D11-408C-A543-78867EDAC11E}"/>
              </a:ext>
            </a:extLst>
          </p:cNvPr>
          <p:cNvSpPr>
            <a:spLocks noGrp="1"/>
          </p:cNvSpPr>
          <p:nvPr>
            <p:ph type="body" sz="quarter" idx="11"/>
          </p:nvPr>
        </p:nvSpPr>
        <p:spPr>
          <a:xfrm>
            <a:off x="2325393" y="5403520"/>
            <a:ext cx="6283957" cy="797255"/>
          </a:xfrm>
        </p:spPr>
        <p:txBody>
          <a:bodyPr>
            <a:normAutofit/>
          </a:bodyPr>
          <a:lstStyle>
            <a:lvl1pPr marL="0" indent="0">
              <a:buNone/>
              <a:defRPr sz="1400">
                <a:solidFill>
                  <a:schemeClr val="bg2"/>
                </a:solidFill>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189363463"/>
      </p:ext>
    </p:extLst>
  </p:cSld>
  <p:clrMapOvr>
    <a:masterClrMapping/>
  </p:clrMapOvr>
  <p:extLst>
    <p:ext uri="{DCECCB84-F9BA-43D5-87BE-67443E8EF086}">
      <p15:sldGuideLst xmlns:p15="http://schemas.microsoft.com/office/powerpoint/2012/main">
        <p15:guide id="1" pos="1459" userDrawn="1">
          <p15:clr>
            <a:srgbClr val="FBAE40"/>
          </p15:clr>
        </p15:guide>
        <p15:guide id="2" pos="5428" userDrawn="1">
          <p15:clr>
            <a:srgbClr val="FBAE40"/>
          </p15:clr>
        </p15:guide>
        <p15:guide id="3" orient="horz" pos="2364"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tel og innho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BB937F-B4E4-4D38-B9AE-ECCB527C97EB}"/>
              </a:ext>
            </a:extLst>
          </p:cNvPr>
          <p:cNvSpPr>
            <a:spLocks noGrp="1"/>
          </p:cNvSpPr>
          <p:nvPr>
            <p:ph type="sldNum" sz="quarter" idx="16"/>
          </p:nvPr>
        </p:nvSpPr>
        <p:spPr/>
        <p:txBody>
          <a:bodyPr/>
          <a:lstStyle/>
          <a:p>
            <a:fld id="{261FDEBC-E42D-42D0-B9CA-24127F1B2280}" type="slidenum">
              <a:rPr lang="nb-NO" noProof="0" smtClean="0"/>
              <a:pPr/>
              <a:t>‹#›</a:t>
            </a:fld>
            <a:endParaRPr lang="nb-NO" noProof="0"/>
          </a:p>
        </p:txBody>
      </p:sp>
      <p:sp>
        <p:nvSpPr>
          <p:cNvPr id="4" name="Title 3">
            <a:extLst>
              <a:ext uri="{FF2B5EF4-FFF2-40B4-BE49-F238E27FC236}">
                <a16:creationId xmlns:a16="http://schemas.microsoft.com/office/drawing/2014/main" id="{5054ACC8-2946-4D2A-9C31-A49E6D48BEE1}"/>
              </a:ext>
            </a:extLst>
          </p:cNvPr>
          <p:cNvSpPr>
            <a:spLocks noGrp="1"/>
          </p:cNvSpPr>
          <p:nvPr>
            <p:ph type="title"/>
          </p:nvPr>
        </p:nvSpPr>
        <p:spPr/>
        <p:txBody>
          <a:body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Content Placeholder 5">
            <a:extLst>
              <a:ext uri="{FF2B5EF4-FFF2-40B4-BE49-F238E27FC236}">
                <a16:creationId xmlns:a16="http://schemas.microsoft.com/office/drawing/2014/main" id="{611A7EBB-3399-4893-B2ED-2AB5528D3477}"/>
              </a:ext>
            </a:extLst>
          </p:cNvPr>
          <p:cNvSpPr>
            <a:spLocks noGrp="1"/>
          </p:cNvSpPr>
          <p:nvPr>
            <p:ph sz="quarter" idx="17"/>
          </p:nvPr>
        </p:nvSpPr>
        <p:spPr>
          <a:xfrm>
            <a:off x="839788" y="2097088"/>
            <a:ext cx="10514012" cy="4103687"/>
          </a:xfrm>
        </p:spPr>
        <p:txBody>
          <a:body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a:p>
            <a:pPr lvl="1"/>
            <a:r>
              <a:rPr lang="nb-NO" noProof="0"/>
              <a:t>Second </a:t>
            </a:r>
            <a:r>
              <a:rPr lang="nb-NO" noProof="0" err="1"/>
              <a:t>level</a:t>
            </a:r>
            <a:endParaRPr lang="nb-NO" noProof="0"/>
          </a:p>
          <a:p>
            <a:pPr lvl="2"/>
            <a:r>
              <a:rPr lang="nb-NO" noProof="0"/>
              <a:t>Third </a:t>
            </a:r>
            <a:r>
              <a:rPr lang="nb-NO" noProof="0" err="1"/>
              <a:t>level</a:t>
            </a:r>
            <a:endParaRPr lang="nb-NO" noProof="0"/>
          </a:p>
          <a:p>
            <a:pPr lvl="3"/>
            <a:r>
              <a:rPr lang="nb-NO" noProof="0" err="1"/>
              <a:t>Fourth</a:t>
            </a:r>
            <a:r>
              <a:rPr lang="nb-NO" noProof="0"/>
              <a:t> </a:t>
            </a:r>
            <a:r>
              <a:rPr lang="nb-NO" noProof="0" err="1"/>
              <a:t>level</a:t>
            </a:r>
            <a:endParaRPr lang="nb-NO" noProof="0"/>
          </a:p>
          <a:p>
            <a:pPr lvl="4"/>
            <a:r>
              <a:rPr lang="nb-NO" noProof="0"/>
              <a:t>Fifth </a:t>
            </a:r>
            <a:r>
              <a:rPr lang="nb-NO" noProof="0" err="1"/>
              <a:t>level</a:t>
            </a:r>
            <a:endParaRPr lang="nb-NO" noProof="0"/>
          </a:p>
        </p:txBody>
      </p:sp>
      <p:sp>
        <p:nvSpPr>
          <p:cNvPr id="7" name="Text Placeholder 6">
            <a:extLst>
              <a:ext uri="{FF2B5EF4-FFF2-40B4-BE49-F238E27FC236}">
                <a16:creationId xmlns:a16="http://schemas.microsoft.com/office/drawing/2014/main" id="{13FDA777-9394-43C9-8CC2-A99E170B0927}"/>
              </a:ext>
            </a:extLst>
          </p:cNvPr>
          <p:cNvSpPr>
            <a:spLocks noGrp="1"/>
          </p:cNvSpPr>
          <p:nvPr>
            <p:ph type="body" sz="quarter" idx="18"/>
          </p:nvPr>
        </p:nvSpPr>
        <p:spPr>
          <a:xfrm>
            <a:off x="839788" y="1304925"/>
            <a:ext cx="10512425" cy="608014"/>
          </a:xfrm>
        </p:spPr>
        <p:txBody>
          <a:bodyPr>
            <a:normAutofit/>
          </a:bodyPr>
          <a:lstStyle>
            <a:lvl1pPr marL="0" indent="0">
              <a:buNone/>
              <a:defRPr sz="2800" b="0">
                <a:solidFill>
                  <a:schemeClr val="tx2"/>
                </a:solidFill>
                <a:latin typeface="Inter SemiBold" panose="020B0502030000000004" pitchFamily="34" charset="0"/>
                <a:ea typeface="Inter SemiBold" panose="020B0502030000000004" pitchFamily="34" charset="0"/>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3112477957"/>
      </p:ext>
    </p:extLst>
  </p:cSld>
  <p:clrMapOvr>
    <a:masterClrMapping/>
  </p:clrMapOvr>
  <p:extLst>
    <p:ext uri="{DCECCB84-F9BA-43D5-87BE-67443E8EF086}">
      <p15:sldGuideLst xmlns:p15="http://schemas.microsoft.com/office/powerpoint/2012/main">
        <p15:guide id="1" orient="horz" pos="822"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tel og innhold to del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BB937F-B4E4-4D38-B9AE-ECCB527C97EB}"/>
              </a:ext>
            </a:extLst>
          </p:cNvPr>
          <p:cNvSpPr>
            <a:spLocks noGrp="1"/>
          </p:cNvSpPr>
          <p:nvPr>
            <p:ph type="sldNum" sz="quarter" idx="16"/>
          </p:nvPr>
        </p:nvSpPr>
        <p:spPr/>
        <p:txBody>
          <a:bodyPr/>
          <a:lstStyle/>
          <a:p>
            <a:fld id="{261FDEBC-E42D-42D0-B9CA-24127F1B2280}" type="slidenum">
              <a:rPr lang="nb-NO" noProof="0" smtClean="0"/>
              <a:pPr/>
              <a:t>‹#›</a:t>
            </a:fld>
            <a:endParaRPr lang="nb-NO" noProof="0"/>
          </a:p>
        </p:txBody>
      </p:sp>
      <p:sp>
        <p:nvSpPr>
          <p:cNvPr id="4" name="Title 3">
            <a:extLst>
              <a:ext uri="{FF2B5EF4-FFF2-40B4-BE49-F238E27FC236}">
                <a16:creationId xmlns:a16="http://schemas.microsoft.com/office/drawing/2014/main" id="{5054ACC8-2946-4D2A-9C31-A49E6D48BEE1}"/>
              </a:ext>
            </a:extLst>
          </p:cNvPr>
          <p:cNvSpPr>
            <a:spLocks noGrp="1"/>
          </p:cNvSpPr>
          <p:nvPr>
            <p:ph type="title"/>
          </p:nvPr>
        </p:nvSpPr>
        <p:spPr/>
        <p:txBody>
          <a:body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Content Placeholder 5">
            <a:extLst>
              <a:ext uri="{FF2B5EF4-FFF2-40B4-BE49-F238E27FC236}">
                <a16:creationId xmlns:a16="http://schemas.microsoft.com/office/drawing/2014/main" id="{611A7EBB-3399-4893-B2ED-2AB5528D3477}"/>
              </a:ext>
            </a:extLst>
          </p:cNvPr>
          <p:cNvSpPr>
            <a:spLocks noGrp="1"/>
          </p:cNvSpPr>
          <p:nvPr>
            <p:ph sz="quarter" idx="17"/>
          </p:nvPr>
        </p:nvSpPr>
        <p:spPr>
          <a:xfrm>
            <a:off x="839788" y="2097088"/>
            <a:ext cx="4932362" cy="4103687"/>
          </a:xfrm>
        </p:spPr>
        <p:txBody>
          <a:body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a:p>
            <a:pPr lvl="1"/>
            <a:r>
              <a:rPr lang="nb-NO" noProof="0"/>
              <a:t>Second </a:t>
            </a:r>
            <a:r>
              <a:rPr lang="nb-NO" noProof="0" err="1"/>
              <a:t>level</a:t>
            </a:r>
            <a:endParaRPr lang="nb-NO" noProof="0"/>
          </a:p>
          <a:p>
            <a:pPr lvl="2"/>
            <a:r>
              <a:rPr lang="nb-NO" noProof="0"/>
              <a:t>Third </a:t>
            </a:r>
            <a:r>
              <a:rPr lang="nb-NO" noProof="0" err="1"/>
              <a:t>level</a:t>
            </a:r>
            <a:endParaRPr lang="nb-NO" noProof="0"/>
          </a:p>
          <a:p>
            <a:pPr lvl="3"/>
            <a:r>
              <a:rPr lang="nb-NO" noProof="0" err="1"/>
              <a:t>Fourth</a:t>
            </a:r>
            <a:r>
              <a:rPr lang="nb-NO" noProof="0"/>
              <a:t> </a:t>
            </a:r>
            <a:r>
              <a:rPr lang="nb-NO" noProof="0" err="1"/>
              <a:t>level</a:t>
            </a:r>
            <a:endParaRPr lang="nb-NO" noProof="0"/>
          </a:p>
          <a:p>
            <a:pPr lvl="4"/>
            <a:r>
              <a:rPr lang="nb-NO" noProof="0"/>
              <a:t>Fifth </a:t>
            </a:r>
            <a:r>
              <a:rPr lang="nb-NO" noProof="0" err="1"/>
              <a:t>level</a:t>
            </a:r>
            <a:endParaRPr lang="nb-NO" noProof="0"/>
          </a:p>
        </p:txBody>
      </p:sp>
      <p:sp>
        <p:nvSpPr>
          <p:cNvPr id="7" name="Text Placeholder 6">
            <a:extLst>
              <a:ext uri="{FF2B5EF4-FFF2-40B4-BE49-F238E27FC236}">
                <a16:creationId xmlns:a16="http://schemas.microsoft.com/office/drawing/2014/main" id="{13FDA777-9394-43C9-8CC2-A99E170B0927}"/>
              </a:ext>
            </a:extLst>
          </p:cNvPr>
          <p:cNvSpPr>
            <a:spLocks noGrp="1"/>
          </p:cNvSpPr>
          <p:nvPr>
            <p:ph type="body" sz="quarter" idx="18"/>
          </p:nvPr>
        </p:nvSpPr>
        <p:spPr>
          <a:xfrm>
            <a:off x="839788" y="1304925"/>
            <a:ext cx="10512425" cy="608014"/>
          </a:xfrm>
        </p:spPr>
        <p:txBody>
          <a:bodyPr>
            <a:normAutofit/>
          </a:bodyPr>
          <a:lstStyle>
            <a:lvl1pPr marL="0" indent="0">
              <a:buNone/>
              <a:defRPr sz="2800" b="0">
                <a:solidFill>
                  <a:schemeClr val="tx2"/>
                </a:solidFill>
                <a:latin typeface="Inter SemiBold" panose="020B0502030000000004" pitchFamily="34" charset="0"/>
                <a:ea typeface="Inter SemiBold" panose="020B0502030000000004" pitchFamily="34" charset="0"/>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
        <p:nvSpPr>
          <p:cNvPr id="8" name="Content Placeholder 7">
            <a:extLst>
              <a:ext uri="{FF2B5EF4-FFF2-40B4-BE49-F238E27FC236}">
                <a16:creationId xmlns:a16="http://schemas.microsoft.com/office/drawing/2014/main" id="{B51E888E-743F-4571-9AFC-D2D0A84D79D0}"/>
              </a:ext>
            </a:extLst>
          </p:cNvPr>
          <p:cNvSpPr>
            <a:spLocks noGrp="1"/>
          </p:cNvSpPr>
          <p:nvPr>
            <p:ph sz="quarter" idx="19"/>
          </p:nvPr>
        </p:nvSpPr>
        <p:spPr>
          <a:xfrm>
            <a:off x="6419851" y="2097088"/>
            <a:ext cx="4933950" cy="4103687"/>
          </a:xfrm>
        </p:spPr>
        <p:txBody>
          <a:body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a:p>
            <a:pPr lvl="1"/>
            <a:r>
              <a:rPr lang="nb-NO" noProof="0"/>
              <a:t>Second </a:t>
            </a:r>
            <a:r>
              <a:rPr lang="nb-NO" noProof="0" err="1"/>
              <a:t>level</a:t>
            </a:r>
            <a:endParaRPr lang="nb-NO" noProof="0"/>
          </a:p>
          <a:p>
            <a:pPr lvl="2"/>
            <a:r>
              <a:rPr lang="nb-NO" noProof="0"/>
              <a:t>Third </a:t>
            </a:r>
            <a:r>
              <a:rPr lang="nb-NO" noProof="0" err="1"/>
              <a:t>level</a:t>
            </a:r>
            <a:endParaRPr lang="nb-NO" noProof="0"/>
          </a:p>
          <a:p>
            <a:pPr lvl="3"/>
            <a:r>
              <a:rPr lang="nb-NO" noProof="0" err="1"/>
              <a:t>Fourth</a:t>
            </a:r>
            <a:r>
              <a:rPr lang="nb-NO" noProof="0"/>
              <a:t> </a:t>
            </a:r>
            <a:r>
              <a:rPr lang="nb-NO" noProof="0" err="1"/>
              <a:t>level</a:t>
            </a:r>
            <a:endParaRPr lang="nb-NO" noProof="0"/>
          </a:p>
          <a:p>
            <a:pPr lvl="4"/>
            <a:r>
              <a:rPr lang="nb-NO" noProof="0"/>
              <a:t>Fifth </a:t>
            </a:r>
            <a:r>
              <a:rPr lang="nb-NO" noProof="0" err="1"/>
              <a:t>level</a:t>
            </a:r>
            <a:endParaRPr lang="nb-NO" noProof="0"/>
          </a:p>
        </p:txBody>
      </p:sp>
    </p:spTree>
    <p:extLst>
      <p:ext uri="{BB962C8B-B14F-4D97-AF65-F5344CB8AC3E}">
        <p14:creationId xmlns:p14="http://schemas.microsoft.com/office/powerpoint/2010/main" val="1832993155"/>
      </p:ext>
    </p:extLst>
  </p:cSld>
  <p:clrMapOvr>
    <a:masterClrMapping/>
  </p:clrMapOvr>
  <p:extLst>
    <p:ext uri="{DCECCB84-F9BA-43D5-87BE-67443E8EF086}">
      <p15:sldGuideLst xmlns:p15="http://schemas.microsoft.com/office/powerpoint/2012/main">
        <p15:guide id="1" orient="horz" pos="822" userDrawn="1">
          <p15:clr>
            <a:srgbClr val="FBAE40"/>
          </p15:clr>
        </p15:guide>
        <p15:guide id="2" pos="3636" userDrawn="1">
          <p15:clr>
            <a:srgbClr val="FBAE40"/>
          </p15:clr>
        </p15:guide>
        <p15:guide id="3" pos="4044"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tel og innhold tre del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BB937F-B4E4-4D38-B9AE-ECCB527C97EB}"/>
              </a:ext>
            </a:extLst>
          </p:cNvPr>
          <p:cNvSpPr>
            <a:spLocks noGrp="1"/>
          </p:cNvSpPr>
          <p:nvPr>
            <p:ph type="sldNum" sz="quarter" idx="16"/>
          </p:nvPr>
        </p:nvSpPr>
        <p:spPr/>
        <p:txBody>
          <a:bodyPr/>
          <a:lstStyle/>
          <a:p>
            <a:fld id="{261FDEBC-E42D-42D0-B9CA-24127F1B2280}" type="slidenum">
              <a:rPr lang="nb-NO" noProof="0" smtClean="0"/>
              <a:pPr/>
              <a:t>‹#›</a:t>
            </a:fld>
            <a:endParaRPr lang="nb-NO" noProof="0"/>
          </a:p>
        </p:txBody>
      </p:sp>
      <p:sp>
        <p:nvSpPr>
          <p:cNvPr id="4" name="Title 3">
            <a:extLst>
              <a:ext uri="{FF2B5EF4-FFF2-40B4-BE49-F238E27FC236}">
                <a16:creationId xmlns:a16="http://schemas.microsoft.com/office/drawing/2014/main" id="{5054ACC8-2946-4D2A-9C31-A49E6D48BEE1}"/>
              </a:ext>
            </a:extLst>
          </p:cNvPr>
          <p:cNvSpPr>
            <a:spLocks noGrp="1"/>
          </p:cNvSpPr>
          <p:nvPr>
            <p:ph type="title"/>
          </p:nvPr>
        </p:nvSpPr>
        <p:spPr/>
        <p:txBody>
          <a:body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Content Placeholder 5">
            <a:extLst>
              <a:ext uri="{FF2B5EF4-FFF2-40B4-BE49-F238E27FC236}">
                <a16:creationId xmlns:a16="http://schemas.microsoft.com/office/drawing/2014/main" id="{611A7EBB-3399-4893-B2ED-2AB5528D3477}"/>
              </a:ext>
            </a:extLst>
          </p:cNvPr>
          <p:cNvSpPr>
            <a:spLocks noGrp="1"/>
          </p:cNvSpPr>
          <p:nvPr>
            <p:ph sz="quarter" idx="17"/>
          </p:nvPr>
        </p:nvSpPr>
        <p:spPr>
          <a:xfrm>
            <a:off x="839788" y="2097088"/>
            <a:ext cx="3060700" cy="4103687"/>
          </a:xfrm>
        </p:spPr>
        <p:txBody>
          <a:body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a:p>
            <a:pPr lvl="1"/>
            <a:r>
              <a:rPr lang="nb-NO" noProof="0"/>
              <a:t>Second </a:t>
            </a:r>
            <a:r>
              <a:rPr lang="nb-NO" noProof="0" err="1"/>
              <a:t>level</a:t>
            </a:r>
            <a:endParaRPr lang="nb-NO" noProof="0"/>
          </a:p>
          <a:p>
            <a:pPr lvl="2"/>
            <a:r>
              <a:rPr lang="nb-NO" noProof="0"/>
              <a:t>Third </a:t>
            </a:r>
            <a:r>
              <a:rPr lang="nb-NO" noProof="0" err="1"/>
              <a:t>level</a:t>
            </a:r>
            <a:endParaRPr lang="nb-NO" noProof="0"/>
          </a:p>
          <a:p>
            <a:pPr lvl="3"/>
            <a:r>
              <a:rPr lang="nb-NO" noProof="0" err="1"/>
              <a:t>Fourth</a:t>
            </a:r>
            <a:r>
              <a:rPr lang="nb-NO" noProof="0"/>
              <a:t> </a:t>
            </a:r>
            <a:r>
              <a:rPr lang="nb-NO" noProof="0" err="1"/>
              <a:t>level</a:t>
            </a:r>
            <a:endParaRPr lang="nb-NO" noProof="0"/>
          </a:p>
          <a:p>
            <a:pPr lvl="4"/>
            <a:r>
              <a:rPr lang="nb-NO" noProof="0"/>
              <a:t>Fifth </a:t>
            </a:r>
            <a:r>
              <a:rPr lang="nb-NO" noProof="0" err="1"/>
              <a:t>level</a:t>
            </a:r>
            <a:endParaRPr lang="nb-NO" noProof="0"/>
          </a:p>
        </p:txBody>
      </p:sp>
      <p:sp>
        <p:nvSpPr>
          <p:cNvPr id="7" name="Text Placeholder 6">
            <a:extLst>
              <a:ext uri="{FF2B5EF4-FFF2-40B4-BE49-F238E27FC236}">
                <a16:creationId xmlns:a16="http://schemas.microsoft.com/office/drawing/2014/main" id="{13FDA777-9394-43C9-8CC2-A99E170B0927}"/>
              </a:ext>
            </a:extLst>
          </p:cNvPr>
          <p:cNvSpPr>
            <a:spLocks noGrp="1"/>
          </p:cNvSpPr>
          <p:nvPr>
            <p:ph type="body" sz="quarter" idx="18"/>
          </p:nvPr>
        </p:nvSpPr>
        <p:spPr>
          <a:xfrm>
            <a:off x="839788" y="1304925"/>
            <a:ext cx="10512425" cy="608014"/>
          </a:xfrm>
        </p:spPr>
        <p:txBody>
          <a:bodyPr>
            <a:normAutofit/>
          </a:bodyPr>
          <a:lstStyle>
            <a:lvl1pPr marL="0" indent="0">
              <a:buNone/>
              <a:defRPr sz="2800" b="0">
                <a:solidFill>
                  <a:schemeClr val="tx2"/>
                </a:solidFill>
                <a:latin typeface="Inter SemiBold" panose="020B0502030000000004" pitchFamily="34" charset="0"/>
                <a:ea typeface="Inter SemiBold" panose="020B0502030000000004" pitchFamily="34" charset="0"/>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
        <p:nvSpPr>
          <p:cNvPr id="8" name="Content Placeholder 7">
            <a:extLst>
              <a:ext uri="{FF2B5EF4-FFF2-40B4-BE49-F238E27FC236}">
                <a16:creationId xmlns:a16="http://schemas.microsoft.com/office/drawing/2014/main" id="{B51E888E-743F-4571-9AFC-D2D0A84D79D0}"/>
              </a:ext>
            </a:extLst>
          </p:cNvPr>
          <p:cNvSpPr>
            <a:spLocks noGrp="1"/>
          </p:cNvSpPr>
          <p:nvPr>
            <p:ph sz="quarter" idx="19"/>
          </p:nvPr>
        </p:nvSpPr>
        <p:spPr>
          <a:xfrm>
            <a:off x="8291513" y="2097088"/>
            <a:ext cx="3062287" cy="4103687"/>
          </a:xfrm>
        </p:spPr>
        <p:txBody>
          <a:body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a:p>
            <a:pPr lvl="1"/>
            <a:r>
              <a:rPr lang="nb-NO" noProof="0"/>
              <a:t>Second </a:t>
            </a:r>
            <a:r>
              <a:rPr lang="nb-NO" noProof="0" err="1"/>
              <a:t>level</a:t>
            </a:r>
            <a:endParaRPr lang="nb-NO" noProof="0"/>
          </a:p>
          <a:p>
            <a:pPr lvl="2"/>
            <a:r>
              <a:rPr lang="nb-NO" noProof="0"/>
              <a:t>Third </a:t>
            </a:r>
            <a:r>
              <a:rPr lang="nb-NO" noProof="0" err="1"/>
              <a:t>level</a:t>
            </a:r>
            <a:endParaRPr lang="nb-NO" noProof="0"/>
          </a:p>
          <a:p>
            <a:pPr lvl="3"/>
            <a:r>
              <a:rPr lang="nb-NO" noProof="0" err="1"/>
              <a:t>Fourth</a:t>
            </a:r>
            <a:r>
              <a:rPr lang="nb-NO" noProof="0"/>
              <a:t> </a:t>
            </a:r>
            <a:r>
              <a:rPr lang="nb-NO" noProof="0" err="1"/>
              <a:t>level</a:t>
            </a:r>
            <a:endParaRPr lang="nb-NO" noProof="0"/>
          </a:p>
          <a:p>
            <a:pPr lvl="4"/>
            <a:r>
              <a:rPr lang="nb-NO" noProof="0"/>
              <a:t>Fifth </a:t>
            </a:r>
            <a:r>
              <a:rPr lang="nb-NO" noProof="0" err="1"/>
              <a:t>level</a:t>
            </a:r>
            <a:endParaRPr lang="nb-NO" noProof="0"/>
          </a:p>
        </p:txBody>
      </p:sp>
      <p:sp>
        <p:nvSpPr>
          <p:cNvPr id="11" name="Content Placeholder 5">
            <a:extLst>
              <a:ext uri="{FF2B5EF4-FFF2-40B4-BE49-F238E27FC236}">
                <a16:creationId xmlns:a16="http://schemas.microsoft.com/office/drawing/2014/main" id="{B768B532-41DC-4774-AEC1-0AB166390D97}"/>
              </a:ext>
            </a:extLst>
          </p:cNvPr>
          <p:cNvSpPr>
            <a:spLocks noGrp="1"/>
          </p:cNvSpPr>
          <p:nvPr>
            <p:ph sz="quarter" idx="20"/>
          </p:nvPr>
        </p:nvSpPr>
        <p:spPr>
          <a:xfrm>
            <a:off x="4548187" y="2098677"/>
            <a:ext cx="3095625" cy="4103687"/>
          </a:xfrm>
        </p:spPr>
        <p:txBody>
          <a:body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a:p>
            <a:pPr lvl="1"/>
            <a:r>
              <a:rPr lang="nb-NO" noProof="0"/>
              <a:t>Second </a:t>
            </a:r>
            <a:r>
              <a:rPr lang="nb-NO" noProof="0" err="1"/>
              <a:t>level</a:t>
            </a:r>
            <a:endParaRPr lang="nb-NO" noProof="0"/>
          </a:p>
          <a:p>
            <a:pPr lvl="2"/>
            <a:r>
              <a:rPr lang="nb-NO" noProof="0"/>
              <a:t>Third </a:t>
            </a:r>
            <a:r>
              <a:rPr lang="nb-NO" noProof="0" err="1"/>
              <a:t>level</a:t>
            </a:r>
            <a:endParaRPr lang="nb-NO" noProof="0"/>
          </a:p>
          <a:p>
            <a:pPr lvl="3"/>
            <a:r>
              <a:rPr lang="nb-NO" noProof="0" err="1"/>
              <a:t>Fourth</a:t>
            </a:r>
            <a:r>
              <a:rPr lang="nb-NO" noProof="0"/>
              <a:t> </a:t>
            </a:r>
            <a:r>
              <a:rPr lang="nb-NO" noProof="0" err="1"/>
              <a:t>level</a:t>
            </a:r>
            <a:endParaRPr lang="nb-NO" noProof="0"/>
          </a:p>
          <a:p>
            <a:pPr lvl="4"/>
            <a:r>
              <a:rPr lang="nb-NO" noProof="0"/>
              <a:t>Fifth </a:t>
            </a:r>
            <a:r>
              <a:rPr lang="nb-NO" noProof="0" err="1"/>
              <a:t>level</a:t>
            </a:r>
            <a:endParaRPr lang="nb-NO" noProof="0"/>
          </a:p>
        </p:txBody>
      </p:sp>
    </p:spTree>
    <p:extLst>
      <p:ext uri="{BB962C8B-B14F-4D97-AF65-F5344CB8AC3E}">
        <p14:creationId xmlns:p14="http://schemas.microsoft.com/office/powerpoint/2010/main" val="1760138815"/>
      </p:ext>
    </p:extLst>
  </p:cSld>
  <p:clrMapOvr>
    <a:masterClrMapping/>
  </p:clrMapOvr>
  <p:extLst>
    <p:ext uri="{DCECCB84-F9BA-43D5-87BE-67443E8EF086}">
      <p15:sldGuideLst xmlns:p15="http://schemas.microsoft.com/office/powerpoint/2012/main">
        <p15:guide id="1" orient="horz" pos="822" userDrawn="1">
          <p15:clr>
            <a:srgbClr val="FBAE40"/>
          </p15:clr>
        </p15:guide>
        <p15:guide id="2" pos="2457" userDrawn="1">
          <p15:clr>
            <a:srgbClr val="FBAE40"/>
          </p15:clr>
        </p15:guide>
        <p15:guide id="3" pos="5223" userDrawn="1">
          <p15:clr>
            <a:srgbClr val="FBAE40"/>
          </p15:clr>
        </p15:guide>
        <p15:guide id="4" pos="2865" userDrawn="1">
          <p15:clr>
            <a:srgbClr val="FBAE40"/>
          </p15:clr>
        </p15:guide>
        <p15:guide id="5" pos="4815"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tel">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BB937F-B4E4-4D38-B9AE-ECCB527C97EB}"/>
              </a:ext>
            </a:extLst>
          </p:cNvPr>
          <p:cNvSpPr>
            <a:spLocks noGrp="1"/>
          </p:cNvSpPr>
          <p:nvPr>
            <p:ph type="sldNum" sz="quarter" idx="16"/>
          </p:nvPr>
        </p:nvSpPr>
        <p:spPr/>
        <p:txBody>
          <a:bodyPr/>
          <a:lstStyle/>
          <a:p>
            <a:fld id="{261FDEBC-E42D-42D0-B9CA-24127F1B2280}" type="slidenum">
              <a:rPr lang="nb-NO" noProof="0" smtClean="0"/>
              <a:pPr/>
              <a:t>‹#›</a:t>
            </a:fld>
            <a:endParaRPr lang="nb-NO" noProof="0"/>
          </a:p>
        </p:txBody>
      </p:sp>
      <p:sp>
        <p:nvSpPr>
          <p:cNvPr id="4" name="Title 3">
            <a:extLst>
              <a:ext uri="{FF2B5EF4-FFF2-40B4-BE49-F238E27FC236}">
                <a16:creationId xmlns:a16="http://schemas.microsoft.com/office/drawing/2014/main" id="{5054ACC8-2946-4D2A-9C31-A49E6D48BEE1}"/>
              </a:ext>
            </a:extLst>
          </p:cNvPr>
          <p:cNvSpPr>
            <a:spLocks noGrp="1"/>
          </p:cNvSpPr>
          <p:nvPr>
            <p:ph type="title"/>
          </p:nvPr>
        </p:nvSpPr>
        <p:spPr/>
        <p:txBody>
          <a:body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7" name="Text Placeholder 6">
            <a:extLst>
              <a:ext uri="{FF2B5EF4-FFF2-40B4-BE49-F238E27FC236}">
                <a16:creationId xmlns:a16="http://schemas.microsoft.com/office/drawing/2014/main" id="{13FDA777-9394-43C9-8CC2-A99E170B0927}"/>
              </a:ext>
            </a:extLst>
          </p:cNvPr>
          <p:cNvSpPr>
            <a:spLocks noGrp="1"/>
          </p:cNvSpPr>
          <p:nvPr>
            <p:ph type="body" sz="quarter" idx="18"/>
          </p:nvPr>
        </p:nvSpPr>
        <p:spPr>
          <a:xfrm>
            <a:off x="839788" y="1304925"/>
            <a:ext cx="10512425" cy="608014"/>
          </a:xfrm>
        </p:spPr>
        <p:txBody>
          <a:bodyPr>
            <a:normAutofit/>
          </a:bodyPr>
          <a:lstStyle>
            <a:lvl1pPr marL="0" indent="0">
              <a:buNone/>
              <a:defRPr sz="2800" b="0">
                <a:solidFill>
                  <a:schemeClr val="tx2"/>
                </a:solidFill>
                <a:latin typeface="Inter SemiBold" panose="020B0502030000000004" pitchFamily="34" charset="0"/>
                <a:ea typeface="Inter SemiBold" panose="020B0502030000000004" pitchFamily="34" charset="0"/>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3104012522"/>
      </p:ext>
    </p:extLst>
  </p:cSld>
  <p:clrMapOvr>
    <a:masterClrMapping/>
  </p:clrMapOvr>
  <p:extLst>
    <p:ext uri="{DCECCB84-F9BA-43D5-87BE-67443E8EF086}">
      <p15:sldGuideLst xmlns:p15="http://schemas.microsoft.com/office/powerpoint/2012/main">
        <p15:guide id="1" orient="horz" pos="822" userDrawn="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tel og tekst alternativ">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E829F-C6B1-4E47-BE73-78ADAC85651B}"/>
              </a:ext>
            </a:extLst>
          </p:cNvPr>
          <p:cNvSpPr>
            <a:spLocks noGrp="1"/>
          </p:cNvSpPr>
          <p:nvPr>
            <p:ph type="title"/>
          </p:nvPr>
        </p:nvSpPr>
        <p:spPr>
          <a:xfrm>
            <a:off x="839788" y="3012193"/>
            <a:ext cx="10512425" cy="992117"/>
          </a:xfrm>
        </p:spPr>
        <p:txBody>
          <a:body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4" name="Text Placeholder 3">
            <a:extLst>
              <a:ext uri="{FF2B5EF4-FFF2-40B4-BE49-F238E27FC236}">
                <a16:creationId xmlns:a16="http://schemas.microsoft.com/office/drawing/2014/main" id="{38B6F8E5-4F25-4B20-9C00-5D1EE30C25E3}"/>
              </a:ext>
            </a:extLst>
          </p:cNvPr>
          <p:cNvSpPr>
            <a:spLocks noGrp="1"/>
          </p:cNvSpPr>
          <p:nvPr>
            <p:ph type="body" sz="quarter" idx="10"/>
          </p:nvPr>
        </p:nvSpPr>
        <p:spPr>
          <a:xfrm>
            <a:off x="839788" y="4004310"/>
            <a:ext cx="10512425" cy="2196465"/>
          </a:xfrm>
        </p:spPr>
        <p:txBody>
          <a:body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a:p>
            <a:pPr lvl="1"/>
            <a:r>
              <a:rPr lang="nb-NO" noProof="0"/>
              <a:t>Second </a:t>
            </a:r>
            <a:r>
              <a:rPr lang="nb-NO" noProof="0" err="1"/>
              <a:t>level</a:t>
            </a:r>
            <a:endParaRPr lang="nb-NO" noProof="0"/>
          </a:p>
          <a:p>
            <a:pPr lvl="2"/>
            <a:r>
              <a:rPr lang="nb-NO" noProof="0"/>
              <a:t>Third </a:t>
            </a:r>
            <a:r>
              <a:rPr lang="nb-NO" noProof="0" err="1"/>
              <a:t>level</a:t>
            </a:r>
            <a:endParaRPr lang="nb-NO" noProof="0"/>
          </a:p>
          <a:p>
            <a:pPr lvl="3"/>
            <a:r>
              <a:rPr lang="nb-NO" noProof="0" err="1"/>
              <a:t>Fourth</a:t>
            </a:r>
            <a:r>
              <a:rPr lang="nb-NO" noProof="0"/>
              <a:t> </a:t>
            </a:r>
            <a:r>
              <a:rPr lang="nb-NO" noProof="0" err="1"/>
              <a:t>level</a:t>
            </a:r>
            <a:endParaRPr lang="nb-NO" noProof="0"/>
          </a:p>
          <a:p>
            <a:pPr lvl="4"/>
            <a:r>
              <a:rPr lang="nb-NO" noProof="0"/>
              <a:t>Fifth </a:t>
            </a:r>
            <a:r>
              <a:rPr lang="nb-NO" noProof="0" err="1"/>
              <a:t>level</a:t>
            </a:r>
            <a:endParaRPr lang="nb-NO" noProof="0"/>
          </a:p>
        </p:txBody>
      </p:sp>
    </p:spTree>
    <p:extLst>
      <p:ext uri="{BB962C8B-B14F-4D97-AF65-F5344CB8AC3E}">
        <p14:creationId xmlns:p14="http://schemas.microsoft.com/office/powerpoint/2010/main" val="35873620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tel og bilde helside">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21793A7B-AE56-C74D-83CD-6C0067FBC033}"/>
              </a:ext>
            </a:extLst>
          </p:cNvPr>
          <p:cNvSpPr>
            <a:spLocks noGrp="1"/>
          </p:cNvSpPr>
          <p:nvPr>
            <p:ph type="pic" sz="quarter" idx="15"/>
          </p:nvPr>
        </p:nvSpPr>
        <p:spPr>
          <a:xfrm>
            <a:off x="0" y="0"/>
            <a:ext cx="12192000" cy="6858000"/>
          </a:xfrm>
          <a:prstGeom prst="rect">
            <a:avLst/>
          </a:prstGeom>
        </p:spPr>
        <p:txBody>
          <a:bodyPr anchor="ctr"/>
          <a:lstStyle>
            <a:lvl1pPr marL="0" indent="0" algn="ctr">
              <a:buNone/>
              <a:defRPr sz="16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2" name="Title 1">
            <a:extLst>
              <a:ext uri="{FF2B5EF4-FFF2-40B4-BE49-F238E27FC236}">
                <a16:creationId xmlns:a16="http://schemas.microsoft.com/office/drawing/2014/main" id="{B154E7DB-23CD-4B89-B557-9FC8FFE20DF2}"/>
              </a:ext>
            </a:extLst>
          </p:cNvPr>
          <p:cNvSpPr>
            <a:spLocks noGrp="1"/>
          </p:cNvSpPr>
          <p:nvPr>
            <p:ph type="title"/>
          </p:nvPr>
        </p:nvSpPr>
        <p:spPr>
          <a:xfrm>
            <a:off x="839788" y="5016817"/>
            <a:ext cx="10512425" cy="1183958"/>
          </a:xfrm>
        </p:spPr>
        <p:txBody>
          <a:bodyPr anchor="b"/>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Tree>
    <p:extLst>
      <p:ext uri="{BB962C8B-B14F-4D97-AF65-F5344CB8AC3E}">
        <p14:creationId xmlns:p14="http://schemas.microsoft.com/office/powerpoint/2010/main" val="340388569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am presentasjon">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ED25A7A-261A-0B43-A8E9-F01017A8A176}"/>
              </a:ext>
            </a:extLst>
          </p:cNvPr>
          <p:cNvSpPr>
            <a:spLocks noGrp="1"/>
          </p:cNvSpPr>
          <p:nvPr>
            <p:ph type="pic" sz="quarter" idx="11"/>
          </p:nvPr>
        </p:nvSpPr>
        <p:spPr>
          <a:xfrm>
            <a:off x="1464082" y="2663280"/>
            <a:ext cx="1212850" cy="1530350"/>
          </a:xfrm>
          <a:prstGeom prst="rect">
            <a:avLst/>
          </a:prstGeom>
        </p:spPr>
        <p:txBody>
          <a:bodyPr anchor="ctr"/>
          <a:lstStyle>
            <a:lvl1pPr marL="0" indent="0" algn="ctr">
              <a:buNone/>
              <a:defRPr sz="14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39" name="Picture Placeholder 8">
            <a:extLst>
              <a:ext uri="{FF2B5EF4-FFF2-40B4-BE49-F238E27FC236}">
                <a16:creationId xmlns:a16="http://schemas.microsoft.com/office/drawing/2014/main" id="{9166DD9E-55E8-7C4D-A3FB-F01421C54124}"/>
              </a:ext>
            </a:extLst>
          </p:cNvPr>
          <p:cNvSpPr>
            <a:spLocks noGrp="1"/>
          </p:cNvSpPr>
          <p:nvPr>
            <p:ph type="pic" sz="quarter" idx="12"/>
          </p:nvPr>
        </p:nvSpPr>
        <p:spPr>
          <a:xfrm>
            <a:off x="3070275" y="2663280"/>
            <a:ext cx="1212850" cy="1530350"/>
          </a:xfrm>
          <a:prstGeom prst="rect">
            <a:avLst/>
          </a:prstGeom>
        </p:spPr>
        <p:txBody>
          <a:bodyPr anchor="ctr"/>
          <a:lstStyle>
            <a:lvl1pPr marL="0" indent="0" algn="ctr">
              <a:buNone/>
              <a:defRPr sz="14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40" name="Picture Placeholder 8">
            <a:extLst>
              <a:ext uri="{FF2B5EF4-FFF2-40B4-BE49-F238E27FC236}">
                <a16:creationId xmlns:a16="http://schemas.microsoft.com/office/drawing/2014/main" id="{869A3281-93B9-D044-95C7-95EE88207E90}"/>
              </a:ext>
            </a:extLst>
          </p:cNvPr>
          <p:cNvSpPr>
            <a:spLocks noGrp="1"/>
          </p:cNvSpPr>
          <p:nvPr>
            <p:ph type="pic" sz="quarter" idx="13"/>
          </p:nvPr>
        </p:nvSpPr>
        <p:spPr>
          <a:xfrm>
            <a:off x="4676468" y="2663280"/>
            <a:ext cx="1212850" cy="1530350"/>
          </a:xfrm>
          <a:prstGeom prst="rect">
            <a:avLst/>
          </a:prstGeom>
        </p:spPr>
        <p:txBody>
          <a:bodyPr anchor="ctr"/>
          <a:lstStyle>
            <a:lvl1pPr marL="0" indent="0" algn="ctr">
              <a:buNone/>
              <a:defRPr sz="14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41" name="Picture Placeholder 8">
            <a:extLst>
              <a:ext uri="{FF2B5EF4-FFF2-40B4-BE49-F238E27FC236}">
                <a16:creationId xmlns:a16="http://schemas.microsoft.com/office/drawing/2014/main" id="{04C4C85B-DBC6-1C48-8254-CC69EED702D3}"/>
              </a:ext>
            </a:extLst>
          </p:cNvPr>
          <p:cNvSpPr>
            <a:spLocks noGrp="1"/>
          </p:cNvSpPr>
          <p:nvPr>
            <p:ph type="pic" sz="quarter" idx="14"/>
          </p:nvPr>
        </p:nvSpPr>
        <p:spPr>
          <a:xfrm>
            <a:off x="6282661" y="2663280"/>
            <a:ext cx="1212850" cy="1530350"/>
          </a:xfrm>
          <a:prstGeom prst="rect">
            <a:avLst/>
          </a:prstGeom>
        </p:spPr>
        <p:txBody>
          <a:bodyPr anchor="ctr"/>
          <a:lstStyle>
            <a:lvl1pPr marL="0" indent="0" algn="ctr">
              <a:buNone/>
              <a:defRPr sz="14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42" name="Picture Placeholder 8">
            <a:extLst>
              <a:ext uri="{FF2B5EF4-FFF2-40B4-BE49-F238E27FC236}">
                <a16:creationId xmlns:a16="http://schemas.microsoft.com/office/drawing/2014/main" id="{E176FB11-84E3-7D49-9208-B88D1A3862F9}"/>
              </a:ext>
            </a:extLst>
          </p:cNvPr>
          <p:cNvSpPr>
            <a:spLocks noGrp="1"/>
          </p:cNvSpPr>
          <p:nvPr>
            <p:ph type="pic" sz="quarter" idx="15"/>
          </p:nvPr>
        </p:nvSpPr>
        <p:spPr>
          <a:xfrm>
            <a:off x="7888854" y="2663280"/>
            <a:ext cx="1212850" cy="1530350"/>
          </a:xfrm>
          <a:prstGeom prst="rect">
            <a:avLst/>
          </a:prstGeom>
        </p:spPr>
        <p:txBody>
          <a:bodyPr anchor="ctr"/>
          <a:lstStyle>
            <a:lvl1pPr marL="0" indent="0" algn="ctr">
              <a:buNone/>
              <a:defRPr sz="14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43" name="Picture Placeholder 8">
            <a:extLst>
              <a:ext uri="{FF2B5EF4-FFF2-40B4-BE49-F238E27FC236}">
                <a16:creationId xmlns:a16="http://schemas.microsoft.com/office/drawing/2014/main" id="{51E255ED-408C-D643-901C-F53FAC705403}"/>
              </a:ext>
            </a:extLst>
          </p:cNvPr>
          <p:cNvSpPr>
            <a:spLocks noGrp="1"/>
          </p:cNvSpPr>
          <p:nvPr>
            <p:ph type="pic" sz="quarter" idx="16"/>
          </p:nvPr>
        </p:nvSpPr>
        <p:spPr>
          <a:xfrm>
            <a:off x="9495047" y="2663280"/>
            <a:ext cx="1212850" cy="1530350"/>
          </a:xfrm>
          <a:prstGeom prst="rect">
            <a:avLst/>
          </a:prstGeom>
        </p:spPr>
        <p:txBody>
          <a:bodyPr anchor="ctr"/>
          <a:lstStyle>
            <a:lvl1pPr marL="0" indent="0" algn="ctr">
              <a:buNone/>
              <a:defRPr sz="14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23" name="Text Placeholder 43">
            <a:extLst>
              <a:ext uri="{FF2B5EF4-FFF2-40B4-BE49-F238E27FC236}">
                <a16:creationId xmlns:a16="http://schemas.microsoft.com/office/drawing/2014/main" id="{35CFAD26-538C-DC40-8739-EEB6E082782A}"/>
              </a:ext>
            </a:extLst>
          </p:cNvPr>
          <p:cNvSpPr>
            <a:spLocks noGrp="1"/>
          </p:cNvSpPr>
          <p:nvPr>
            <p:ph type="body" sz="quarter" idx="17" hasCustomPrompt="1"/>
          </p:nvPr>
        </p:nvSpPr>
        <p:spPr>
          <a:xfrm>
            <a:off x="1464082" y="4625082"/>
            <a:ext cx="1440287" cy="256481"/>
          </a:xfrm>
          <a:prstGeom prst="rect">
            <a:avLst/>
          </a:prstGeom>
        </p:spPr>
        <p:txBody>
          <a:bodyPr>
            <a:normAutofit/>
          </a:bodyPr>
          <a:lstStyle>
            <a:lvl1pPr marL="0" indent="0">
              <a:buNone/>
              <a:defRPr lang="en-NO" sz="1050" kern="1200" cap="all" baseline="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TITTEL</a:t>
            </a:r>
          </a:p>
        </p:txBody>
      </p:sp>
      <p:sp>
        <p:nvSpPr>
          <p:cNvPr id="2" name="Title 1">
            <a:extLst>
              <a:ext uri="{FF2B5EF4-FFF2-40B4-BE49-F238E27FC236}">
                <a16:creationId xmlns:a16="http://schemas.microsoft.com/office/drawing/2014/main" id="{669511DB-D674-420C-B7DB-FCE430DD65E2}"/>
              </a:ext>
            </a:extLst>
          </p:cNvPr>
          <p:cNvSpPr>
            <a:spLocks noGrp="1"/>
          </p:cNvSpPr>
          <p:nvPr>
            <p:ph type="title"/>
          </p:nvPr>
        </p:nvSpPr>
        <p:spPr/>
        <p:txBody>
          <a:body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15" name="Text Placeholder 6">
            <a:extLst>
              <a:ext uri="{FF2B5EF4-FFF2-40B4-BE49-F238E27FC236}">
                <a16:creationId xmlns:a16="http://schemas.microsoft.com/office/drawing/2014/main" id="{078EE076-7091-4FDF-9F9F-12213C717D1E}"/>
              </a:ext>
            </a:extLst>
          </p:cNvPr>
          <p:cNvSpPr>
            <a:spLocks noGrp="1"/>
          </p:cNvSpPr>
          <p:nvPr>
            <p:ph type="body" sz="quarter" idx="23"/>
          </p:nvPr>
        </p:nvSpPr>
        <p:spPr>
          <a:xfrm>
            <a:off x="839788" y="1304925"/>
            <a:ext cx="10512425" cy="608014"/>
          </a:xfrm>
        </p:spPr>
        <p:txBody>
          <a:bodyPr>
            <a:normAutofit/>
          </a:bodyPr>
          <a:lstStyle>
            <a:lvl1pPr marL="0" indent="0">
              <a:buNone/>
              <a:defRPr sz="2800" b="0">
                <a:solidFill>
                  <a:schemeClr val="tx2"/>
                </a:solidFill>
                <a:latin typeface="Inter SemiBold" panose="020B0502030000000004" pitchFamily="34" charset="0"/>
                <a:ea typeface="Inter SemiBold" panose="020B0502030000000004" pitchFamily="34" charset="0"/>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
        <p:nvSpPr>
          <p:cNvPr id="16" name="Text Placeholder 43">
            <a:extLst>
              <a:ext uri="{FF2B5EF4-FFF2-40B4-BE49-F238E27FC236}">
                <a16:creationId xmlns:a16="http://schemas.microsoft.com/office/drawing/2014/main" id="{5B6A213F-AF74-4411-8EC9-FBC6D18337B4}"/>
              </a:ext>
            </a:extLst>
          </p:cNvPr>
          <p:cNvSpPr>
            <a:spLocks noGrp="1"/>
          </p:cNvSpPr>
          <p:nvPr>
            <p:ph type="body" sz="quarter" idx="24" hasCustomPrompt="1"/>
          </p:nvPr>
        </p:nvSpPr>
        <p:spPr>
          <a:xfrm>
            <a:off x="1464489" y="4958953"/>
            <a:ext cx="1440287" cy="256481"/>
          </a:xfrm>
          <a:prstGeom prst="rect">
            <a:avLst/>
          </a:prstGeom>
        </p:spPr>
        <p:txBody>
          <a:bodyPr>
            <a:normAutofit/>
          </a:bodyPr>
          <a:lstStyle>
            <a:lvl1pPr marL="0" indent="0">
              <a:buNone/>
              <a:defRPr lang="en-NO" sz="1050" kern="120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Hen </a:t>
            </a:r>
            <a:r>
              <a:rPr lang="nb-NO" noProof="0" err="1"/>
              <a:t>Hennesen</a:t>
            </a:r>
            <a:endParaRPr lang="nb-NO" noProof="0"/>
          </a:p>
        </p:txBody>
      </p:sp>
      <p:sp>
        <p:nvSpPr>
          <p:cNvPr id="17" name="Text Placeholder 43">
            <a:extLst>
              <a:ext uri="{FF2B5EF4-FFF2-40B4-BE49-F238E27FC236}">
                <a16:creationId xmlns:a16="http://schemas.microsoft.com/office/drawing/2014/main" id="{AD9DFCE4-B57B-41AC-85B4-D7B137AA223C}"/>
              </a:ext>
            </a:extLst>
          </p:cNvPr>
          <p:cNvSpPr>
            <a:spLocks noGrp="1"/>
          </p:cNvSpPr>
          <p:nvPr>
            <p:ph type="body" sz="quarter" idx="25" hasCustomPrompt="1"/>
          </p:nvPr>
        </p:nvSpPr>
        <p:spPr>
          <a:xfrm>
            <a:off x="3070275" y="4625082"/>
            <a:ext cx="1440287" cy="256481"/>
          </a:xfrm>
          <a:prstGeom prst="rect">
            <a:avLst/>
          </a:prstGeom>
        </p:spPr>
        <p:txBody>
          <a:bodyPr>
            <a:normAutofit/>
          </a:bodyPr>
          <a:lstStyle>
            <a:lvl1pPr marL="0" indent="0">
              <a:buNone/>
              <a:defRPr lang="en-NO" sz="1050" kern="1200" cap="all" baseline="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TITTEL</a:t>
            </a:r>
          </a:p>
        </p:txBody>
      </p:sp>
      <p:sp>
        <p:nvSpPr>
          <p:cNvPr id="18" name="Text Placeholder 43">
            <a:extLst>
              <a:ext uri="{FF2B5EF4-FFF2-40B4-BE49-F238E27FC236}">
                <a16:creationId xmlns:a16="http://schemas.microsoft.com/office/drawing/2014/main" id="{77751DDC-CE5B-46CC-99BB-D2098F0C4005}"/>
              </a:ext>
            </a:extLst>
          </p:cNvPr>
          <p:cNvSpPr>
            <a:spLocks noGrp="1"/>
          </p:cNvSpPr>
          <p:nvPr>
            <p:ph type="body" sz="quarter" idx="26" hasCustomPrompt="1"/>
          </p:nvPr>
        </p:nvSpPr>
        <p:spPr>
          <a:xfrm>
            <a:off x="3070682" y="4958953"/>
            <a:ext cx="1440287" cy="256481"/>
          </a:xfrm>
          <a:prstGeom prst="rect">
            <a:avLst/>
          </a:prstGeom>
        </p:spPr>
        <p:txBody>
          <a:bodyPr>
            <a:normAutofit/>
          </a:bodyPr>
          <a:lstStyle>
            <a:lvl1pPr marL="0" indent="0">
              <a:buNone/>
              <a:defRPr lang="en-NO" sz="1050" kern="120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Hen </a:t>
            </a:r>
            <a:r>
              <a:rPr lang="nb-NO" noProof="0" err="1"/>
              <a:t>Hennesen</a:t>
            </a:r>
            <a:endParaRPr lang="nb-NO" noProof="0"/>
          </a:p>
        </p:txBody>
      </p:sp>
      <p:sp>
        <p:nvSpPr>
          <p:cNvPr id="19" name="Text Placeholder 43">
            <a:extLst>
              <a:ext uri="{FF2B5EF4-FFF2-40B4-BE49-F238E27FC236}">
                <a16:creationId xmlns:a16="http://schemas.microsoft.com/office/drawing/2014/main" id="{854A9599-0E03-4F99-A393-2B726FC1CF1D}"/>
              </a:ext>
            </a:extLst>
          </p:cNvPr>
          <p:cNvSpPr>
            <a:spLocks noGrp="1"/>
          </p:cNvSpPr>
          <p:nvPr>
            <p:ph type="body" sz="quarter" idx="27" hasCustomPrompt="1"/>
          </p:nvPr>
        </p:nvSpPr>
        <p:spPr>
          <a:xfrm>
            <a:off x="4676468" y="4625082"/>
            <a:ext cx="1440287" cy="256481"/>
          </a:xfrm>
          <a:prstGeom prst="rect">
            <a:avLst/>
          </a:prstGeom>
        </p:spPr>
        <p:txBody>
          <a:bodyPr>
            <a:normAutofit/>
          </a:bodyPr>
          <a:lstStyle>
            <a:lvl1pPr marL="0" indent="0">
              <a:buNone/>
              <a:defRPr lang="en-NO" sz="1050" kern="1200" cap="all" baseline="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TITTEL</a:t>
            </a:r>
          </a:p>
        </p:txBody>
      </p:sp>
      <p:sp>
        <p:nvSpPr>
          <p:cNvPr id="20" name="Text Placeholder 43">
            <a:extLst>
              <a:ext uri="{FF2B5EF4-FFF2-40B4-BE49-F238E27FC236}">
                <a16:creationId xmlns:a16="http://schemas.microsoft.com/office/drawing/2014/main" id="{8A717B5A-B8B7-4B69-B200-CC98D5A8CE52}"/>
              </a:ext>
            </a:extLst>
          </p:cNvPr>
          <p:cNvSpPr>
            <a:spLocks noGrp="1"/>
          </p:cNvSpPr>
          <p:nvPr>
            <p:ph type="body" sz="quarter" idx="28" hasCustomPrompt="1"/>
          </p:nvPr>
        </p:nvSpPr>
        <p:spPr>
          <a:xfrm>
            <a:off x="4676875" y="4958953"/>
            <a:ext cx="1440287" cy="256481"/>
          </a:xfrm>
          <a:prstGeom prst="rect">
            <a:avLst/>
          </a:prstGeom>
        </p:spPr>
        <p:txBody>
          <a:bodyPr>
            <a:normAutofit/>
          </a:bodyPr>
          <a:lstStyle>
            <a:lvl1pPr marL="0" indent="0">
              <a:buNone/>
              <a:defRPr lang="en-NO" sz="1050" kern="120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Hen </a:t>
            </a:r>
            <a:r>
              <a:rPr lang="nb-NO" noProof="0" err="1"/>
              <a:t>Hennesen</a:t>
            </a:r>
            <a:endParaRPr lang="nb-NO" noProof="0"/>
          </a:p>
        </p:txBody>
      </p:sp>
      <p:sp>
        <p:nvSpPr>
          <p:cNvPr id="21" name="Text Placeholder 43">
            <a:extLst>
              <a:ext uri="{FF2B5EF4-FFF2-40B4-BE49-F238E27FC236}">
                <a16:creationId xmlns:a16="http://schemas.microsoft.com/office/drawing/2014/main" id="{275E3578-3468-479F-967C-85961611429A}"/>
              </a:ext>
            </a:extLst>
          </p:cNvPr>
          <p:cNvSpPr>
            <a:spLocks noGrp="1"/>
          </p:cNvSpPr>
          <p:nvPr>
            <p:ph type="body" sz="quarter" idx="29" hasCustomPrompt="1"/>
          </p:nvPr>
        </p:nvSpPr>
        <p:spPr>
          <a:xfrm>
            <a:off x="6282661" y="4625082"/>
            <a:ext cx="1440287" cy="256481"/>
          </a:xfrm>
          <a:prstGeom prst="rect">
            <a:avLst/>
          </a:prstGeom>
        </p:spPr>
        <p:txBody>
          <a:bodyPr>
            <a:normAutofit/>
          </a:bodyPr>
          <a:lstStyle>
            <a:lvl1pPr marL="0" indent="0">
              <a:buNone/>
              <a:defRPr lang="en-NO" sz="1050" kern="1200" cap="all" baseline="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TITTEL</a:t>
            </a:r>
          </a:p>
        </p:txBody>
      </p:sp>
      <p:sp>
        <p:nvSpPr>
          <p:cNvPr id="22" name="Text Placeholder 43">
            <a:extLst>
              <a:ext uri="{FF2B5EF4-FFF2-40B4-BE49-F238E27FC236}">
                <a16:creationId xmlns:a16="http://schemas.microsoft.com/office/drawing/2014/main" id="{D7680D0C-9FF8-4EA2-A750-FD4B1E08B933}"/>
              </a:ext>
            </a:extLst>
          </p:cNvPr>
          <p:cNvSpPr>
            <a:spLocks noGrp="1"/>
          </p:cNvSpPr>
          <p:nvPr>
            <p:ph type="body" sz="quarter" idx="30" hasCustomPrompt="1"/>
          </p:nvPr>
        </p:nvSpPr>
        <p:spPr>
          <a:xfrm>
            <a:off x="6283068" y="4958953"/>
            <a:ext cx="1440287" cy="256481"/>
          </a:xfrm>
          <a:prstGeom prst="rect">
            <a:avLst/>
          </a:prstGeom>
        </p:spPr>
        <p:txBody>
          <a:bodyPr>
            <a:normAutofit/>
          </a:bodyPr>
          <a:lstStyle>
            <a:lvl1pPr marL="0" indent="0">
              <a:buNone/>
              <a:defRPr lang="en-NO" sz="1050" kern="120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Hen </a:t>
            </a:r>
            <a:r>
              <a:rPr lang="nb-NO" noProof="0" err="1"/>
              <a:t>Hennesen</a:t>
            </a:r>
            <a:endParaRPr lang="nb-NO" noProof="0"/>
          </a:p>
        </p:txBody>
      </p:sp>
      <p:sp>
        <p:nvSpPr>
          <p:cNvPr id="29" name="Text Placeholder 43">
            <a:extLst>
              <a:ext uri="{FF2B5EF4-FFF2-40B4-BE49-F238E27FC236}">
                <a16:creationId xmlns:a16="http://schemas.microsoft.com/office/drawing/2014/main" id="{2174DF87-DD9C-4F26-9739-C96B8CA14ECD}"/>
              </a:ext>
            </a:extLst>
          </p:cNvPr>
          <p:cNvSpPr>
            <a:spLocks noGrp="1"/>
          </p:cNvSpPr>
          <p:nvPr>
            <p:ph type="body" sz="quarter" idx="31" hasCustomPrompt="1"/>
          </p:nvPr>
        </p:nvSpPr>
        <p:spPr>
          <a:xfrm>
            <a:off x="7888854" y="4625082"/>
            <a:ext cx="1440287" cy="256481"/>
          </a:xfrm>
          <a:prstGeom prst="rect">
            <a:avLst/>
          </a:prstGeom>
        </p:spPr>
        <p:txBody>
          <a:bodyPr>
            <a:normAutofit/>
          </a:bodyPr>
          <a:lstStyle>
            <a:lvl1pPr marL="0" indent="0">
              <a:buNone/>
              <a:defRPr lang="en-NO" sz="1050" kern="1200" cap="all" baseline="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TITTEL</a:t>
            </a:r>
          </a:p>
        </p:txBody>
      </p:sp>
      <p:sp>
        <p:nvSpPr>
          <p:cNvPr id="30" name="Text Placeholder 43">
            <a:extLst>
              <a:ext uri="{FF2B5EF4-FFF2-40B4-BE49-F238E27FC236}">
                <a16:creationId xmlns:a16="http://schemas.microsoft.com/office/drawing/2014/main" id="{6C5C1C35-FF3B-4752-9875-71C26C964E7A}"/>
              </a:ext>
            </a:extLst>
          </p:cNvPr>
          <p:cNvSpPr>
            <a:spLocks noGrp="1"/>
          </p:cNvSpPr>
          <p:nvPr>
            <p:ph type="body" sz="quarter" idx="32" hasCustomPrompt="1"/>
          </p:nvPr>
        </p:nvSpPr>
        <p:spPr>
          <a:xfrm>
            <a:off x="7889261" y="4958953"/>
            <a:ext cx="1440287" cy="256481"/>
          </a:xfrm>
          <a:prstGeom prst="rect">
            <a:avLst/>
          </a:prstGeom>
        </p:spPr>
        <p:txBody>
          <a:bodyPr>
            <a:normAutofit/>
          </a:bodyPr>
          <a:lstStyle>
            <a:lvl1pPr marL="0" indent="0">
              <a:buNone/>
              <a:defRPr lang="en-NO" sz="1050" kern="120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Hen </a:t>
            </a:r>
            <a:r>
              <a:rPr lang="nb-NO" noProof="0" err="1"/>
              <a:t>Hennesen</a:t>
            </a:r>
            <a:endParaRPr lang="nb-NO" noProof="0"/>
          </a:p>
        </p:txBody>
      </p:sp>
      <p:sp>
        <p:nvSpPr>
          <p:cNvPr id="31" name="Text Placeholder 43">
            <a:extLst>
              <a:ext uri="{FF2B5EF4-FFF2-40B4-BE49-F238E27FC236}">
                <a16:creationId xmlns:a16="http://schemas.microsoft.com/office/drawing/2014/main" id="{A518452F-E319-4DBC-B581-65606C70A8A7}"/>
              </a:ext>
            </a:extLst>
          </p:cNvPr>
          <p:cNvSpPr>
            <a:spLocks noGrp="1"/>
          </p:cNvSpPr>
          <p:nvPr>
            <p:ph type="body" sz="quarter" idx="33" hasCustomPrompt="1"/>
          </p:nvPr>
        </p:nvSpPr>
        <p:spPr>
          <a:xfrm>
            <a:off x="9495047" y="4625082"/>
            <a:ext cx="1440287" cy="256481"/>
          </a:xfrm>
          <a:prstGeom prst="rect">
            <a:avLst/>
          </a:prstGeom>
        </p:spPr>
        <p:txBody>
          <a:bodyPr>
            <a:normAutofit/>
          </a:bodyPr>
          <a:lstStyle>
            <a:lvl1pPr marL="0" indent="0">
              <a:buNone/>
              <a:defRPr lang="en-NO" sz="1050" kern="1200" cap="all" baseline="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TITTEL</a:t>
            </a:r>
          </a:p>
        </p:txBody>
      </p:sp>
      <p:sp>
        <p:nvSpPr>
          <p:cNvPr id="32" name="Text Placeholder 43">
            <a:extLst>
              <a:ext uri="{FF2B5EF4-FFF2-40B4-BE49-F238E27FC236}">
                <a16:creationId xmlns:a16="http://schemas.microsoft.com/office/drawing/2014/main" id="{A4039489-543D-4674-867A-98A71D5E040A}"/>
              </a:ext>
            </a:extLst>
          </p:cNvPr>
          <p:cNvSpPr>
            <a:spLocks noGrp="1"/>
          </p:cNvSpPr>
          <p:nvPr>
            <p:ph type="body" sz="quarter" idx="34" hasCustomPrompt="1"/>
          </p:nvPr>
        </p:nvSpPr>
        <p:spPr>
          <a:xfrm>
            <a:off x="9495454" y="4958953"/>
            <a:ext cx="1440287" cy="256481"/>
          </a:xfrm>
          <a:prstGeom prst="rect">
            <a:avLst/>
          </a:prstGeom>
        </p:spPr>
        <p:txBody>
          <a:bodyPr>
            <a:normAutofit/>
          </a:bodyPr>
          <a:lstStyle>
            <a:lvl1pPr marL="0" indent="0">
              <a:buNone/>
              <a:defRPr lang="en-NO" sz="1050" kern="1200" dirty="0" smtClean="0">
                <a:solidFill>
                  <a:srgbClr val="11133C"/>
                </a:solidFill>
                <a:latin typeface="Inter" panose="020B0502030000000004" pitchFamily="34" charset="0"/>
                <a:ea typeface="Inter" panose="020B0502030000000004" pitchFamily="34" charset="0"/>
                <a:cs typeface="+mn-cs"/>
              </a:defRPr>
            </a:lvl1pPr>
            <a:lvl2pPr>
              <a:defRPr sz="1400">
                <a:solidFill>
                  <a:srgbClr val="F9EAD4"/>
                </a:solidFill>
                <a:latin typeface="Inter" panose="020B0502030000000004" pitchFamily="34" charset="0"/>
                <a:ea typeface="Inter" panose="020B0502030000000004" pitchFamily="34" charset="0"/>
              </a:defRPr>
            </a:lvl2pPr>
            <a:lvl3pPr>
              <a:defRPr sz="1400">
                <a:solidFill>
                  <a:srgbClr val="F9EAD4"/>
                </a:solidFill>
                <a:latin typeface="Inter" panose="020B0502030000000004" pitchFamily="34" charset="0"/>
                <a:ea typeface="Inter" panose="020B0502030000000004" pitchFamily="34" charset="0"/>
              </a:defRPr>
            </a:lvl3pPr>
            <a:lvl4pPr>
              <a:defRPr sz="1400">
                <a:solidFill>
                  <a:srgbClr val="F9EAD4"/>
                </a:solidFill>
                <a:latin typeface="Inter" panose="020B0502030000000004" pitchFamily="34" charset="0"/>
                <a:ea typeface="Inter" panose="020B0502030000000004" pitchFamily="34" charset="0"/>
              </a:defRPr>
            </a:lvl4pPr>
            <a:lvl5pPr>
              <a:defRPr sz="1400">
                <a:solidFill>
                  <a:srgbClr val="F9EAD4"/>
                </a:solidFill>
                <a:latin typeface="Inter" panose="020B0502030000000004" pitchFamily="34" charset="0"/>
                <a:ea typeface="Inter" panose="020B0502030000000004" pitchFamily="34" charset="0"/>
              </a:defRPr>
            </a:lvl5pPr>
          </a:lstStyle>
          <a:p>
            <a:pPr marL="0" marR="0" lvl="0" indent="0" algn="l" defTabSz="914400" rtl="0" eaLnBrk="1" fontAlgn="auto" latinLnBrk="0" hangingPunct="1">
              <a:lnSpc>
                <a:spcPct val="90000"/>
              </a:lnSpc>
              <a:spcBef>
                <a:spcPts val="1000"/>
              </a:spcBef>
              <a:spcAft>
                <a:spcPts val="1000"/>
              </a:spcAft>
              <a:buClrTx/>
              <a:buSzTx/>
              <a:buFont typeface="Arial" panose="020B0604020202020204" pitchFamily="34" charset="0"/>
              <a:buNone/>
              <a:tabLst/>
            </a:pPr>
            <a:r>
              <a:rPr lang="nb-NO" noProof="0"/>
              <a:t>Hen </a:t>
            </a:r>
            <a:r>
              <a:rPr lang="nb-NO" noProof="0" err="1"/>
              <a:t>Hennesen</a:t>
            </a:r>
            <a:endParaRPr lang="nb-NO" noProof="0"/>
          </a:p>
        </p:txBody>
      </p:sp>
    </p:spTree>
    <p:extLst>
      <p:ext uri="{BB962C8B-B14F-4D97-AF65-F5344CB8AC3E}">
        <p14:creationId xmlns:p14="http://schemas.microsoft.com/office/powerpoint/2010/main" val="4006087218"/>
      </p:ext>
    </p:extLst>
  </p:cSld>
  <p:clrMapOvr>
    <a:masterClrMapping/>
  </p:clrMapOvr>
  <p:extLst>
    <p:ext uri="{DCECCB84-F9BA-43D5-87BE-67443E8EF086}">
      <p15:sldGuideLst xmlns:p15="http://schemas.microsoft.com/office/powerpoint/2012/main">
        <p15:guide id="1" orient="horz" pos="822"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ilde og teks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9FE7617F-1713-6E46-B84A-8052BACCF13F}"/>
              </a:ext>
            </a:extLst>
          </p:cNvPr>
          <p:cNvSpPr>
            <a:spLocks noGrp="1"/>
          </p:cNvSpPr>
          <p:nvPr>
            <p:ph type="pic" sz="quarter" idx="12"/>
          </p:nvPr>
        </p:nvSpPr>
        <p:spPr>
          <a:xfrm>
            <a:off x="839788" y="728663"/>
            <a:ext cx="6958012" cy="3959225"/>
          </a:xfrm>
          <a:prstGeom prst="rect">
            <a:avLst/>
          </a:prstGeom>
        </p:spPr>
        <p:txBody>
          <a:bodyPr anchor="ctr"/>
          <a:lstStyle>
            <a:lvl1pPr marL="0" indent="0" algn="ctr">
              <a:buNone/>
              <a:defRPr sz="16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3" name="Content Placeholder 2">
            <a:extLst>
              <a:ext uri="{FF2B5EF4-FFF2-40B4-BE49-F238E27FC236}">
                <a16:creationId xmlns:a16="http://schemas.microsoft.com/office/drawing/2014/main" id="{B3758083-FE02-453F-821F-FBDFB3E24326}"/>
              </a:ext>
            </a:extLst>
          </p:cNvPr>
          <p:cNvSpPr>
            <a:spLocks noGrp="1"/>
          </p:cNvSpPr>
          <p:nvPr>
            <p:ph sz="quarter" idx="14"/>
          </p:nvPr>
        </p:nvSpPr>
        <p:spPr>
          <a:xfrm>
            <a:off x="839788" y="5083175"/>
            <a:ext cx="10512425" cy="1117600"/>
          </a:xfrm>
        </p:spPr>
        <p:txBody>
          <a:bodyPr/>
          <a:lstStyle>
            <a:lvl1pPr marL="0" indent="0">
              <a:buNone/>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79400933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ilde, tittel og tekst">
    <p:spTree>
      <p:nvGrpSpPr>
        <p:cNvPr id="1" name=""/>
        <p:cNvGrpSpPr/>
        <p:nvPr/>
      </p:nvGrpSpPr>
      <p:grpSpPr>
        <a:xfrm>
          <a:off x="0" y="0"/>
          <a:ext cx="0" cy="0"/>
          <a:chOff x="0" y="0"/>
          <a:chExt cx="0" cy="0"/>
        </a:xfrm>
      </p:grpSpPr>
      <p:sp>
        <p:nvSpPr>
          <p:cNvPr id="11" name="Picture Placeholder 7">
            <a:extLst>
              <a:ext uri="{FF2B5EF4-FFF2-40B4-BE49-F238E27FC236}">
                <a16:creationId xmlns:a16="http://schemas.microsoft.com/office/drawing/2014/main" id="{FBDFA3C1-F872-0847-9544-A55FC81CE32D}"/>
              </a:ext>
            </a:extLst>
          </p:cNvPr>
          <p:cNvSpPr>
            <a:spLocks noGrp="1"/>
          </p:cNvSpPr>
          <p:nvPr>
            <p:ph type="pic" sz="quarter" idx="14"/>
          </p:nvPr>
        </p:nvSpPr>
        <p:spPr>
          <a:xfrm>
            <a:off x="0" y="0"/>
            <a:ext cx="6095999" cy="6858000"/>
          </a:xfrm>
          <a:prstGeom prst="rect">
            <a:avLst/>
          </a:prstGeom>
        </p:spPr>
        <p:txBody>
          <a:bodyPr anchor="ctr"/>
          <a:lstStyle>
            <a:lvl1pPr marL="0" indent="0" algn="ctr">
              <a:buNone/>
              <a:defRPr sz="1600" b="1">
                <a:solidFill>
                  <a:srgbClr val="11133C"/>
                </a:solidFill>
                <a:latin typeface="Inter" panose="020B0502030000000004" pitchFamily="34" charset="0"/>
                <a:ea typeface="Inter" panose="020B0502030000000004" pitchFamily="34" charset="0"/>
              </a:defRPr>
            </a:lvl1pPr>
          </a:lstStyle>
          <a:p>
            <a:endParaRPr lang="nb-NO" noProof="0"/>
          </a:p>
        </p:txBody>
      </p:sp>
      <p:sp>
        <p:nvSpPr>
          <p:cNvPr id="2" name="Title 1">
            <a:extLst>
              <a:ext uri="{FF2B5EF4-FFF2-40B4-BE49-F238E27FC236}">
                <a16:creationId xmlns:a16="http://schemas.microsoft.com/office/drawing/2014/main" id="{FD747144-F823-49DE-9E9C-B4AF1D0F00C6}"/>
              </a:ext>
            </a:extLst>
          </p:cNvPr>
          <p:cNvSpPr>
            <a:spLocks noGrp="1"/>
          </p:cNvSpPr>
          <p:nvPr>
            <p:ph type="title"/>
          </p:nvPr>
        </p:nvSpPr>
        <p:spPr>
          <a:xfrm>
            <a:off x="7356475" y="2097088"/>
            <a:ext cx="3995737" cy="1027112"/>
          </a:xfrm>
        </p:spPr>
        <p:txBody>
          <a:bodyPr/>
          <a:lstStyle>
            <a:lvl1pPr>
              <a:defRPr sz="240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4" name="Text Placeholder 3">
            <a:extLst>
              <a:ext uri="{FF2B5EF4-FFF2-40B4-BE49-F238E27FC236}">
                <a16:creationId xmlns:a16="http://schemas.microsoft.com/office/drawing/2014/main" id="{A21E14F4-85CE-49B2-9FE4-DB9D47B88617}"/>
              </a:ext>
            </a:extLst>
          </p:cNvPr>
          <p:cNvSpPr>
            <a:spLocks noGrp="1"/>
          </p:cNvSpPr>
          <p:nvPr>
            <p:ph type="body" sz="quarter" idx="19"/>
          </p:nvPr>
        </p:nvSpPr>
        <p:spPr>
          <a:xfrm>
            <a:off x="7356475" y="3124200"/>
            <a:ext cx="3995737" cy="3076575"/>
          </a:xfrm>
        </p:spPr>
        <p:txBody>
          <a:bodyPr>
            <a:normAutofit/>
          </a:bodyPr>
          <a:lstStyle>
            <a:lvl1pPr>
              <a:defRPr sz="18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2953342865"/>
      </p:ext>
    </p:extLst>
  </p:cSld>
  <p:clrMapOvr>
    <a:masterClrMapping/>
  </p:clrMapOvr>
  <p:extLst>
    <p:ext uri="{DCECCB84-F9BA-43D5-87BE-67443E8EF086}">
      <p15:sldGuideLst xmlns:p15="http://schemas.microsoft.com/office/powerpoint/2012/main">
        <p15:guide id="1" pos="3840" userDrawn="1">
          <p15:clr>
            <a:srgbClr val="FBAE40"/>
          </p15:clr>
        </p15:guide>
        <p15:guide id="2" pos="4634" userDrawn="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ilde helside og tekst i boks">
    <p:spTree>
      <p:nvGrpSpPr>
        <p:cNvPr id="1" name=""/>
        <p:cNvGrpSpPr/>
        <p:nvPr/>
      </p:nvGrpSpPr>
      <p:grpSpPr>
        <a:xfrm>
          <a:off x="0" y="0"/>
          <a:ext cx="0" cy="0"/>
          <a:chOff x="0" y="0"/>
          <a:chExt cx="0" cy="0"/>
        </a:xfrm>
      </p:grpSpPr>
      <p:sp>
        <p:nvSpPr>
          <p:cNvPr id="16" name="Picture Placeholder 7">
            <a:extLst>
              <a:ext uri="{FF2B5EF4-FFF2-40B4-BE49-F238E27FC236}">
                <a16:creationId xmlns:a16="http://schemas.microsoft.com/office/drawing/2014/main" id="{DDC61C69-7FAC-EB45-A815-46BB22141150}"/>
              </a:ext>
            </a:extLst>
          </p:cNvPr>
          <p:cNvSpPr>
            <a:spLocks noGrp="1"/>
          </p:cNvSpPr>
          <p:nvPr>
            <p:ph type="pic" sz="quarter" idx="15"/>
          </p:nvPr>
        </p:nvSpPr>
        <p:spPr>
          <a:xfrm>
            <a:off x="0" y="0"/>
            <a:ext cx="12192000" cy="6858000"/>
          </a:xfrm>
          <a:prstGeom prst="rect">
            <a:avLst/>
          </a:prstGeom>
        </p:spPr>
        <p:txBody>
          <a:bodyPr anchor="ctr"/>
          <a:lstStyle>
            <a:lvl1pPr marL="0" indent="0" algn="ctr">
              <a:buNone/>
              <a:defRPr sz="1600" b="1">
                <a:solidFill>
                  <a:srgbClr val="11133C"/>
                </a:solidFill>
                <a:latin typeface="Inter" panose="020B0502030000000004" pitchFamily="34" charset="0"/>
                <a:ea typeface="Inter" panose="020B0502030000000004" pitchFamily="34" charset="0"/>
              </a:defRPr>
            </a:lvl1pPr>
          </a:lstStyle>
          <a:p>
            <a:endParaRPr lang="en-NO"/>
          </a:p>
        </p:txBody>
      </p:sp>
      <p:sp>
        <p:nvSpPr>
          <p:cNvPr id="8" name="Text Placeholder 7">
            <a:extLst>
              <a:ext uri="{FF2B5EF4-FFF2-40B4-BE49-F238E27FC236}">
                <a16:creationId xmlns:a16="http://schemas.microsoft.com/office/drawing/2014/main" id="{B506C54D-ABD6-4B86-9BD8-3EF0CB94059E}"/>
              </a:ext>
            </a:extLst>
          </p:cNvPr>
          <p:cNvSpPr>
            <a:spLocks noGrp="1"/>
          </p:cNvSpPr>
          <p:nvPr>
            <p:ph type="body" sz="quarter" idx="20" hasCustomPrompt="1"/>
          </p:nvPr>
        </p:nvSpPr>
        <p:spPr>
          <a:xfrm>
            <a:off x="839788" y="3457575"/>
            <a:ext cx="4583112" cy="2743200"/>
          </a:xfrm>
          <a:solidFill>
            <a:schemeClr val="bg2"/>
          </a:solidFill>
        </p:spPr>
        <p:txBody>
          <a:bodyPr/>
          <a:lstStyle>
            <a:lvl1pPr marL="0" indent="0">
              <a:buNone/>
              <a:defRPr/>
            </a:lvl1pPr>
          </a:lstStyle>
          <a:p>
            <a:pPr lvl="0"/>
            <a:r>
              <a:rPr lang="nb-NO" noProof="0"/>
              <a:t> </a:t>
            </a:r>
          </a:p>
        </p:txBody>
      </p:sp>
      <p:sp>
        <p:nvSpPr>
          <p:cNvPr id="2" name="Title 1">
            <a:extLst>
              <a:ext uri="{FF2B5EF4-FFF2-40B4-BE49-F238E27FC236}">
                <a16:creationId xmlns:a16="http://schemas.microsoft.com/office/drawing/2014/main" id="{73389121-44BA-433B-83C4-D11B94CACB42}"/>
              </a:ext>
            </a:extLst>
          </p:cNvPr>
          <p:cNvSpPr>
            <a:spLocks noGrp="1"/>
          </p:cNvSpPr>
          <p:nvPr>
            <p:ph type="title"/>
          </p:nvPr>
        </p:nvSpPr>
        <p:spPr>
          <a:xfrm>
            <a:off x="1189073" y="3838188"/>
            <a:ext cx="3884612" cy="901451"/>
          </a:xfrm>
        </p:spPr>
        <p:txBody>
          <a:bodyPr/>
          <a:lstStyle>
            <a:lvl1pPr>
              <a:defRPr sz="240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7" name="Text Placeholder 3">
            <a:extLst>
              <a:ext uri="{FF2B5EF4-FFF2-40B4-BE49-F238E27FC236}">
                <a16:creationId xmlns:a16="http://schemas.microsoft.com/office/drawing/2014/main" id="{C0D75F25-8BE2-4558-8378-251C0277BCA1}"/>
              </a:ext>
            </a:extLst>
          </p:cNvPr>
          <p:cNvSpPr>
            <a:spLocks noGrp="1"/>
          </p:cNvSpPr>
          <p:nvPr>
            <p:ph type="body" sz="quarter" idx="19"/>
          </p:nvPr>
        </p:nvSpPr>
        <p:spPr>
          <a:xfrm>
            <a:off x="1189074" y="4865300"/>
            <a:ext cx="3884612" cy="1027113"/>
          </a:xfrm>
        </p:spPr>
        <p:txBody>
          <a:bodyPr>
            <a:normAutofit/>
          </a:bodyPr>
          <a:lstStyle>
            <a:lvl1pPr marL="0" indent="0">
              <a:buNone/>
              <a:defRPr sz="18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359885426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Kapittel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4019027769"/>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Kapittel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grpSp>
        <p:nvGrpSpPr>
          <p:cNvPr id="3" name="Group 2">
            <a:extLst>
              <a:ext uri="{FF2B5EF4-FFF2-40B4-BE49-F238E27FC236}">
                <a16:creationId xmlns:a16="http://schemas.microsoft.com/office/drawing/2014/main" id="{F3AC0D0B-6F84-4D31-A25F-04E1D9B501A5}"/>
              </a:ext>
            </a:extLst>
          </p:cNvPr>
          <p:cNvGrpSpPr/>
          <p:nvPr userDrawn="1"/>
        </p:nvGrpSpPr>
        <p:grpSpPr>
          <a:xfrm>
            <a:off x="660300" y="2885033"/>
            <a:ext cx="3312004" cy="3338170"/>
            <a:chOff x="660300" y="2885033"/>
            <a:chExt cx="3312004" cy="3338170"/>
          </a:xfrm>
        </p:grpSpPr>
        <p:sp>
          <p:nvSpPr>
            <p:cNvPr id="8" name="Freeform: Shape 7">
              <a:extLst>
                <a:ext uri="{FF2B5EF4-FFF2-40B4-BE49-F238E27FC236}">
                  <a16:creationId xmlns:a16="http://schemas.microsoft.com/office/drawing/2014/main" id="{6FFD3805-A73E-48C5-8D29-6B8002E43B18}"/>
                </a:ext>
              </a:extLst>
            </p:cNvPr>
            <p:cNvSpPr/>
            <p:nvPr/>
          </p:nvSpPr>
          <p:spPr>
            <a:xfrm>
              <a:off x="1395615" y="3633814"/>
              <a:ext cx="2576689" cy="2589389"/>
            </a:xfrm>
            <a:custGeom>
              <a:avLst/>
              <a:gdLst>
                <a:gd name="connsiteX0" fmla="*/ 2576690 w 2576689"/>
                <a:gd name="connsiteY0" fmla="*/ 2589389 h 2589389"/>
                <a:gd name="connsiteX1" fmla="*/ 0 w 2576689"/>
                <a:gd name="connsiteY1" fmla="*/ 2589389 h 2589389"/>
                <a:gd name="connsiteX2" fmla="*/ 0 w 2576689"/>
                <a:gd name="connsiteY2" fmla="*/ 0 h 2589389"/>
                <a:gd name="connsiteX3" fmla="*/ 11599 w 2576689"/>
                <a:gd name="connsiteY3" fmla="*/ 874 h 2589389"/>
                <a:gd name="connsiteX4" fmla="*/ 990588 w 2576689"/>
                <a:gd name="connsiteY4" fmla="*/ 766757 h 2589389"/>
                <a:gd name="connsiteX5" fmla="*/ 2290581 w 2576689"/>
                <a:gd name="connsiteY5" fmla="*/ 2273846 h 2589389"/>
                <a:gd name="connsiteX6" fmla="*/ 2568112 w 2576689"/>
                <a:gd name="connsiteY6" fmla="*/ 2573475 h 2589389"/>
                <a:gd name="connsiteX7" fmla="*/ 21579 w 2576689"/>
                <a:gd name="connsiteY7" fmla="*/ 2567810 h 2589389"/>
                <a:gd name="connsiteX8" fmla="*/ 2540286 w 2576689"/>
                <a:gd name="connsiteY8" fmla="*/ 2567810 h 2589389"/>
                <a:gd name="connsiteX9" fmla="*/ 2278539 w 2576689"/>
                <a:gd name="connsiteY9" fmla="*/ 2291757 h 2589389"/>
                <a:gd name="connsiteX10" fmla="*/ 970832 w 2576689"/>
                <a:gd name="connsiteY10" fmla="*/ 775431 h 2589389"/>
                <a:gd name="connsiteX11" fmla="*/ 21579 w 2576689"/>
                <a:gd name="connsiteY11" fmla="*/ 23273 h 258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76689" h="2589389">
                  <a:moveTo>
                    <a:pt x="2576690" y="2589389"/>
                  </a:moveTo>
                  <a:lnTo>
                    <a:pt x="0" y="2589389"/>
                  </a:lnTo>
                  <a:lnTo>
                    <a:pt x="0" y="0"/>
                  </a:lnTo>
                  <a:lnTo>
                    <a:pt x="11599" y="874"/>
                  </a:lnTo>
                  <a:cubicBezTo>
                    <a:pt x="516339" y="38983"/>
                    <a:pt x="754230" y="225083"/>
                    <a:pt x="990588" y="766757"/>
                  </a:cubicBezTo>
                  <a:cubicBezTo>
                    <a:pt x="1276956" y="1416219"/>
                    <a:pt x="1653591" y="1852801"/>
                    <a:pt x="2290581" y="2273846"/>
                  </a:cubicBezTo>
                  <a:cubicBezTo>
                    <a:pt x="2412450" y="2357045"/>
                    <a:pt x="2505780" y="2457831"/>
                    <a:pt x="2568112" y="2573475"/>
                  </a:cubicBezTo>
                  <a:close/>
                  <a:moveTo>
                    <a:pt x="21579" y="2567810"/>
                  </a:moveTo>
                  <a:lnTo>
                    <a:pt x="2540286" y="2567810"/>
                  </a:lnTo>
                  <a:cubicBezTo>
                    <a:pt x="2479745" y="2461866"/>
                    <a:pt x="2391776" y="2369065"/>
                    <a:pt x="2278539" y="2291757"/>
                  </a:cubicBezTo>
                  <a:cubicBezTo>
                    <a:pt x="1637935" y="1868327"/>
                    <a:pt x="1259024" y="1428994"/>
                    <a:pt x="970832" y="775431"/>
                  </a:cubicBezTo>
                  <a:cubicBezTo>
                    <a:pt x="740214" y="246921"/>
                    <a:pt x="508538" y="62655"/>
                    <a:pt x="21579" y="23273"/>
                  </a:cubicBezTo>
                  <a:close/>
                </a:path>
              </a:pathLst>
            </a:custGeom>
            <a:solidFill>
              <a:schemeClr val="tx1"/>
            </a:solidFill>
            <a:ln w="10781"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9B77F8E-5EE5-4409-A445-67FC53D39443}"/>
                </a:ext>
              </a:extLst>
            </p:cNvPr>
            <p:cNvSpPr/>
            <p:nvPr/>
          </p:nvSpPr>
          <p:spPr>
            <a:xfrm>
              <a:off x="1901726" y="5383573"/>
              <a:ext cx="727687" cy="626318"/>
            </a:xfrm>
            <a:custGeom>
              <a:avLst/>
              <a:gdLst>
                <a:gd name="connsiteX0" fmla="*/ 363860 w 727687"/>
                <a:gd name="connsiteY0" fmla="*/ 0 h 626318"/>
                <a:gd name="connsiteX1" fmla="*/ 727687 w 727687"/>
                <a:gd name="connsiteY1" fmla="*/ 626318 h 626318"/>
                <a:gd name="connsiteX2" fmla="*/ 0 w 727687"/>
                <a:gd name="connsiteY2" fmla="*/ 626318 h 626318"/>
              </a:gdLst>
              <a:ahLst/>
              <a:cxnLst>
                <a:cxn ang="0">
                  <a:pos x="connsiteX0" y="connsiteY0"/>
                </a:cxn>
                <a:cxn ang="0">
                  <a:pos x="connsiteX1" y="connsiteY1"/>
                </a:cxn>
                <a:cxn ang="0">
                  <a:pos x="connsiteX2" y="connsiteY2"/>
                </a:cxn>
              </a:cxnLst>
              <a:rect l="l" t="t" r="r" b="b"/>
              <a:pathLst>
                <a:path w="727687" h="626318">
                  <a:moveTo>
                    <a:pt x="363860" y="0"/>
                  </a:moveTo>
                  <a:lnTo>
                    <a:pt x="727687" y="626318"/>
                  </a:lnTo>
                  <a:lnTo>
                    <a:pt x="0" y="626318"/>
                  </a:lnTo>
                  <a:close/>
                </a:path>
              </a:pathLst>
            </a:custGeom>
            <a:solidFill>
              <a:schemeClr val="accent2"/>
            </a:solidFill>
            <a:ln w="10781"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D929F0D6-100E-48B8-8537-F06E249EB5EE}"/>
                </a:ext>
              </a:extLst>
            </p:cNvPr>
            <p:cNvSpPr/>
            <p:nvPr/>
          </p:nvSpPr>
          <p:spPr>
            <a:xfrm>
              <a:off x="2408149" y="5383573"/>
              <a:ext cx="727730" cy="626318"/>
            </a:xfrm>
            <a:custGeom>
              <a:avLst/>
              <a:gdLst>
                <a:gd name="connsiteX0" fmla="*/ 363860 w 727730"/>
                <a:gd name="connsiteY0" fmla="*/ 0 h 626318"/>
                <a:gd name="connsiteX1" fmla="*/ 727730 w 727730"/>
                <a:gd name="connsiteY1" fmla="*/ 626318 h 626318"/>
                <a:gd name="connsiteX2" fmla="*/ 0 w 727730"/>
                <a:gd name="connsiteY2" fmla="*/ 626318 h 626318"/>
              </a:gdLst>
              <a:ahLst/>
              <a:cxnLst>
                <a:cxn ang="0">
                  <a:pos x="connsiteX0" y="connsiteY0"/>
                </a:cxn>
                <a:cxn ang="0">
                  <a:pos x="connsiteX1" y="connsiteY1"/>
                </a:cxn>
                <a:cxn ang="0">
                  <a:pos x="connsiteX2" y="connsiteY2"/>
                </a:cxn>
              </a:cxnLst>
              <a:rect l="l" t="t" r="r" b="b"/>
              <a:pathLst>
                <a:path w="727730" h="626318">
                  <a:moveTo>
                    <a:pt x="363860" y="0"/>
                  </a:moveTo>
                  <a:lnTo>
                    <a:pt x="727730" y="626318"/>
                  </a:lnTo>
                  <a:lnTo>
                    <a:pt x="0" y="626318"/>
                  </a:lnTo>
                  <a:close/>
                </a:path>
              </a:pathLst>
            </a:custGeom>
            <a:solidFill>
              <a:schemeClr val="accent2"/>
            </a:solidFill>
            <a:ln w="10781"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0EF8AA0-24FF-46DD-861B-53C5A07732F4}"/>
                </a:ext>
              </a:extLst>
            </p:cNvPr>
            <p:cNvSpPr/>
            <p:nvPr/>
          </p:nvSpPr>
          <p:spPr>
            <a:xfrm>
              <a:off x="965548" y="2885033"/>
              <a:ext cx="882294" cy="1860137"/>
            </a:xfrm>
            <a:custGeom>
              <a:avLst/>
              <a:gdLst>
                <a:gd name="connsiteX0" fmla="*/ 882294 w 882294"/>
                <a:gd name="connsiteY0" fmla="*/ 0 h 1860137"/>
                <a:gd name="connsiteX1" fmla="*/ 882294 w 882294"/>
                <a:gd name="connsiteY1" fmla="*/ 0 h 1860137"/>
                <a:gd name="connsiteX2" fmla="*/ 1318 w 882294"/>
                <a:gd name="connsiteY2" fmla="*/ 979162 h 1860137"/>
                <a:gd name="connsiteX3" fmla="*/ 882294 w 882294"/>
                <a:gd name="connsiteY3" fmla="*/ 1860138 h 1860137"/>
                <a:gd name="connsiteX4" fmla="*/ 882294 w 882294"/>
                <a:gd name="connsiteY4" fmla="*/ 0 h 1860137"/>
                <a:gd name="connsiteX5" fmla="*/ 882294 w 882294"/>
                <a:gd name="connsiteY5" fmla="*/ 0 h 186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2294" h="1860137">
                  <a:moveTo>
                    <a:pt x="882294" y="0"/>
                  </a:moveTo>
                  <a:lnTo>
                    <a:pt x="882294" y="0"/>
                  </a:lnTo>
                  <a:cubicBezTo>
                    <a:pt x="368632" y="27113"/>
                    <a:pt x="-25795" y="465499"/>
                    <a:pt x="1318" y="979162"/>
                  </a:cubicBezTo>
                  <a:cubicBezTo>
                    <a:pt x="26431" y="1454922"/>
                    <a:pt x="406534" y="1835025"/>
                    <a:pt x="882294" y="1860138"/>
                  </a:cubicBezTo>
                  <a:lnTo>
                    <a:pt x="882294" y="0"/>
                  </a:lnTo>
                  <a:lnTo>
                    <a:pt x="882294" y="0"/>
                  </a:lnTo>
                  <a:close/>
                </a:path>
              </a:pathLst>
            </a:custGeom>
            <a:solidFill>
              <a:schemeClr val="accent3"/>
            </a:solidFill>
            <a:ln w="10781"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3C69646-F568-4729-972C-0E5394F25F80}"/>
                </a:ext>
              </a:extLst>
            </p:cNvPr>
            <p:cNvSpPr/>
            <p:nvPr/>
          </p:nvSpPr>
          <p:spPr>
            <a:xfrm>
              <a:off x="660300" y="4764635"/>
              <a:ext cx="1187542" cy="1247501"/>
            </a:xfrm>
            <a:custGeom>
              <a:avLst/>
              <a:gdLst>
                <a:gd name="connsiteX0" fmla="*/ 1187543 w 1187542"/>
                <a:gd name="connsiteY0" fmla="*/ 1247501 h 1247501"/>
                <a:gd name="connsiteX1" fmla="*/ 1187543 w 1187542"/>
                <a:gd name="connsiteY1" fmla="*/ 1247501 h 1247501"/>
                <a:gd name="connsiteX2" fmla="*/ 1187543 w 1187542"/>
                <a:gd name="connsiteY2" fmla="*/ 0 h 1247501"/>
                <a:gd name="connsiteX3" fmla="*/ 0 w 1187542"/>
                <a:gd name="connsiteY3" fmla="*/ 0 h 1247501"/>
                <a:gd name="connsiteX4" fmla="*/ 0 w 1187542"/>
                <a:gd name="connsiteY4" fmla="*/ 637 h 1247501"/>
                <a:gd name="connsiteX5" fmla="*/ 946469 w 1187542"/>
                <a:gd name="connsiteY5" fmla="*/ 1210935 h 1247501"/>
                <a:gd name="connsiteX6" fmla="*/ 1187542 w 1187542"/>
                <a:gd name="connsiteY6" fmla="*/ 1247501 h 124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7542" h="1247501">
                  <a:moveTo>
                    <a:pt x="1187543" y="1247501"/>
                  </a:moveTo>
                  <a:lnTo>
                    <a:pt x="1187543" y="1247501"/>
                  </a:lnTo>
                  <a:lnTo>
                    <a:pt x="1187543" y="0"/>
                  </a:lnTo>
                  <a:lnTo>
                    <a:pt x="0" y="0"/>
                  </a:lnTo>
                  <a:lnTo>
                    <a:pt x="0" y="637"/>
                  </a:lnTo>
                  <a:cubicBezTo>
                    <a:pt x="2143" y="572850"/>
                    <a:pt x="391645" y="1070926"/>
                    <a:pt x="946469" y="1210935"/>
                  </a:cubicBezTo>
                  <a:cubicBezTo>
                    <a:pt x="1025466" y="1230837"/>
                    <a:pt x="1106197" y="1243083"/>
                    <a:pt x="1187542" y="1247501"/>
                  </a:cubicBezTo>
                  <a:close/>
                </a:path>
              </a:pathLst>
            </a:custGeom>
            <a:solidFill>
              <a:schemeClr val="bg1"/>
            </a:solidFill>
            <a:ln w="10781" cap="flat">
              <a:noFill/>
              <a:prstDash val="solid"/>
              <a:miter/>
            </a:ln>
          </p:spPr>
          <p:txBody>
            <a:bodyPr rtlCol="0" anchor="ctr"/>
            <a:lstStyle/>
            <a:p>
              <a:endParaRPr lang="en-US"/>
            </a:p>
          </p:txBody>
        </p:sp>
      </p:grpSp>
    </p:spTree>
    <p:extLst>
      <p:ext uri="{BB962C8B-B14F-4D97-AF65-F5344CB8AC3E}">
        <p14:creationId xmlns:p14="http://schemas.microsoft.com/office/powerpoint/2010/main" val="2469283627"/>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Kapittel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grpSp>
        <p:nvGrpSpPr>
          <p:cNvPr id="3" name="Group 2">
            <a:extLst>
              <a:ext uri="{FF2B5EF4-FFF2-40B4-BE49-F238E27FC236}">
                <a16:creationId xmlns:a16="http://schemas.microsoft.com/office/drawing/2014/main" id="{812A921C-B8BF-4561-8982-2D1A032AA17E}"/>
              </a:ext>
            </a:extLst>
          </p:cNvPr>
          <p:cNvGrpSpPr/>
          <p:nvPr userDrawn="1"/>
        </p:nvGrpSpPr>
        <p:grpSpPr>
          <a:xfrm>
            <a:off x="8730248" y="4495606"/>
            <a:ext cx="2972304" cy="1825959"/>
            <a:chOff x="8730248" y="4495606"/>
            <a:chExt cx="2972304" cy="1825959"/>
          </a:xfrm>
        </p:grpSpPr>
        <p:sp>
          <p:nvSpPr>
            <p:cNvPr id="7" name="Freeform: Shape 6">
              <a:extLst>
                <a:ext uri="{FF2B5EF4-FFF2-40B4-BE49-F238E27FC236}">
                  <a16:creationId xmlns:a16="http://schemas.microsoft.com/office/drawing/2014/main" id="{5FB70C33-473A-4FBA-B104-7347AC4ECF1D}"/>
                </a:ext>
              </a:extLst>
            </p:cNvPr>
            <p:cNvSpPr/>
            <p:nvPr/>
          </p:nvSpPr>
          <p:spPr>
            <a:xfrm>
              <a:off x="10524563" y="4846082"/>
              <a:ext cx="874726" cy="1475483"/>
            </a:xfrm>
            <a:custGeom>
              <a:avLst/>
              <a:gdLst>
                <a:gd name="connsiteX0" fmla="*/ 0 w 874726"/>
                <a:gd name="connsiteY0" fmla="*/ 0 h 1475483"/>
                <a:gd name="connsiteX1" fmla="*/ 874726 w 874726"/>
                <a:gd name="connsiteY1" fmla="*/ 0 h 1475483"/>
                <a:gd name="connsiteX2" fmla="*/ 874726 w 874726"/>
                <a:gd name="connsiteY2" fmla="*/ 1475484 h 1475483"/>
                <a:gd name="connsiteX3" fmla="*/ 0 w 874726"/>
                <a:gd name="connsiteY3" fmla="*/ 1475484 h 1475483"/>
              </a:gdLst>
              <a:ahLst/>
              <a:cxnLst>
                <a:cxn ang="0">
                  <a:pos x="connsiteX0" y="connsiteY0"/>
                </a:cxn>
                <a:cxn ang="0">
                  <a:pos x="connsiteX1" y="connsiteY1"/>
                </a:cxn>
                <a:cxn ang="0">
                  <a:pos x="connsiteX2" y="connsiteY2"/>
                </a:cxn>
                <a:cxn ang="0">
                  <a:pos x="connsiteX3" y="connsiteY3"/>
                </a:cxn>
              </a:cxnLst>
              <a:rect l="l" t="t" r="r" b="b"/>
              <a:pathLst>
                <a:path w="874726" h="1475483">
                  <a:moveTo>
                    <a:pt x="0" y="0"/>
                  </a:moveTo>
                  <a:lnTo>
                    <a:pt x="874726" y="0"/>
                  </a:lnTo>
                  <a:lnTo>
                    <a:pt x="874726" y="1475484"/>
                  </a:lnTo>
                  <a:lnTo>
                    <a:pt x="0" y="1475484"/>
                  </a:lnTo>
                  <a:close/>
                </a:path>
              </a:pathLst>
            </a:custGeom>
            <a:solidFill>
              <a:schemeClr val="accent4"/>
            </a:solidFill>
            <a:ln w="8043"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5AAF6BB-5C96-42D5-BC42-4B3E5BF03DFE}"/>
                </a:ext>
              </a:extLst>
            </p:cNvPr>
            <p:cNvSpPr/>
            <p:nvPr/>
          </p:nvSpPr>
          <p:spPr>
            <a:xfrm>
              <a:off x="9172953" y="5935535"/>
              <a:ext cx="447227" cy="386030"/>
            </a:xfrm>
            <a:custGeom>
              <a:avLst/>
              <a:gdLst>
                <a:gd name="connsiteX0" fmla="*/ 223618 w 447227"/>
                <a:gd name="connsiteY0" fmla="*/ 0 h 386030"/>
                <a:gd name="connsiteX1" fmla="*/ 447227 w 447227"/>
                <a:gd name="connsiteY1" fmla="*/ 386031 h 386030"/>
                <a:gd name="connsiteX2" fmla="*/ 0 w 447227"/>
                <a:gd name="connsiteY2" fmla="*/ 386031 h 386030"/>
              </a:gdLst>
              <a:ahLst/>
              <a:cxnLst>
                <a:cxn ang="0">
                  <a:pos x="connsiteX0" y="connsiteY0"/>
                </a:cxn>
                <a:cxn ang="0">
                  <a:pos x="connsiteX1" y="connsiteY1"/>
                </a:cxn>
                <a:cxn ang="0">
                  <a:pos x="connsiteX2" y="connsiteY2"/>
                </a:cxn>
              </a:cxnLst>
              <a:rect l="l" t="t" r="r" b="b"/>
              <a:pathLst>
                <a:path w="447227" h="386030">
                  <a:moveTo>
                    <a:pt x="223618" y="0"/>
                  </a:moveTo>
                  <a:lnTo>
                    <a:pt x="447227" y="386031"/>
                  </a:lnTo>
                  <a:lnTo>
                    <a:pt x="0" y="386031"/>
                  </a:lnTo>
                  <a:close/>
                </a:path>
              </a:pathLst>
            </a:custGeom>
            <a:solidFill>
              <a:schemeClr val="tx2"/>
            </a:solidFill>
            <a:ln w="8043"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588BC80-2B36-46F4-8583-16176C3379F7}"/>
                </a:ext>
              </a:extLst>
            </p:cNvPr>
            <p:cNvSpPr/>
            <p:nvPr/>
          </p:nvSpPr>
          <p:spPr>
            <a:xfrm>
              <a:off x="8730248" y="4846082"/>
              <a:ext cx="1337151" cy="998350"/>
            </a:xfrm>
            <a:custGeom>
              <a:avLst/>
              <a:gdLst>
                <a:gd name="connsiteX0" fmla="*/ 0 w 1337151"/>
                <a:gd name="connsiteY0" fmla="*/ 0 h 998350"/>
                <a:gd name="connsiteX1" fmla="*/ 1337152 w 1337151"/>
                <a:gd name="connsiteY1" fmla="*/ 0 h 998350"/>
                <a:gd name="connsiteX2" fmla="*/ 1337152 w 1337151"/>
                <a:gd name="connsiteY2" fmla="*/ 998350 h 998350"/>
                <a:gd name="connsiteX3" fmla="*/ 0 w 1337151"/>
                <a:gd name="connsiteY3" fmla="*/ 998350 h 998350"/>
              </a:gdLst>
              <a:ahLst/>
              <a:cxnLst>
                <a:cxn ang="0">
                  <a:pos x="connsiteX0" y="connsiteY0"/>
                </a:cxn>
                <a:cxn ang="0">
                  <a:pos x="connsiteX1" y="connsiteY1"/>
                </a:cxn>
                <a:cxn ang="0">
                  <a:pos x="connsiteX2" y="connsiteY2"/>
                </a:cxn>
                <a:cxn ang="0">
                  <a:pos x="connsiteX3" y="connsiteY3"/>
                </a:cxn>
              </a:cxnLst>
              <a:rect l="l" t="t" r="r" b="b"/>
              <a:pathLst>
                <a:path w="1337151" h="998350">
                  <a:moveTo>
                    <a:pt x="0" y="0"/>
                  </a:moveTo>
                  <a:lnTo>
                    <a:pt x="1337152" y="0"/>
                  </a:lnTo>
                  <a:lnTo>
                    <a:pt x="1337152" y="998350"/>
                  </a:lnTo>
                  <a:lnTo>
                    <a:pt x="0" y="998350"/>
                  </a:lnTo>
                  <a:close/>
                </a:path>
              </a:pathLst>
            </a:custGeom>
            <a:solidFill>
              <a:schemeClr val="tx2"/>
            </a:solidFill>
            <a:ln w="8043"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FE2ED06-723E-4085-97AF-63CFA4097EF3}"/>
                </a:ext>
              </a:extLst>
            </p:cNvPr>
            <p:cNvSpPr/>
            <p:nvPr/>
          </p:nvSpPr>
          <p:spPr>
            <a:xfrm>
              <a:off x="9508963" y="5211081"/>
              <a:ext cx="268344" cy="268344"/>
            </a:xfrm>
            <a:custGeom>
              <a:avLst/>
              <a:gdLst>
                <a:gd name="connsiteX0" fmla="*/ 268344 w 268344"/>
                <a:gd name="connsiteY0" fmla="*/ 134172 h 268344"/>
                <a:gd name="connsiteX1" fmla="*/ 134172 w 268344"/>
                <a:gd name="connsiteY1" fmla="*/ 268344 h 268344"/>
                <a:gd name="connsiteX2" fmla="*/ 0 w 268344"/>
                <a:gd name="connsiteY2" fmla="*/ 134172 h 268344"/>
                <a:gd name="connsiteX3" fmla="*/ 134172 w 268344"/>
                <a:gd name="connsiteY3" fmla="*/ 0 h 268344"/>
                <a:gd name="connsiteX4" fmla="*/ 268344 w 268344"/>
                <a:gd name="connsiteY4" fmla="*/ 134172 h 268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44" h="268344">
                  <a:moveTo>
                    <a:pt x="268344" y="134172"/>
                  </a:moveTo>
                  <a:cubicBezTo>
                    <a:pt x="268344" y="208273"/>
                    <a:pt x="208273" y="268344"/>
                    <a:pt x="134172" y="268344"/>
                  </a:cubicBezTo>
                  <a:cubicBezTo>
                    <a:pt x="60071" y="268344"/>
                    <a:pt x="0" y="208273"/>
                    <a:pt x="0" y="134172"/>
                  </a:cubicBezTo>
                  <a:cubicBezTo>
                    <a:pt x="0" y="60071"/>
                    <a:pt x="60071" y="0"/>
                    <a:pt x="134172" y="0"/>
                  </a:cubicBezTo>
                  <a:cubicBezTo>
                    <a:pt x="208273" y="0"/>
                    <a:pt x="268344" y="60071"/>
                    <a:pt x="268344" y="134172"/>
                  </a:cubicBezTo>
                  <a:close/>
                </a:path>
              </a:pathLst>
            </a:custGeom>
            <a:solidFill>
              <a:schemeClr val="accent1"/>
            </a:solidFill>
            <a:ln w="8043"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B553942-F495-40B9-9482-B2A1AB7C8D5F}"/>
                </a:ext>
              </a:extLst>
            </p:cNvPr>
            <p:cNvSpPr/>
            <p:nvPr/>
          </p:nvSpPr>
          <p:spPr>
            <a:xfrm>
              <a:off x="9915526" y="5211081"/>
              <a:ext cx="268344" cy="268344"/>
            </a:xfrm>
            <a:custGeom>
              <a:avLst/>
              <a:gdLst>
                <a:gd name="connsiteX0" fmla="*/ 268344 w 268344"/>
                <a:gd name="connsiteY0" fmla="*/ 134172 h 268344"/>
                <a:gd name="connsiteX1" fmla="*/ 134172 w 268344"/>
                <a:gd name="connsiteY1" fmla="*/ 268344 h 268344"/>
                <a:gd name="connsiteX2" fmla="*/ 0 w 268344"/>
                <a:gd name="connsiteY2" fmla="*/ 134172 h 268344"/>
                <a:gd name="connsiteX3" fmla="*/ 134172 w 268344"/>
                <a:gd name="connsiteY3" fmla="*/ 0 h 268344"/>
                <a:gd name="connsiteX4" fmla="*/ 268344 w 268344"/>
                <a:gd name="connsiteY4" fmla="*/ 134172 h 268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44" h="268344">
                  <a:moveTo>
                    <a:pt x="268344" y="134172"/>
                  </a:moveTo>
                  <a:cubicBezTo>
                    <a:pt x="268344" y="208273"/>
                    <a:pt x="208273" y="268344"/>
                    <a:pt x="134172" y="268344"/>
                  </a:cubicBezTo>
                  <a:cubicBezTo>
                    <a:pt x="60071" y="268344"/>
                    <a:pt x="0" y="208273"/>
                    <a:pt x="0" y="134172"/>
                  </a:cubicBezTo>
                  <a:cubicBezTo>
                    <a:pt x="0" y="60071"/>
                    <a:pt x="60071" y="0"/>
                    <a:pt x="134172" y="0"/>
                  </a:cubicBezTo>
                  <a:cubicBezTo>
                    <a:pt x="208273" y="0"/>
                    <a:pt x="268344" y="60071"/>
                    <a:pt x="268344" y="134172"/>
                  </a:cubicBezTo>
                  <a:close/>
                </a:path>
              </a:pathLst>
            </a:custGeom>
            <a:solidFill>
              <a:schemeClr val="accent1"/>
            </a:solidFill>
            <a:ln w="8043"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6CE56C9B-D98F-4C6A-8914-230A752FB809}"/>
                </a:ext>
              </a:extLst>
            </p:cNvPr>
            <p:cNvSpPr/>
            <p:nvPr/>
          </p:nvSpPr>
          <p:spPr>
            <a:xfrm>
              <a:off x="10367267" y="5211081"/>
              <a:ext cx="268344" cy="268344"/>
            </a:xfrm>
            <a:custGeom>
              <a:avLst/>
              <a:gdLst>
                <a:gd name="connsiteX0" fmla="*/ 268344 w 268344"/>
                <a:gd name="connsiteY0" fmla="*/ 134172 h 268344"/>
                <a:gd name="connsiteX1" fmla="*/ 134172 w 268344"/>
                <a:gd name="connsiteY1" fmla="*/ 268344 h 268344"/>
                <a:gd name="connsiteX2" fmla="*/ 0 w 268344"/>
                <a:gd name="connsiteY2" fmla="*/ 134172 h 268344"/>
                <a:gd name="connsiteX3" fmla="*/ 134172 w 268344"/>
                <a:gd name="connsiteY3" fmla="*/ 0 h 268344"/>
                <a:gd name="connsiteX4" fmla="*/ 268344 w 268344"/>
                <a:gd name="connsiteY4" fmla="*/ 134172 h 268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44" h="268344">
                  <a:moveTo>
                    <a:pt x="268344" y="134172"/>
                  </a:moveTo>
                  <a:cubicBezTo>
                    <a:pt x="268344" y="208273"/>
                    <a:pt x="208273" y="268344"/>
                    <a:pt x="134172" y="268344"/>
                  </a:cubicBezTo>
                  <a:cubicBezTo>
                    <a:pt x="60071" y="268344"/>
                    <a:pt x="0" y="208273"/>
                    <a:pt x="0" y="134172"/>
                  </a:cubicBezTo>
                  <a:cubicBezTo>
                    <a:pt x="0" y="60071"/>
                    <a:pt x="60071" y="0"/>
                    <a:pt x="134172" y="0"/>
                  </a:cubicBezTo>
                  <a:cubicBezTo>
                    <a:pt x="208273" y="0"/>
                    <a:pt x="268344" y="60071"/>
                    <a:pt x="268344" y="134172"/>
                  </a:cubicBezTo>
                  <a:close/>
                </a:path>
              </a:pathLst>
            </a:custGeom>
            <a:solidFill>
              <a:schemeClr val="accent1"/>
            </a:solidFill>
            <a:ln w="8043"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9BF9855-E9D6-4881-B7AB-23E8BB560929}"/>
                </a:ext>
              </a:extLst>
            </p:cNvPr>
            <p:cNvSpPr/>
            <p:nvPr userDrawn="1"/>
          </p:nvSpPr>
          <p:spPr>
            <a:xfrm>
              <a:off x="10810182" y="4495606"/>
              <a:ext cx="892370" cy="1493120"/>
            </a:xfrm>
            <a:custGeom>
              <a:avLst/>
              <a:gdLst>
                <a:gd name="connsiteX0" fmla="*/ 892371 w 892370"/>
                <a:gd name="connsiteY0" fmla="*/ 1493120 h 1493120"/>
                <a:gd name="connsiteX1" fmla="*/ 0 w 892370"/>
                <a:gd name="connsiteY1" fmla="*/ 1493120 h 1493120"/>
                <a:gd name="connsiteX2" fmla="*/ 0 w 892370"/>
                <a:gd name="connsiteY2" fmla="*/ 0 h 1493120"/>
                <a:gd name="connsiteX3" fmla="*/ 892371 w 892370"/>
                <a:gd name="connsiteY3" fmla="*/ 0 h 1493120"/>
                <a:gd name="connsiteX4" fmla="*/ 40229 w 892370"/>
                <a:gd name="connsiteY4" fmla="*/ 1452891 h 1493120"/>
                <a:gd name="connsiteX5" fmla="*/ 852142 w 892370"/>
                <a:gd name="connsiteY5" fmla="*/ 1452891 h 1493120"/>
                <a:gd name="connsiteX6" fmla="*/ 852142 w 892370"/>
                <a:gd name="connsiteY6" fmla="*/ 40229 h 1493120"/>
                <a:gd name="connsiteX7" fmla="*/ 40229 w 892370"/>
                <a:gd name="connsiteY7" fmla="*/ 40229 h 149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2370" h="1493120">
                  <a:moveTo>
                    <a:pt x="892371" y="1493120"/>
                  </a:moveTo>
                  <a:lnTo>
                    <a:pt x="0" y="1493120"/>
                  </a:lnTo>
                  <a:lnTo>
                    <a:pt x="0" y="0"/>
                  </a:lnTo>
                  <a:lnTo>
                    <a:pt x="892371" y="0"/>
                  </a:lnTo>
                  <a:close/>
                  <a:moveTo>
                    <a:pt x="40229" y="1452891"/>
                  </a:moveTo>
                  <a:lnTo>
                    <a:pt x="852142" y="1452891"/>
                  </a:lnTo>
                  <a:lnTo>
                    <a:pt x="852142" y="40229"/>
                  </a:lnTo>
                  <a:lnTo>
                    <a:pt x="40229" y="40229"/>
                  </a:lnTo>
                  <a:close/>
                </a:path>
              </a:pathLst>
            </a:custGeom>
            <a:solidFill>
              <a:schemeClr val="accent4"/>
            </a:solidFill>
            <a:ln w="8043" cap="flat">
              <a:noFill/>
              <a:prstDash val="solid"/>
              <a:miter/>
            </a:ln>
          </p:spPr>
          <p:txBody>
            <a:bodyPr rtlCol="0" anchor="ctr"/>
            <a:lstStyle/>
            <a:p>
              <a:endParaRPr lang="en-US"/>
            </a:p>
          </p:txBody>
        </p:sp>
      </p:grpSp>
    </p:spTree>
    <p:extLst>
      <p:ext uri="{BB962C8B-B14F-4D97-AF65-F5344CB8AC3E}">
        <p14:creationId xmlns:p14="http://schemas.microsoft.com/office/powerpoint/2010/main" val="809256846"/>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Kapittel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grpSp>
        <p:nvGrpSpPr>
          <p:cNvPr id="3" name="Group 2">
            <a:extLst>
              <a:ext uri="{FF2B5EF4-FFF2-40B4-BE49-F238E27FC236}">
                <a16:creationId xmlns:a16="http://schemas.microsoft.com/office/drawing/2014/main" id="{7391F02B-B53B-4219-A213-FA244B1B9DF2}"/>
              </a:ext>
            </a:extLst>
          </p:cNvPr>
          <p:cNvGrpSpPr/>
          <p:nvPr userDrawn="1"/>
        </p:nvGrpSpPr>
        <p:grpSpPr>
          <a:xfrm>
            <a:off x="-193141" y="4703130"/>
            <a:ext cx="3851014" cy="2239479"/>
            <a:chOff x="-193141" y="4703130"/>
            <a:chExt cx="3851014" cy="2239479"/>
          </a:xfrm>
        </p:grpSpPr>
        <p:sp>
          <p:nvSpPr>
            <p:cNvPr id="8" name="Freeform: Shape 7">
              <a:extLst>
                <a:ext uri="{FF2B5EF4-FFF2-40B4-BE49-F238E27FC236}">
                  <a16:creationId xmlns:a16="http://schemas.microsoft.com/office/drawing/2014/main" id="{6EDA9B97-14EE-4EFC-82F6-A0C048F043E8}"/>
                </a:ext>
              </a:extLst>
            </p:cNvPr>
            <p:cNvSpPr/>
            <p:nvPr/>
          </p:nvSpPr>
          <p:spPr>
            <a:xfrm>
              <a:off x="1076598" y="4703130"/>
              <a:ext cx="2581275" cy="2235450"/>
            </a:xfrm>
            <a:custGeom>
              <a:avLst/>
              <a:gdLst>
                <a:gd name="connsiteX0" fmla="*/ 2581275 w 2581275"/>
                <a:gd name="connsiteY0" fmla="*/ 2235451 h 2235450"/>
                <a:gd name="connsiteX1" fmla="*/ 0 w 2581275"/>
                <a:gd name="connsiteY1" fmla="*/ 2235451 h 2235450"/>
                <a:gd name="connsiteX2" fmla="*/ 1290638 w 2581275"/>
                <a:gd name="connsiteY2" fmla="*/ 0 h 2235450"/>
                <a:gd name="connsiteX3" fmla="*/ 16507 w 2581275"/>
                <a:gd name="connsiteY3" fmla="*/ 2225926 h 2235450"/>
                <a:gd name="connsiteX4" fmla="*/ 2564778 w 2581275"/>
                <a:gd name="connsiteY4" fmla="*/ 2225926 h 2235450"/>
                <a:gd name="connsiteX5" fmla="*/ 1290638 w 2581275"/>
                <a:gd name="connsiteY5" fmla="*/ 19050 h 223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81275" h="2235450">
                  <a:moveTo>
                    <a:pt x="2581275" y="2235451"/>
                  </a:moveTo>
                  <a:lnTo>
                    <a:pt x="0" y="2235451"/>
                  </a:lnTo>
                  <a:lnTo>
                    <a:pt x="1290638" y="0"/>
                  </a:lnTo>
                  <a:close/>
                  <a:moveTo>
                    <a:pt x="16507" y="2225926"/>
                  </a:moveTo>
                  <a:lnTo>
                    <a:pt x="2564778" y="2225926"/>
                  </a:lnTo>
                  <a:lnTo>
                    <a:pt x="1290638" y="19050"/>
                  </a:lnTo>
                  <a:close/>
                </a:path>
              </a:pathLst>
            </a:custGeom>
            <a:solidFill>
              <a:schemeClr val="tx1"/>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FF77E99-435F-4373-904A-0B8840F0B5F4}"/>
                </a:ext>
              </a:extLst>
            </p:cNvPr>
            <p:cNvSpPr/>
            <p:nvPr/>
          </p:nvSpPr>
          <p:spPr>
            <a:xfrm>
              <a:off x="1577870" y="5551293"/>
              <a:ext cx="1378371" cy="1391136"/>
            </a:xfrm>
            <a:custGeom>
              <a:avLst/>
              <a:gdLst>
                <a:gd name="connsiteX0" fmla="*/ 0 w 1378371"/>
                <a:gd name="connsiteY0" fmla="*/ 0 h 1391136"/>
                <a:gd name="connsiteX1" fmla="*/ 521513 w 1378371"/>
                <a:gd name="connsiteY1" fmla="*/ 411318 h 1391136"/>
                <a:gd name="connsiteX2" fmla="*/ 1233230 w 1378371"/>
                <a:gd name="connsiteY2" fmla="*/ 1236583 h 1391136"/>
                <a:gd name="connsiteX3" fmla="*/ 1378372 w 1378371"/>
                <a:gd name="connsiteY3" fmla="*/ 1391136 h 1391136"/>
                <a:gd name="connsiteX4" fmla="*/ 0 w 1378371"/>
                <a:gd name="connsiteY4" fmla="*/ 1391136 h 1391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8371" h="1391136">
                  <a:moveTo>
                    <a:pt x="0" y="0"/>
                  </a:moveTo>
                  <a:cubicBezTo>
                    <a:pt x="267995" y="21079"/>
                    <a:pt x="395078" y="121520"/>
                    <a:pt x="521513" y="411318"/>
                  </a:cubicBezTo>
                  <a:cubicBezTo>
                    <a:pt x="678380" y="766972"/>
                    <a:pt x="884501" y="1006126"/>
                    <a:pt x="1233230" y="1236583"/>
                  </a:cubicBezTo>
                  <a:cubicBezTo>
                    <a:pt x="1292984" y="1276098"/>
                    <a:pt x="1342684" y="1329021"/>
                    <a:pt x="1378372" y="1391136"/>
                  </a:cubicBezTo>
                  <a:lnTo>
                    <a:pt x="0" y="1391136"/>
                  </a:lnTo>
                  <a:close/>
                </a:path>
              </a:pathLst>
            </a:custGeom>
            <a:solidFill>
              <a:schemeClr val="accent2"/>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D4B90A55-43F2-44C4-8FA8-6B258D4852E8}"/>
                </a:ext>
              </a:extLst>
            </p:cNvPr>
            <p:cNvSpPr/>
            <p:nvPr/>
          </p:nvSpPr>
          <p:spPr>
            <a:xfrm>
              <a:off x="-193141" y="4721446"/>
              <a:ext cx="2564777" cy="2221163"/>
            </a:xfrm>
            <a:custGeom>
              <a:avLst/>
              <a:gdLst>
                <a:gd name="connsiteX0" fmla="*/ 1282389 w 2564777"/>
                <a:gd name="connsiteY0" fmla="*/ 2221163 h 2221163"/>
                <a:gd name="connsiteX1" fmla="*/ 0 w 2564777"/>
                <a:gd name="connsiteY1" fmla="*/ 2221163 h 2221163"/>
                <a:gd name="connsiteX2" fmla="*/ 641194 w 2564777"/>
                <a:gd name="connsiteY2" fmla="*/ 1110577 h 2221163"/>
                <a:gd name="connsiteX3" fmla="*/ 1282389 w 2564777"/>
                <a:gd name="connsiteY3" fmla="*/ 0 h 2221163"/>
                <a:gd name="connsiteX4" fmla="*/ 1923583 w 2564777"/>
                <a:gd name="connsiteY4" fmla="*/ 1110577 h 2221163"/>
                <a:gd name="connsiteX5" fmla="*/ 2564778 w 2564777"/>
                <a:gd name="connsiteY5" fmla="*/ 2221163 h 2221163"/>
                <a:gd name="connsiteX6" fmla="*/ 1282389 w 2564777"/>
                <a:gd name="connsiteY6" fmla="*/ 2221163 h 222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64777" h="2221163">
                  <a:moveTo>
                    <a:pt x="1282389" y="2221163"/>
                  </a:moveTo>
                  <a:lnTo>
                    <a:pt x="0" y="2221163"/>
                  </a:lnTo>
                  <a:lnTo>
                    <a:pt x="641194" y="1110577"/>
                  </a:lnTo>
                  <a:lnTo>
                    <a:pt x="1282389" y="0"/>
                  </a:lnTo>
                  <a:lnTo>
                    <a:pt x="1923583" y="1110577"/>
                  </a:lnTo>
                  <a:lnTo>
                    <a:pt x="2564778" y="2221163"/>
                  </a:lnTo>
                  <a:lnTo>
                    <a:pt x="1282389" y="2221163"/>
                  </a:lnTo>
                  <a:close/>
                </a:path>
              </a:pathLst>
            </a:custGeom>
            <a:solidFill>
              <a:schemeClr val="accent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107126432"/>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Kapittel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grpSp>
        <p:nvGrpSpPr>
          <p:cNvPr id="3" name="Group 2">
            <a:extLst>
              <a:ext uri="{FF2B5EF4-FFF2-40B4-BE49-F238E27FC236}">
                <a16:creationId xmlns:a16="http://schemas.microsoft.com/office/drawing/2014/main" id="{D3678B2A-2F48-4D27-93CA-F25ECA71B716}"/>
              </a:ext>
            </a:extLst>
          </p:cNvPr>
          <p:cNvGrpSpPr/>
          <p:nvPr userDrawn="1"/>
        </p:nvGrpSpPr>
        <p:grpSpPr>
          <a:xfrm>
            <a:off x="553506" y="4275628"/>
            <a:ext cx="3020870" cy="2292828"/>
            <a:chOff x="553506" y="4275628"/>
            <a:chExt cx="3020870" cy="2292828"/>
          </a:xfrm>
        </p:grpSpPr>
        <p:sp>
          <p:nvSpPr>
            <p:cNvPr id="7" name="Freeform: Shape 6">
              <a:extLst>
                <a:ext uri="{FF2B5EF4-FFF2-40B4-BE49-F238E27FC236}">
                  <a16:creationId xmlns:a16="http://schemas.microsoft.com/office/drawing/2014/main" id="{35CD9FC8-2928-4A44-8CD6-48ACDB02C858}"/>
                </a:ext>
              </a:extLst>
            </p:cNvPr>
            <p:cNvSpPr/>
            <p:nvPr userDrawn="1"/>
          </p:nvSpPr>
          <p:spPr>
            <a:xfrm>
              <a:off x="2731107" y="5842664"/>
              <a:ext cx="843269" cy="725792"/>
            </a:xfrm>
            <a:custGeom>
              <a:avLst/>
              <a:gdLst>
                <a:gd name="connsiteX0" fmla="*/ 421635 w 843269"/>
                <a:gd name="connsiteY0" fmla="*/ 0 h 725792"/>
                <a:gd name="connsiteX1" fmla="*/ 843270 w 843269"/>
                <a:gd name="connsiteY1" fmla="*/ 725793 h 725792"/>
                <a:gd name="connsiteX2" fmla="*/ 0 w 843269"/>
                <a:gd name="connsiteY2" fmla="*/ 725793 h 725792"/>
              </a:gdLst>
              <a:ahLst/>
              <a:cxnLst>
                <a:cxn ang="0">
                  <a:pos x="connsiteX0" y="connsiteY0"/>
                </a:cxn>
                <a:cxn ang="0">
                  <a:pos x="connsiteX1" y="connsiteY1"/>
                </a:cxn>
                <a:cxn ang="0">
                  <a:pos x="connsiteX2" y="connsiteY2"/>
                </a:cxn>
              </a:cxnLst>
              <a:rect l="l" t="t" r="r" b="b"/>
              <a:pathLst>
                <a:path w="843269" h="725792">
                  <a:moveTo>
                    <a:pt x="421635" y="0"/>
                  </a:moveTo>
                  <a:lnTo>
                    <a:pt x="843270" y="725793"/>
                  </a:lnTo>
                  <a:lnTo>
                    <a:pt x="0" y="725793"/>
                  </a:lnTo>
                  <a:close/>
                </a:path>
              </a:pathLst>
            </a:custGeom>
            <a:solidFill>
              <a:schemeClr val="accent1"/>
            </a:solidFill>
            <a:ln w="7941"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6A6FA39-8755-4AD9-9AC7-36CB646BBCDB}"/>
                </a:ext>
              </a:extLst>
            </p:cNvPr>
            <p:cNvSpPr/>
            <p:nvPr userDrawn="1"/>
          </p:nvSpPr>
          <p:spPr>
            <a:xfrm>
              <a:off x="2144286" y="5842664"/>
              <a:ext cx="843269" cy="725792"/>
            </a:xfrm>
            <a:custGeom>
              <a:avLst/>
              <a:gdLst>
                <a:gd name="connsiteX0" fmla="*/ 421635 w 843269"/>
                <a:gd name="connsiteY0" fmla="*/ 0 h 725792"/>
                <a:gd name="connsiteX1" fmla="*/ 843270 w 843269"/>
                <a:gd name="connsiteY1" fmla="*/ 725793 h 725792"/>
                <a:gd name="connsiteX2" fmla="*/ 0 w 843269"/>
                <a:gd name="connsiteY2" fmla="*/ 725793 h 725792"/>
              </a:gdLst>
              <a:ahLst/>
              <a:cxnLst>
                <a:cxn ang="0">
                  <a:pos x="connsiteX0" y="connsiteY0"/>
                </a:cxn>
                <a:cxn ang="0">
                  <a:pos x="connsiteX1" y="connsiteY1"/>
                </a:cxn>
                <a:cxn ang="0">
                  <a:pos x="connsiteX2" y="connsiteY2"/>
                </a:cxn>
              </a:cxnLst>
              <a:rect l="l" t="t" r="r" b="b"/>
              <a:pathLst>
                <a:path w="843269" h="725792">
                  <a:moveTo>
                    <a:pt x="421635" y="0"/>
                  </a:moveTo>
                  <a:lnTo>
                    <a:pt x="843270" y="725793"/>
                  </a:lnTo>
                  <a:lnTo>
                    <a:pt x="0" y="725793"/>
                  </a:lnTo>
                  <a:close/>
                </a:path>
              </a:pathLst>
            </a:custGeom>
            <a:solidFill>
              <a:schemeClr val="accent1"/>
            </a:solidFill>
            <a:ln w="7941"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2EE18E7-8CC1-45D9-9E6D-94675A6D04AC}"/>
                </a:ext>
              </a:extLst>
            </p:cNvPr>
            <p:cNvSpPr/>
            <p:nvPr userDrawn="1"/>
          </p:nvSpPr>
          <p:spPr>
            <a:xfrm>
              <a:off x="553506" y="4275628"/>
              <a:ext cx="1596046" cy="1750762"/>
            </a:xfrm>
            <a:custGeom>
              <a:avLst/>
              <a:gdLst>
                <a:gd name="connsiteX0" fmla="*/ 9858 w 1596046"/>
                <a:gd name="connsiteY0" fmla="*/ 1733398 h 1750762"/>
                <a:gd name="connsiteX1" fmla="*/ 1596046 w 1596046"/>
                <a:gd name="connsiteY1" fmla="*/ 1750763 h 1750762"/>
                <a:gd name="connsiteX2" fmla="*/ 1391405 w 1596046"/>
                <a:gd name="connsiteY2" fmla="*/ 1424617 h 1750762"/>
                <a:gd name="connsiteX3" fmla="*/ 0 w 1596046"/>
                <a:gd name="connsiteY3" fmla="*/ 0 h 1750762"/>
              </a:gdLst>
              <a:ahLst/>
              <a:cxnLst>
                <a:cxn ang="0">
                  <a:pos x="connsiteX0" y="connsiteY0"/>
                </a:cxn>
                <a:cxn ang="0">
                  <a:pos x="connsiteX1" y="connsiteY1"/>
                </a:cxn>
                <a:cxn ang="0">
                  <a:pos x="connsiteX2" y="connsiteY2"/>
                </a:cxn>
                <a:cxn ang="0">
                  <a:pos x="connsiteX3" y="connsiteY3"/>
                </a:cxn>
              </a:cxnLst>
              <a:rect l="l" t="t" r="r" b="b"/>
              <a:pathLst>
                <a:path w="1596046" h="1750762">
                  <a:moveTo>
                    <a:pt x="9858" y="1733398"/>
                  </a:moveTo>
                  <a:lnTo>
                    <a:pt x="1596046" y="1750763"/>
                  </a:lnTo>
                  <a:cubicBezTo>
                    <a:pt x="1583472" y="1623166"/>
                    <a:pt x="1519749" y="1509891"/>
                    <a:pt x="1391405" y="1424617"/>
                  </a:cubicBezTo>
                  <a:cubicBezTo>
                    <a:pt x="303983" y="701128"/>
                    <a:pt x="822156" y="30813"/>
                    <a:pt x="0" y="0"/>
                  </a:cubicBezTo>
                  <a:close/>
                </a:path>
              </a:pathLst>
            </a:custGeom>
            <a:solidFill>
              <a:srgbClr val="1D43C6"/>
            </a:solidFill>
            <a:ln w="7941"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BC3C6A5D-2EAC-4E0C-851F-F5AFA7FFE4B4}"/>
                </a:ext>
              </a:extLst>
            </p:cNvPr>
            <p:cNvSpPr/>
            <p:nvPr userDrawn="1"/>
          </p:nvSpPr>
          <p:spPr>
            <a:xfrm>
              <a:off x="2261358" y="5121669"/>
              <a:ext cx="1142748" cy="569248"/>
            </a:xfrm>
            <a:custGeom>
              <a:avLst/>
              <a:gdLst>
                <a:gd name="connsiteX0" fmla="*/ 8 w 1142748"/>
                <a:gd name="connsiteY0" fmla="*/ 0 h 569248"/>
                <a:gd name="connsiteX1" fmla="*/ 1142749 w 1142748"/>
                <a:gd name="connsiteY1" fmla="*/ 0 h 569248"/>
                <a:gd name="connsiteX2" fmla="*/ 569244 w 1142748"/>
                <a:gd name="connsiteY2" fmla="*/ 569244 h 569248"/>
                <a:gd name="connsiteX3" fmla="*/ 0 w 1142748"/>
                <a:gd name="connsiteY3" fmla="*/ 0 h 569248"/>
              </a:gdLst>
              <a:ahLst/>
              <a:cxnLst>
                <a:cxn ang="0">
                  <a:pos x="connsiteX0" y="connsiteY0"/>
                </a:cxn>
                <a:cxn ang="0">
                  <a:pos x="connsiteX1" y="connsiteY1"/>
                </a:cxn>
                <a:cxn ang="0">
                  <a:pos x="connsiteX2" y="connsiteY2"/>
                </a:cxn>
                <a:cxn ang="0">
                  <a:pos x="connsiteX3" y="connsiteY3"/>
                </a:cxn>
              </a:cxnLst>
              <a:rect l="l" t="t" r="r" b="b"/>
              <a:pathLst>
                <a:path w="1142748" h="569248">
                  <a:moveTo>
                    <a:pt x="8" y="0"/>
                  </a:moveTo>
                  <a:lnTo>
                    <a:pt x="1142749" y="0"/>
                  </a:lnTo>
                  <a:cubicBezTo>
                    <a:pt x="1141572" y="315561"/>
                    <a:pt x="884806" y="570420"/>
                    <a:pt x="569244" y="569244"/>
                  </a:cubicBezTo>
                  <a:cubicBezTo>
                    <a:pt x="255345" y="568074"/>
                    <a:pt x="1170" y="313899"/>
                    <a:pt x="0" y="0"/>
                  </a:cubicBezTo>
                  <a:close/>
                </a:path>
              </a:pathLst>
            </a:custGeom>
            <a:solidFill>
              <a:schemeClr val="accent3"/>
            </a:solidFill>
            <a:ln w="7941"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C04C87B-AF0D-4CA8-9EF0-3E415581B6D5}"/>
                </a:ext>
              </a:extLst>
            </p:cNvPr>
            <p:cNvSpPr/>
            <p:nvPr userDrawn="1"/>
          </p:nvSpPr>
          <p:spPr>
            <a:xfrm>
              <a:off x="2258379" y="5118722"/>
              <a:ext cx="1148706" cy="577296"/>
            </a:xfrm>
            <a:custGeom>
              <a:avLst/>
              <a:gdLst>
                <a:gd name="connsiteX0" fmla="*/ 574365 w 1148706"/>
                <a:gd name="connsiteY0" fmla="*/ 577296 h 577296"/>
                <a:gd name="connsiteX1" fmla="*/ 0 w 1148706"/>
                <a:gd name="connsiteY1" fmla="*/ 2979 h 577296"/>
                <a:gd name="connsiteX2" fmla="*/ 2947 w 1148706"/>
                <a:gd name="connsiteY2" fmla="*/ 2979 h 577296"/>
                <a:gd name="connsiteX3" fmla="*/ 2947 w 1148706"/>
                <a:gd name="connsiteY3" fmla="*/ 0 h 577296"/>
                <a:gd name="connsiteX4" fmla="*/ 1148706 w 1148706"/>
                <a:gd name="connsiteY4" fmla="*/ 0 h 577296"/>
                <a:gd name="connsiteX5" fmla="*/ 1148706 w 1148706"/>
                <a:gd name="connsiteY5" fmla="*/ 2979 h 577296"/>
                <a:gd name="connsiteX6" fmla="*/ 574365 w 1148706"/>
                <a:gd name="connsiteY6" fmla="*/ 577296 h 577296"/>
                <a:gd name="connsiteX7" fmla="*/ 5965 w 1148706"/>
                <a:gd name="connsiteY7" fmla="*/ 5966 h 577296"/>
                <a:gd name="connsiteX8" fmla="*/ 576478 w 1148706"/>
                <a:gd name="connsiteY8" fmla="*/ 572228 h 577296"/>
                <a:gd name="connsiteX9" fmla="*/ 1142741 w 1148706"/>
                <a:gd name="connsiteY9" fmla="*/ 5966 h 577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8706" h="577296">
                  <a:moveTo>
                    <a:pt x="574365" y="577296"/>
                  </a:moveTo>
                  <a:cubicBezTo>
                    <a:pt x="257318" y="576942"/>
                    <a:pt x="381" y="320026"/>
                    <a:pt x="0" y="2979"/>
                  </a:cubicBezTo>
                  <a:lnTo>
                    <a:pt x="2947" y="2979"/>
                  </a:lnTo>
                  <a:lnTo>
                    <a:pt x="2947" y="0"/>
                  </a:lnTo>
                  <a:lnTo>
                    <a:pt x="1148706" y="0"/>
                  </a:lnTo>
                  <a:lnTo>
                    <a:pt x="1148706" y="2979"/>
                  </a:lnTo>
                  <a:cubicBezTo>
                    <a:pt x="1148330" y="320019"/>
                    <a:pt x="891405" y="576933"/>
                    <a:pt x="574365" y="577296"/>
                  </a:cubicBezTo>
                  <a:close/>
                  <a:moveTo>
                    <a:pt x="5965" y="5966"/>
                  </a:moveTo>
                  <a:cubicBezTo>
                    <a:pt x="7139" y="319878"/>
                    <a:pt x="262566" y="573402"/>
                    <a:pt x="576478" y="572228"/>
                  </a:cubicBezTo>
                  <a:cubicBezTo>
                    <a:pt x="888732" y="571061"/>
                    <a:pt x="1141573" y="318219"/>
                    <a:pt x="1142741" y="5966"/>
                  </a:cubicBezTo>
                  <a:close/>
                </a:path>
              </a:pathLst>
            </a:custGeom>
            <a:solidFill>
              <a:srgbClr val="FBAC66"/>
            </a:solidFill>
            <a:ln w="7941"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3F905877-2A9A-461C-9C7A-17DBCB0BB485}"/>
                </a:ext>
              </a:extLst>
            </p:cNvPr>
            <p:cNvSpPr/>
            <p:nvPr userDrawn="1"/>
          </p:nvSpPr>
          <p:spPr>
            <a:xfrm>
              <a:off x="553506" y="4275628"/>
              <a:ext cx="1596046" cy="1750762"/>
            </a:xfrm>
            <a:custGeom>
              <a:avLst/>
              <a:gdLst>
                <a:gd name="connsiteX0" fmla="*/ 9858 w 1596046"/>
                <a:gd name="connsiteY0" fmla="*/ 1733390 h 1750762"/>
                <a:gd name="connsiteX1" fmla="*/ 1596046 w 1596046"/>
                <a:gd name="connsiteY1" fmla="*/ 1750763 h 1750762"/>
                <a:gd name="connsiteX2" fmla="*/ 1391405 w 1596046"/>
                <a:gd name="connsiteY2" fmla="*/ 1424617 h 1750762"/>
                <a:gd name="connsiteX3" fmla="*/ 0 w 1596046"/>
                <a:gd name="connsiteY3" fmla="*/ 0 h 1750762"/>
              </a:gdLst>
              <a:ahLst/>
              <a:cxnLst>
                <a:cxn ang="0">
                  <a:pos x="connsiteX0" y="connsiteY0"/>
                </a:cxn>
                <a:cxn ang="0">
                  <a:pos x="connsiteX1" y="connsiteY1"/>
                </a:cxn>
                <a:cxn ang="0">
                  <a:pos x="connsiteX2" y="connsiteY2"/>
                </a:cxn>
                <a:cxn ang="0">
                  <a:pos x="connsiteX3" y="connsiteY3"/>
                </a:cxn>
              </a:cxnLst>
              <a:rect l="l" t="t" r="r" b="b"/>
              <a:pathLst>
                <a:path w="1596046" h="1750762">
                  <a:moveTo>
                    <a:pt x="9858" y="1733390"/>
                  </a:moveTo>
                  <a:lnTo>
                    <a:pt x="1596046" y="1750763"/>
                  </a:lnTo>
                  <a:cubicBezTo>
                    <a:pt x="1583472" y="1623166"/>
                    <a:pt x="1519749" y="1509883"/>
                    <a:pt x="1391405" y="1424617"/>
                  </a:cubicBezTo>
                  <a:cubicBezTo>
                    <a:pt x="303983" y="701120"/>
                    <a:pt x="822156" y="30813"/>
                    <a:pt x="0" y="0"/>
                  </a:cubicBezTo>
                  <a:close/>
                </a:path>
              </a:pathLst>
            </a:custGeom>
            <a:solidFill>
              <a:schemeClr val="accent2"/>
            </a:solidFill>
            <a:ln w="7941" cap="flat">
              <a:noFill/>
              <a:prstDash val="solid"/>
              <a:miter/>
            </a:ln>
          </p:spPr>
          <p:txBody>
            <a:bodyPr rtlCol="0" anchor="ctr"/>
            <a:lstStyle/>
            <a:p>
              <a:endParaRPr lang="en-US"/>
            </a:p>
          </p:txBody>
        </p:sp>
      </p:grpSp>
    </p:spTree>
    <p:extLst>
      <p:ext uri="{BB962C8B-B14F-4D97-AF65-F5344CB8AC3E}">
        <p14:creationId xmlns:p14="http://schemas.microsoft.com/office/powerpoint/2010/main" val="4082085100"/>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Kapittel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grpSp>
        <p:nvGrpSpPr>
          <p:cNvPr id="3" name="Group 2">
            <a:extLst>
              <a:ext uri="{FF2B5EF4-FFF2-40B4-BE49-F238E27FC236}">
                <a16:creationId xmlns:a16="http://schemas.microsoft.com/office/drawing/2014/main" id="{ED83404B-9696-4894-8EBB-5A5ADB66B4C6}"/>
              </a:ext>
            </a:extLst>
          </p:cNvPr>
          <p:cNvGrpSpPr/>
          <p:nvPr userDrawn="1"/>
        </p:nvGrpSpPr>
        <p:grpSpPr>
          <a:xfrm>
            <a:off x="1002014" y="668472"/>
            <a:ext cx="2173294" cy="2346804"/>
            <a:chOff x="1002014" y="668472"/>
            <a:chExt cx="2173294" cy="2346804"/>
          </a:xfrm>
        </p:grpSpPr>
        <p:sp>
          <p:nvSpPr>
            <p:cNvPr id="10" name="Freeform: Shape 9">
              <a:extLst>
                <a:ext uri="{FF2B5EF4-FFF2-40B4-BE49-F238E27FC236}">
                  <a16:creationId xmlns:a16="http://schemas.microsoft.com/office/drawing/2014/main" id="{35853E15-4F9F-40AD-AC61-5A3023E3CE69}"/>
                </a:ext>
              </a:extLst>
            </p:cNvPr>
            <p:cNvSpPr/>
            <p:nvPr userDrawn="1"/>
          </p:nvSpPr>
          <p:spPr>
            <a:xfrm>
              <a:off x="1769489" y="953964"/>
              <a:ext cx="393799" cy="393799"/>
            </a:xfrm>
            <a:custGeom>
              <a:avLst/>
              <a:gdLst>
                <a:gd name="connsiteX0" fmla="*/ 393799 w 393799"/>
                <a:gd name="connsiteY0" fmla="*/ 196900 h 393799"/>
                <a:gd name="connsiteX1" fmla="*/ 196900 w 393799"/>
                <a:gd name="connsiteY1" fmla="*/ 393799 h 393799"/>
                <a:gd name="connsiteX2" fmla="*/ 0 w 393799"/>
                <a:gd name="connsiteY2" fmla="*/ 196900 h 393799"/>
                <a:gd name="connsiteX3" fmla="*/ 196900 w 393799"/>
                <a:gd name="connsiteY3" fmla="*/ 0 h 393799"/>
                <a:gd name="connsiteX4" fmla="*/ 393799 w 393799"/>
                <a:gd name="connsiteY4" fmla="*/ 196900 h 393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799" h="393799">
                  <a:moveTo>
                    <a:pt x="393799" y="196900"/>
                  </a:moveTo>
                  <a:cubicBezTo>
                    <a:pt x="393799" y="305644"/>
                    <a:pt x="305644" y="393799"/>
                    <a:pt x="196900" y="393799"/>
                  </a:cubicBezTo>
                  <a:cubicBezTo>
                    <a:pt x="88155" y="393799"/>
                    <a:pt x="0" y="305644"/>
                    <a:pt x="0" y="196900"/>
                  </a:cubicBezTo>
                  <a:cubicBezTo>
                    <a:pt x="0" y="88155"/>
                    <a:pt x="88155" y="0"/>
                    <a:pt x="196900" y="0"/>
                  </a:cubicBezTo>
                  <a:cubicBezTo>
                    <a:pt x="305644" y="0"/>
                    <a:pt x="393799" y="88155"/>
                    <a:pt x="393799" y="196900"/>
                  </a:cubicBezTo>
                  <a:close/>
                </a:path>
              </a:pathLst>
            </a:custGeom>
            <a:solidFill>
              <a:schemeClr val="accent1"/>
            </a:solidFill>
            <a:ln w="6493"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CACC864-1604-4E31-BB73-59849F948F41}"/>
                </a:ext>
              </a:extLst>
            </p:cNvPr>
            <p:cNvSpPr/>
            <p:nvPr userDrawn="1"/>
          </p:nvSpPr>
          <p:spPr>
            <a:xfrm>
              <a:off x="2781509" y="1734600"/>
              <a:ext cx="393799" cy="393799"/>
            </a:xfrm>
            <a:custGeom>
              <a:avLst/>
              <a:gdLst>
                <a:gd name="connsiteX0" fmla="*/ 393800 w 393799"/>
                <a:gd name="connsiteY0" fmla="*/ 196900 h 393799"/>
                <a:gd name="connsiteX1" fmla="*/ 196900 w 393799"/>
                <a:gd name="connsiteY1" fmla="*/ 393799 h 393799"/>
                <a:gd name="connsiteX2" fmla="*/ 0 w 393799"/>
                <a:gd name="connsiteY2" fmla="*/ 196900 h 393799"/>
                <a:gd name="connsiteX3" fmla="*/ 196900 w 393799"/>
                <a:gd name="connsiteY3" fmla="*/ 0 h 393799"/>
                <a:gd name="connsiteX4" fmla="*/ 393800 w 393799"/>
                <a:gd name="connsiteY4" fmla="*/ 196900 h 393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799" h="393799">
                  <a:moveTo>
                    <a:pt x="393800" y="196900"/>
                  </a:moveTo>
                  <a:cubicBezTo>
                    <a:pt x="393800" y="305644"/>
                    <a:pt x="305645" y="393799"/>
                    <a:pt x="196900" y="393799"/>
                  </a:cubicBezTo>
                  <a:cubicBezTo>
                    <a:pt x="88155" y="393799"/>
                    <a:pt x="0" y="305644"/>
                    <a:pt x="0" y="196900"/>
                  </a:cubicBezTo>
                  <a:cubicBezTo>
                    <a:pt x="0" y="88155"/>
                    <a:pt x="88155" y="0"/>
                    <a:pt x="196900" y="0"/>
                  </a:cubicBezTo>
                  <a:cubicBezTo>
                    <a:pt x="305645" y="0"/>
                    <a:pt x="393800" y="88155"/>
                    <a:pt x="393800" y="196900"/>
                  </a:cubicBezTo>
                  <a:close/>
                </a:path>
              </a:pathLst>
            </a:custGeom>
            <a:solidFill>
              <a:schemeClr val="accent1"/>
            </a:solidFill>
            <a:ln w="6493"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076D2472-5715-45F4-88D6-068E73038E62}"/>
                </a:ext>
              </a:extLst>
            </p:cNvPr>
            <p:cNvSpPr/>
            <p:nvPr userDrawn="1"/>
          </p:nvSpPr>
          <p:spPr>
            <a:xfrm>
              <a:off x="1845032" y="668472"/>
              <a:ext cx="242725" cy="242725"/>
            </a:xfrm>
            <a:custGeom>
              <a:avLst/>
              <a:gdLst>
                <a:gd name="connsiteX0" fmla="*/ 242726 w 242725"/>
                <a:gd name="connsiteY0" fmla="*/ 121363 h 242725"/>
                <a:gd name="connsiteX1" fmla="*/ 121363 w 242725"/>
                <a:gd name="connsiteY1" fmla="*/ 242726 h 242725"/>
                <a:gd name="connsiteX2" fmla="*/ 0 w 242725"/>
                <a:gd name="connsiteY2" fmla="*/ 121363 h 242725"/>
                <a:gd name="connsiteX3" fmla="*/ 121363 w 242725"/>
                <a:gd name="connsiteY3" fmla="*/ 0 h 242725"/>
                <a:gd name="connsiteX4" fmla="*/ 242726 w 242725"/>
                <a:gd name="connsiteY4" fmla="*/ 121363 h 242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725" h="242725">
                  <a:moveTo>
                    <a:pt x="242726" y="121363"/>
                  </a:moveTo>
                  <a:cubicBezTo>
                    <a:pt x="242726" y="188390"/>
                    <a:pt x="188390" y="242726"/>
                    <a:pt x="121363" y="242726"/>
                  </a:cubicBezTo>
                  <a:cubicBezTo>
                    <a:pt x="54336" y="242726"/>
                    <a:pt x="0" y="188390"/>
                    <a:pt x="0" y="121363"/>
                  </a:cubicBezTo>
                  <a:cubicBezTo>
                    <a:pt x="0" y="54336"/>
                    <a:pt x="54336" y="0"/>
                    <a:pt x="121363" y="0"/>
                  </a:cubicBezTo>
                  <a:cubicBezTo>
                    <a:pt x="188390" y="0"/>
                    <a:pt x="242726" y="54336"/>
                    <a:pt x="242726" y="121363"/>
                  </a:cubicBezTo>
                  <a:close/>
                </a:path>
              </a:pathLst>
            </a:custGeom>
            <a:solidFill>
              <a:schemeClr val="accent1"/>
            </a:solidFill>
            <a:ln w="6493"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2ED72A7-C4EB-4B09-B530-ACD057C2B22F}"/>
                </a:ext>
              </a:extLst>
            </p:cNvPr>
            <p:cNvSpPr/>
            <p:nvPr userDrawn="1"/>
          </p:nvSpPr>
          <p:spPr>
            <a:xfrm>
              <a:off x="2857052" y="1449107"/>
              <a:ext cx="242725" cy="242725"/>
            </a:xfrm>
            <a:custGeom>
              <a:avLst/>
              <a:gdLst>
                <a:gd name="connsiteX0" fmla="*/ 242726 w 242725"/>
                <a:gd name="connsiteY0" fmla="*/ 121363 h 242725"/>
                <a:gd name="connsiteX1" fmla="*/ 121363 w 242725"/>
                <a:gd name="connsiteY1" fmla="*/ 242726 h 242725"/>
                <a:gd name="connsiteX2" fmla="*/ 0 w 242725"/>
                <a:gd name="connsiteY2" fmla="*/ 121363 h 242725"/>
                <a:gd name="connsiteX3" fmla="*/ 121363 w 242725"/>
                <a:gd name="connsiteY3" fmla="*/ 0 h 242725"/>
                <a:gd name="connsiteX4" fmla="*/ 242726 w 242725"/>
                <a:gd name="connsiteY4" fmla="*/ 121363 h 242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725" h="242725">
                  <a:moveTo>
                    <a:pt x="242726" y="121363"/>
                  </a:moveTo>
                  <a:cubicBezTo>
                    <a:pt x="242726" y="188390"/>
                    <a:pt x="188390" y="242726"/>
                    <a:pt x="121363" y="242726"/>
                  </a:cubicBezTo>
                  <a:cubicBezTo>
                    <a:pt x="54336" y="242726"/>
                    <a:pt x="0" y="188390"/>
                    <a:pt x="0" y="121363"/>
                  </a:cubicBezTo>
                  <a:cubicBezTo>
                    <a:pt x="0" y="54336"/>
                    <a:pt x="54336" y="0"/>
                    <a:pt x="121363" y="0"/>
                  </a:cubicBezTo>
                  <a:cubicBezTo>
                    <a:pt x="188390" y="0"/>
                    <a:pt x="242726" y="54336"/>
                    <a:pt x="242726" y="121363"/>
                  </a:cubicBezTo>
                  <a:close/>
                </a:path>
              </a:pathLst>
            </a:custGeom>
            <a:solidFill>
              <a:schemeClr val="accent1"/>
            </a:solidFill>
            <a:ln w="6493"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E395C42C-FD55-40FB-A002-AC953099CD99}"/>
                </a:ext>
              </a:extLst>
            </p:cNvPr>
            <p:cNvSpPr/>
            <p:nvPr userDrawn="1"/>
          </p:nvSpPr>
          <p:spPr>
            <a:xfrm>
              <a:off x="1002014" y="1086526"/>
              <a:ext cx="1928750" cy="1928750"/>
            </a:xfrm>
            <a:custGeom>
              <a:avLst/>
              <a:gdLst>
                <a:gd name="connsiteX0" fmla="*/ 1928750 w 1928750"/>
                <a:gd name="connsiteY0" fmla="*/ 964375 h 1928750"/>
                <a:gd name="connsiteX1" fmla="*/ 964375 w 1928750"/>
                <a:gd name="connsiteY1" fmla="*/ 1928751 h 1928750"/>
                <a:gd name="connsiteX2" fmla="*/ 0 w 1928750"/>
                <a:gd name="connsiteY2" fmla="*/ 964375 h 1928750"/>
                <a:gd name="connsiteX3" fmla="*/ 964375 w 1928750"/>
                <a:gd name="connsiteY3" fmla="*/ 0 h 1928750"/>
                <a:gd name="connsiteX4" fmla="*/ 1928750 w 1928750"/>
                <a:gd name="connsiteY4" fmla="*/ 964375 h 1928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8750" h="1928750">
                  <a:moveTo>
                    <a:pt x="1928750" y="964375"/>
                  </a:moveTo>
                  <a:cubicBezTo>
                    <a:pt x="1928750" y="1496985"/>
                    <a:pt x="1496985" y="1928751"/>
                    <a:pt x="964375" y="1928751"/>
                  </a:cubicBezTo>
                  <a:cubicBezTo>
                    <a:pt x="431765" y="1928751"/>
                    <a:pt x="0" y="1496985"/>
                    <a:pt x="0" y="964375"/>
                  </a:cubicBezTo>
                  <a:cubicBezTo>
                    <a:pt x="0" y="431765"/>
                    <a:pt x="431765" y="0"/>
                    <a:pt x="964375" y="0"/>
                  </a:cubicBezTo>
                  <a:cubicBezTo>
                    <a:pt x="1496985" y="0"/>
                    <a:pt x="1928750" y="431765"/>
                    <a:pt x="1928750" y="964375"/>
                  </a:cubicBezTo>
                  <a:close/>
                </a:path>
              </a:pathLst>
            </a:custGeom>
            <a:solidFill>
              <a:schemeClr val="accent4"/>
            </a:solidFill>
            <a:ln w="6493"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F781C5F-5BA1-4BE6-8892-0AF3185F8E32}"/>
                </a:ext>
              </a:extLst>
            </p:cNvPr>
            <p:cNvSpPr/>
            <p:nvPr userDrawn="1"/>
          </p:nvSpPr>
          <p:spPr>
            <a:xfrm>
              <a:off x="1966408" y="1617868"/>
              <a:ext cx="392279" cy="412110"/>
            </a:xfrm>
            <a:custGeom>
              <a:avLst/>
              <a:gdLst>
                <a:gd name="connsiteX0" fmla="*/ 392279 w 392279"/>
                <a:gd name="connsiteY0" fmla="*/ 0 h 412110"/>
                <a:gd name="connsiteX1" fmla="*/ 392279 w 392279"/>
                <a:gd name="connsiteY1" fmla="*/ 0 h 412110"/>
                <a:gd name="connsiteX2" fmla="*/ 392279 w 392279"/>
                <a:gd name="connsiteY2" fmla="*/ 412110 h 412110"/>
                <a:gd name="connsiteX3" fmla="*/ 0 w 392279"/>
                <a:gd name="connsiteY3" fmla="*/ 412110 h 412110"/>
                <a:gd name="connsiteX4" fmla="*/ 0 w 392279"/>
                <a:gd name="connsiteY4" fmla="*/ 411902 h 412110"/>
                <a:gd name="connsiteX5" fmla="*/ 312638 w 392279"/>
                <a:gd name="connsiteY5" fmla="*/ 12062 h 412110"/>
                <a:gd name="connsiteX6" fmla="*/ 392279 w 392279"/>
                <a:gd name="connsiteY6" fmla="*/ 0 h 412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2279" h="412110">
                  <a:moveTo>
                    <a:pt x="392279" y="0"/>
                  </a:moveTo>
                  <a:lnTo>
                    <a:pt x="392279" y="0"/>
                  </a:lnTo>
                  <a:lnTo>
                    <a:pt x="392279" y="412110"/>
                  </a:lnTo>
                  <a:lnTo>
                    <a:pt x="0" y="412110"/>
                  </a:lnTo>
                  <a:lnTo>
                    <a:pt x="0" y="411902"/>
                  </a:lnTo>
                  <a:cubicBezTo>
                    <a:pt x="703" y="222876"/>
                    <a:pt x="129360" y="58333"/>
                    <a:pt x="312638" y="12062"/>
                  </a:cubicBezTo>
                  <a:cubicBezTo>
                    <a:pt x="338736" y="5495"/>
                    <a:pt x="365407" y="1456"/>
                    <a:pt x="392279" y="0"/>
                  </a:cubicBezTo>
                  <a:close/>
                </a:path>
              </a:pathLst>
            </a:custGeom>
            <a:solidFill>
              <a:schemeClr val="accent3"/>
            </a:solidFill>
            <a:ln w="6493"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E3703D7-8338-4B96-913A-F1BA7ABBEAAB}"/>
                </a:ext>
              </a:extLst>
            </p:cNvPr>
            <p:cNvSpPr/>
            <p:nvPr userDrawn="1"/>
          </p:nvSpPr>
          <p:spPr>
            <a:xfrm>
              <a:off x="1405446" y="1518941"/>
              <a:ext cx="711866" cy="779154"/>
            </a:xfrm>
            <a:custGeom>
              <a:avLst/>
              <a:gdLst>
                <a:gd name="connsiteX0" fmla="*/ 711867 w 711866"/>
                <a:gd name="connsiteY0" fmla="*/ 779155 h 779154"/>
                <a:gd name="connsiteX1" fmla="*/ 705131 w 711866"/>
                <a:gd name="connsiteY1" fmla="*/ 778901 h 779154"/>
                <a:gd name="connsiteX2" fmla="*/ 437514 w 711866"/>
                <a:gd name="connsiteY2" fmla="*/ 574408 h 779154"/>
                <a:gd name="connsiteX3" fmla="*/ 93107 w 711866"/>
                <a:gd name="connsiteY3" fmla="*/ 154594 h 779154"/>
                <a:gd name="connsiteX4" fmla="*/ 708 w 711866"/>
                <a:gd name="connsiteY4" fmla="*/ 7145 h 779154"/>
                <a:gd name="connsiteX5" fmla="*/ 0 w 711866"/>
                <a:gd name="connsiteY5" fmla="*/ 0 h 779154"/>
                <a:gd name="connsiteX6" fmla="*/ 711867 w 711866"/>
                <a:gd name="connsiteY6" fmla="*/ 0 h 779154"/>
                <a:gd name="connsiteX7" fmla="*/ 14453 w 711866"/>
                <a:gd name="connsiteY7" fmla="*/ 12965 h 779154"/>
                <a:gd name="connsiteX8" fmla="*/ 100291 w 711866"/>
                <a:gd name="connsiteY8" fmla="*/ 143747 h 779154"/>
                <a:gd name="connsiteX9" fmla="*/ 449486 w 711866"/>
                <a:gd name="connsiteY9" fmla="*/ 569381 h 779154"/>
                <a:gd name="connsiteX10" fmla="*/ 698876 w 711866"/>
                <a:gd name="connsiteY10" fmla="*/ 765631 h 779154"/>
                <a:gd name="connsiteX11" fmla="*/ 698876 w 711866"/>
                <a:gd name="connsiteY11" fmla="*/ 12965 h 779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1866" h="779154">
                  <a:moveTo>
                    <a:pt x="711867" y="779155"/>
                  </a:moveTo>
                  <a:lnTo>
                    <a:pt x="705131" y="778901"/>
                  </a:lnTo>
                  <a:cubicBezTo>
                    <a:pt x="519813" y="771964"/>
                    <a:pt x="485289" y="689094"/>
                    <a:pt x="437514" y="574408"/>
                  </a:cubicBezTo>
                  <a:cubicBezTo>
                    <a:pt x="391117" y="463068"/>
                    <a:pt x="327577" y="310591"/>
                    <a:pt x="93107" y="154594"/>
                  </a:cubicBezTo>
                  <a:cubicBezTo>
                    <a:pt x="37811" y="117842"/>
                    <a:pt x="6716" y="68203"/>
                    <a:pt x="708" y="7145"/>
                  </a:cubicBezTo>
                  <a:lnTo>
                    <a:pt x="0" y="0"/>
                  </a:lnTo>
                  <a:lnTo>
                    <a:pt x="711867" y="0"/>
                  </a:lnTo>
                  <a:close/>
                  <a:moveTo>
                    <a:pt x="14453" y="12965"/>
                  </a:moveTo>
                  <a:cubicBezTo>
                    <a:pt x="21728" y="66742"/>
                    <a:pt x="50574" y="110710"/>
                    <a:pt x="100291" y="143747"/>
                  </a:cubicBezTo>
                  <a:cubicBezTo>
                    <a:pt x="338029" y="301933"/>
                    <a:pt x="402458" y="456507"/>
                    <a:pt x="449486" y="569381"/>
                  </a:cubicBezTo>
                  <a:cubicBezTo>
                    <a:pt x="496514" y="682254"/>
                    <a:pt x="527803" y="757356"/>
                    <a:pt x="698876" y="765631"/>
                  </a:cubicBezTo>
                  <a:lnTo>
                    <a:pt x="698876" y="12965"/>
                  </a:lnTo>
                  <a:close/>
                </a:path>
              </a:pathLst>
            </a:custGeom>
            <a:solidFill>
              <a:schemeClr val="tx1"/>
            </a:solidFill>
            <a:ln w="6493"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148ACA4-6A84-45D4-B1D3-5C0C4293D02A}"/>
                </a:ext>
              </a:extLst>
            </p:cNvPr>
            <p:cNvSpPr/>
            <p:nvPr userDrawn="1"/>
          </p:nvSpPr>
          <p:spPr>
            <a:xfrm>
              <a:off x="2206542" y="2150283"/>
              <a:ext cx="487095" cy="511706"/>
            </a:xfrm>
            <a:custGeom>
              <a:avLst/>
              <a:gdLst>
                <a:gd name="connsiteX0" fmla="*/ 0 w 487095"/>
                <a:gd name="connsiteY0" fmla="*/ 511707 h 511706"/>
                <a:gd name="connsiteX1" fmla="*/ 0 w 487095"/>
                <a:gd name="connsiteY1" fmla="*/ 511707 h 511706"/>
                <a:gd name="connsiteX2" fmla="*/ 0 w 487095"/>
                <a:gd name="connsiteY2" fmla="*/ 0 h 511706"/>
                <a:gd name="connsiteX3" fmla="*/ 487095 w 487095"/>
                <a:gd name="connsiteY3" fmla="*/ 0 h 511706"/>
                <a:gd name="connsiteX4" fmla="*/ 487095 w 487095"/>
                <a:gd name="connsiteY4" fmla="*/ 260 h 511706"/>
                <a:gd name="connsiteX5" fmla="*/ 98888 w 487095"/>
                <a:gd name="connsiteY5" fmla="*/ 496702 h 511706"/>
                <a:gd name="connsiteX6" fmla="*/ 0 w 487095"/>
                <a:gd name="connsiteY6" fmla="*/ 511707 h 511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7095" h="511706">
                  <a:moveTo>
                    <a:pt x="0" y="511707"/>
                  </a:moveTo>
                  <a:lnTo>
                    <a:pt x="0" y="511707"/>
                  </a:lnTo>
                  <a:lnTo>
                    <a:pt x="0" y="0"/>
                  </a:lnTo>
                  <a:lnTo>
                    <a:pt x="487095" y="0"/>
                  </a:lnTo>
                  <a:lnTo>
                    <a:pt x="487095" y="260"/>
                  </a:lnTo>
                  <a:cubicBezTo>
                    <a:pt x="486219" y="234967"/>
                    <a:pt x="326461" y="439267"/>
                    <a:pt x="98888" y="496702"/>
                  </a:cubicBezTo>
                  <a:cubicBezTo>
                    <a:pt x="66484" y="504868"/>
                    <a:pt x="33368" y="509893"/>
                    <a:pt x="0" y="511707"/>
                  </a:cubicBezTo>
                  <a:close/>
                </a:path>
              </a:pathLst>
            </a:custGeom>
            <a:solidFill>
              <a:schemeClr val="tx2"/>
            </a:solidFill>
            <a:ln w="6493"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1E08FF9-CB1A-4976-8A44-7E36B0ECFFB2}"/>
                </a:ext>
              </a:extLst>
            </p:cNvPr>
            <p:cNvSpPr/>
            <p:nvPr userDrawn="1"/>
          </p:nvSpPr>
          <p:spPr>
            <a:xfrm>
              <a:off x="1426582" y="2309249"/>
              <a:ext cx="352779" cy="155152"/>
            </a:xfrm>
            <a:custGeom>
              <a:avLst/>
              <a:gdLst>
                <a:gd name="connsiteX0" fmla="*/ 0 w 352779"/>
                <a:gd name="connsiteY0" fmla="*/ 0 h 155152"/>
                <a:gd name="connsiteX1" fmla="*/ 352780 w 352779"/>
                <a:gd name="connsiteY1" fmla="*/ 0 h 155152"/>
                <a:gd name="connsiteX2" fmla="*/ 352780 w 352779"/>
                <a:gd name="connsiteY2" fmla="*/ 155153 h 155152"/>
                <a:gd name="connsiteX3" fmla="*/ 0 w 352779"/>
                <a:gd name="connsiteY3" fmla="*/ 155153 h 155152"/>
              </a:gdLst>
              <a:ahLst/>
              <a:cxnLst>
                <a:cxn ang="0">
                  <a:pos x="connsiteX0" y="connsiteY0"/>
                </a:cxn>
                <a:cxn ang="0">
                  <a:pos x="connsiteX1" y="connsiteY1"/>
                </a:cxn>
                <a:cxn ang="0">
                  <a:pos x="connsiteX2" y="connsiteY2"/>
                </a:cxn>
                <a:cxn ang="0">
                  <a:pos x="connsiteX3" y="connsiteY3"/>
                </a:cxn>
              </a:cxnLst>
              <a:rect l="l" t="t" r="r" b="b"/>
              <a:pathLst>
                <a:path w="352779" h="155152">
                  <a:moveTo>
                    <a:pt x="0" y="0"/>
                  </a:moveTo>
                  <a:lnTo>
                    <a:pt x="352780" y="0"/>
                  </a:lnTo>
                  <a:lnTo>
                    <a:pt x="352780" y="155153"/>
                  </a:lnTo>
                  <a:lnTo>
                    <a:pt x="0" y="155153"/>
                  </a:lnTo>
                  <a:close/>
                </a:path>
              </a:pathLst>
            </a:custGeom>
            <a:solidFill>
              <a:schemeClr val="tx2"/>
            </a:solidFill>
            <a:ln w="6493"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6155C04-0C27-41D9-ADA1-B02E1F7EAA82}"/>
                </a:ext>
              </a:extLst>
            </p:cNvPr>
            <p:cNvSpPr/>
            <p:nvPr userDrawn="1"/>
          </p:nvSpPr>
          <p:spPr>
            <a:xfrm>
              <a:off x="1799076" y="2309463"/>
              <a:ext cx="134360" cy="154769"/>
            </a:xfrm>
            <a:custGeom>
              <a:avLst/>
              <a:gdLst>
                <a:gd name="connsiteX0" fmla="*/ 221 w 134360"/>
                <a:gd name="connsiteY0" fmla="*/ 154770 h 154769"/>
                <a:gd name="connsiteX1" fmla="*/ 0 w 134360"/>
                <a:gd name="connsiteY1" fmla="*/ 0 h 154769"/>
                <a:gd name="connsiteX2" fmla="*/ 134360 w 134360"/>
                <a:gd name="connsiteY2" fmla="*/ 77577 h 154769"/>
              </a:gdLst>
              <a:ahLst/>
              <a:cxnLst>
                <a:cxn ang="0">
                  <a:pos x="connsiteX0" y="connsiteY0"/>
                </a:cxn>
                <a:cxn ang="0">
                  <a:pos x="connsiteX1" y="connsiteY1"/>
                </a:cxn>
                <a:cxn ang="0">
                  <a:pos x="connsiteX2" y="connsiteY2"/>
                </a:cxn>
              </a:cxnLst>
              <a:rect l="l" t="t" r="r" b="b"/>
              <a:pathLst>
                <a:path w="134360" h="154769">
                  <a:moveTo>
                    <a:pt x="221" y="154770"/>
                  </a:moveTo>
                  <a:lnTo>
                    <a:pt x="0" y="0"/>
                  </a:lnTo>
                  <a:lnTo>
                    <a:pt x="134360" y="77577"/>
                  </a:lnTo>
                  <a:close/>
                </a:path>
              </a:pathLst>
            </a:custGeom>
            <a:solidFill>
              <a:schemeClr val="accent2"/>
            </a:solidFill>
            <a:ln w="6493" cap="flat">
              <a:noFill/>
              <a:prstDash val="solid"/>
              <a:miter/>
            </a:ln>
          </p:spPr>
          <p:txBody>
            <a:bodyPr rtlCol="0" anchor="ctr"/>
            <a:lstStyle/>
            <a:p>
              <a:endParaRPr lang="en-US"/>
            </a:p>
          </p:txBody>
        </p:sp>
      </p:grpSp>
    </p:spTree>
    <p:extLst>
      <p:ext uri="{BB962C8B-B14F-4D97-AF65-F5344CB8AC3E}">
        <p14:creationId xmlns:p14="http://schemas.microsoft.com/office/powerpoint/2010/main" val="59263424"/>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Kapittel 7">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098DEE0-4831-4111-A35B-803560731C83}"/>
              </a:ext>
            </a:extLst>
          </p:cNvPr>
          <p:cNvGrpSpPr/>
          <p:nvPr userDrawn="1"/>
        </p:nvGrpSpPr>
        <p:grpSpPr>
          <a:xfrm>
            <a:off x="655748" y="4551718"/>
            <a:ext cx="1646885" cy="1735167"/>
            <a:chOff x="655748" y="4551718"/>
            <a:chExt cx="1646885" cy="1735167"/>
          </a:xfrm>
        </p:grpSpPr>
        <p:sp>
          <p:nvSpPr>
            <p:cNvPr id="7" name="Freeform: Shape 6">
              <a:extLst>
                <a:ext uri="{FF2B5EF4-FFF2-40B4-BE49-F238E27FC236}">
                  <a16:creationId xmlns:a16="http://schemas.microsoft.com/office/drawing/2014/main" id="{203AFA82-12A0-47AC-877C-8B76876C21C4}"/>
                </a:ext>
              </a:extLst>
            </p:cNvPr>
            <p:cNvSpPr/>
            <p:nvPr/>
          </p:nvSpPr>
          <p:spPr>
            <a:xfrm>
              <a:off x="1733736" y="4551718"/>
              <a:ext cx="568897" cy="1199573"/>
            </a:xfrm>
            <a:custGeom>
              <a:avLst/>
              <a:gdLst>
                <a:gd name="connsiteX0" fmla="*/ 0 w 568897"/>
                <a:gd name="connsiteY0" fmla="*/ 1199574 h 1199573"/>
                <a:gd name="connsiteX1" fmla="*/ 0 w 568897"/>
                <a:gd name="connsiteY1" fmla="*/ 1199574 h 1199573"/>
                <a:gd name="connsiteX2" fmla="*/ 568043 w 568897"/>
                <a:gd name="connsiteY2" fmla="*/ 568043 h 1199573"/>
                <a:gd name="connsiteX3" fmla="*/ 0 w 568897"/>
                <a:gd name="connsiteY3" fmla="*/ 0 h 1199573"/>
                <a:gd name="connsiteX4" fmla="*/ 0 w 568897"/>
                <a:gd name="connsiteY4" fmla="*/ 1199574 h 1199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897" h="1199573">
                  <a:moveTo>
                    <a:pt x="0" y="1199574"/>
                  </a:moveTo>
                  <a:lnTo>
                    <a:pt x="0" y="1199574"/>
                  </a:lnTo>
                  <a:cubicBezTo>
                    <a:pt x="331253" y="1182042"/>
                    <a:pt x="585575" y="899297"/>
                    <a:pt x="568043" y="568043"/>
                  </a:cubicBezTo>
                  <a:cubicBezTo>
                    <a:pt x="551809" y="261298"/>
                    <a:pt x="306746" y="16234"/>
                    <a:pt x="0" y="0"/>
                  </a:cubicBezTo>
                  <a:lnTo>
                    <a:pt x="0" y="1199574"/>
                  </a:lnTo>
                  <a:close/>
                </a:path>
              </a:pathLst>
            </a:custGeom>
            <a:solidFill>
              <a:schemeClr val="tx1"/>
            </a:solidFill>
            <a:ln w="5023"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2859FABF-B4B0-4E38-98B5-00C71DE74C3B}"/>
                </a:ext>
              </a:extLst>
            </p:cNvPr>
            <p:cNvSpPr/>
            <p:nvPr/>
          </p:nvSpPr>
          <p:spPr>
            <a:xfrm>
              <a:off x="1780578" y="4864399"/>
              <a:ext cx="334626" cy="351530"/>
            </a:xfrm>
            <a:custGeom>
              <a:avLst/>
              <a:gdLst>
                <a:gd name="connsiteX0" fmla="*/ 334626 w 334626"/>
                <a:gd name="connsiteY0" fmla="*/ 0 h 351530"/>
                <a:gd name="connsiteX1" fmla="*/ 334626 w 334626"/>
                <a:gd name="connsiteY1" fmla="*/ 0 h 351530"/>
                <a:gd name="connsiteX2" fmla="*/ 334626 w 334626"/>
                <a:gd name="connsiteY2" fmla="*/ 351530 h 351530"/>
                <a:gd name="connsiteX3" fmla="*/ 0 w 334626"/>
                <a:gd name="connsiteY3" fmla="*/ 351530 h 351530"/>
                <a:gd name="connsiteX4" fmla="*/ 0 w 334626"/>
                <a:gd name="connsiteY4" fmla="*/ 351349 h 351530"/>
                <a:gd name="connsiteX5" fmla="*/ 266694 w 334626"/>
                <a:gd name="connsiteY5" fmla="*/ 10289 h 351530"/>
                <a:gd name="connsiteX6" fmla="*/ 334626 w 334626"/>
                <a:gd name="connsiteY6" fmla="*/ 0 h 351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4626" h="351530">
                  <a:moveTo>
                    <a:pt x="334626" y="0"/>
                  </a:moveTo>
                  <a:lnTo>
                    <a:pt x="334626" y="0"/>
                  </a:lnTo>
                  <a:lnTo>
                    <a:pt x="334626" y="351530"/>
                  </a:lnTo>
                  <a:lnTo>
                    <a:pt x="0" y="351530"/>
                  </a:lnTo>
                  <a:lnTo>
                    <a:pt x="0" y="351349"/>
                  </a:lnTo>
                  <a:cubicBezTo>
                    <a:pt x="590" y="190102"/>
                    <a:pt x="110346" y="49741"/>
                    <a:pt x="266694" y="10289"/>
                  </a:cubicBezTo>
                  <a:cubicBezTo>
                    <a:pt x="288954" y="4684"/>
                    <a:pt x="311704" y="1238"/>
                    <a:pt x="334626" y="0"/>
                  </a:cubicBezTo>
                  <a:close/>
                </a:path>
              </a:pathLst>
            </a:custGeom>
            <a:solidFill>
              <a:schemeClr val="accent3"/>
            </a:solidFill>
            <a:ln w="5023"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A7EB89A1-BD7D-4078-9C7B-84A4588F3625}"/>
                </a:ext>
              </a:extLst>
            </p:cNvPr>
            <p:cNvSpPr/>
            <p:nvPr/>
          </p:nvSpPr>
          <p:spPr>
            <a:xfrm>
              <a:off x="655748" y="5215783"/>
              <a:ext cx="977032" cy="1071102"/>
            </a:xfrm>
            <a:custGeom>
              <a:avLst/>
              <a:gdLst>
                <a:gd name="connsiteX0" fmla="*/ 977032 w 977032"/>
                <a:gd name="connsiteY0" fmla="*/ 1071102 h 1071102"/>
                <a:gd name="connsiteX1" fmla="*/ 974424 w 977032"/>
                <a:gd name="connsiteY1" fmla="*/ 1071002 h 1071102"/>
                <a:gd name="connsiteX2" fmla="*/ 607729 w 977032"/>
                <a:gd name="connsiteY2" fmla="*/ 790400 h 1071102"/>
                <a:gd name="connsiteX3" fmla="*/ 125983 w 977032"/>
                <a:gd name="connsiteY3" fmla="*/ 203189 h 1071102"/>
                <a:gd name="connsiteX4" fmla="*/ 272 w 977032"/>
                <a:gd name="connsiteY4" fmla="*/ 2759 h 1071102"/>
                <a:gd name="connsiteX5" fmla="*/ 0 w 977032"/>
                <a:gd name="connsiteY5" fmla="*/ 0 h 1071102"/>
                <a:gd name="connsiteX6" fmla="*/ 977032 w 977032"/>
                <a:gd name="connsiteY6" fmla="*/ 0 h 1071102"/>
                <a:gd name="connsiteX7" fmla="*/ 5574 w 977032"/>
                <a:gd name="connsiteY7" fmla="*/ 5036 h 1071102"/>
                <a:gd name="connsiteX8" fmla="*/ 128778 w 977032"/>
                <a:gd name="connsiteY8" fmla="*/ 199017 h 1071102"/>
                <a:gd name="connsiteX9" fmla="*/ 612383 w 977032"/>
                <a:gd name="connsiteY9" fmla="*/ 788475 h 1071102"/>
                <a:gd name="connsiteX10" fmla="*/ 972021 w 977032"/>
                <a:gd name="connsiteY10" fmla="*/ 1065890 h 1071102"/>
                <a:gd name="connsiteX11" fmla="*/ 972021 w 977032"/>
                <a:gd name="connsiteY11" fmla="*/ 5036 h 1071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7032" h="1071102">
                  <a:moveTo>
                    <a:pt x="977032" y="1071102"/>
                  </a:moveTo>
                  <a:lnTo>
                    <a:pt x="974424" y="1071002"/>
                  </a:lnTo>
                  <a:cubicBezTo>
                    <a:pt x="720693" y="1061492"/>
                    <a:pt x="675752" y="953649"/>
                    <a:pt x="607729" y="790400"/>
                  </a:cubicBezTo>
                  <a:cubicBezTo>
                    <a:pt x="542837" y="634680"/>
                    <a:pt x="453964" y="421408"/>
                    <a:pt x="125983" y="203189"/>
                  </a:cubicBezTo>
                  <a:cubicBezTo>
                    <a:pt x="50737" y="153181"/>
                    <a:pt x="8445" y="85746"/>
                    <a:pt x="272" y="2759"/>
                  </a:cubicBezTo>
                  <a:lnTo>
                    <a:pt x="0" y="0"/>
                  </a:lnTo>
                  <a:lnTo>
                    <a:pt x="977032" y="0"/>
                  </a:lnTo>
                  <a:close/>
                  <a:moveTo>
                    <a:pt x="5574" y="5036"/>
                  </a:moveTo>
                  <a:cubicBezTo>
                    <a:pt x="14250" y="85178"/>
                    <a:pt x="55693" y="150437"/>
                    <a:pt x="128778" y="199017"/>
                  </a:cubicBezTo>
                  <a:cubicBezTo>
                    <a:pt x="458036" y="418075"/>
                    <a:pt x="547245" y="632162"/>
                    <a:pt x="612383" y="788475"/>
                  </a:cubicBezTo>
                  <a:cubicBezTo>
                    <a:pt x="679426" y="949372"/>
                    <a:pt x="723800" y="1055857"/>
                    <a:pt x="972021" y="1065890"/>
                  </a:cubicBezTo>
                  <a:lnTo>
                    <a:pt x="972021" y="5036"/>
                  </a:lnTo>
                  <a:close/>
                </a:path>
              </a:pathLst>
            </a:custGeom>
            <a:solidFill>
              <a:schemeClr val="tx1"/>
            </a:solidFill>
            <a:ln w="5023"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2970644-E0F4-4520-93D5-053B346F439B}"/>
                </a:ext>
              </a:extLst>
            </p:cNvPr>
            <p:cNvSpPr/>
            <p:nvPr/>
          </p:nvSpPr>
          <p:spPr>
            <a:xfrm>
              <a:off x="1294359" y="4712987"/>
              <a:ext cx="335907" cy="335907"/>
            </a:xfrm>
            <a:custGeom>
              <a:avLst/>
              <a:gdLst>
                <a:gd name="connsiteX0" fmla="*/ 335908 w 335907"/>
                <a:gd name="connsiteY0" fmla="*/ 167954 h 335907"/>
                <a:gd name="connsiteX1" fmla="*/ 167954 w 335907"/>
                <a:gd name="connsiteY1" fmla="*/ 335908 h 335907"/>
                <a:gd name="connsiteX2" fmla="*/ 0 w 335907"/>
                <a:gd name="connsiteY2" fmla="*/ 167954 h 335907"/>
                <a:gd name="connsiteX3" fmla="*/ 167954 w 335907"/>
                <a:gd name="connsiteY3" fmla="*/ 0 h 335907"/>
                <a:gd name="connsiteX4" fmla="*/ 335908 w 335907"/>
                <a:gd name="connsiteY4" fmla="*/ 167954 h 335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907" h="335907">
                  <a:moveTo>
                    <a:pt x="335908" y="167954"/>
                  </a:moveTo>
                  <a:cubicBezTo>
                    <a:pt x="335908" y="260712"/>
                    <a:pt x="260712" y="335908"/>
                    <a:pt x="167954" y="335908"/>
                  </a:cubicBezTo>
                  <a:cubicBezTo>
                    <a:pt x="75196" y="335908"/>
                    <a:pt x="0" y="260712"/>
                    <a:pt x="0" y="167954"/>
                  </a:cubicBezTo>
                  <a:cubicBezTo>
                    <a:pt x="0" y="75196"/>
                    <a:pt x="75196" y="0"/>
                    <a:pt x="167954" y="0"/>
                  </a:cubicBezTo>
                  <a:cubicBezTo>
                    <a:pt x="260712" y="0"/>
                    <a:pt x="335908" y="75196"/>
                    <a:pt x="335908" y="167954"/>
                  </a:cubicBezTo>
                  <a:close/>
                </a:path>
              </a:pathLst>
            </a:custGeom>
            <a:solidFill>
              <a:schemeClr val="accent1"/>
            </a:solidFill>
            <a:ln w="5023"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A9042F5-4D8F-4185-9361-03C7324C575B}"/>
                </a:ext>
              </a:extLst>
            </p:cNvPr>
            <p:cNvSpPr/>
            <p:nvPr/>
          </p:nvSpPr>
          <p:spPr>
            <a:xfrm>
              <a:off x="802053" y="5555712"/>
              <a:ext cx="660265" cy="492964"/>
            </a:xfrm>
            <a:custGeom>
              <a:avLst/>
              <a:gdLst>
                <a:gd name="connsiteX0" fmla="*/ 0 w 660265"/>
                <a:gd name="connsiteY0" fmla="*/ 0 h 492964"/>
                <a:gd name="connsiteX1" fmla="*/ 660265 w 660265"/>
                <a:gd name="connsiteY1" fmla="*/ 0 h 492964"/>
                <a:gd name="connsiteX2" fmla="*/ 660265 w 660265"/>
                <a:gd name="connsiteY2" fmla="*/ 492965 h 492964"/>
                <a:gd name="connsiteX3" fmla="*/ 0 w 660265"/>
                <a:gd name="connsiteY3" fmla="*/ 492965 h 492964"/>
              </a:gdLst>
              <a:ahLst/>
              <a:cxnLst>
                <a:cxn ang="0">
                  <a:pos x="connsiteX0" y="connsiteY0"/>
                </a:cxn>
                <a:cxn ang="0">
                  <a:pos x="connsiteX1" y="connsiteY1"/>
                </a:cxn>
                <a:cxn ang="0">
                  <a:pos x="connsiteX2" y="connsiteY2"/>
                </a:cxn>
                <a:cxn ang="0">
                  <a:pos x="connsiteX3" y="connsiteY3"/>
                </a:cxn>
              </a:cxnLst>
              <a:rect l="l" t="t" r="r" b="b"/>
              <a:pathLst>
                <a:path w="660265" h="492964">
                  <a:moveTo>
                    <a:pt x="0" y="0"/>
                  </a:moveTo>
                  <a:lnTo>
                    <a:pt x="660265" y="0"/>
                  </a:lnTo>
                  <a:lnTo>
                    <a:pt x="660265" y="492965"/>
                  </a:lnTo>
                  <a:lnTo>
                    <a:pt x="0" y="492965"/>
                  </a:lnTo>
                  <a:close/>
                </a:path>
              </a:pathLst>
            </a:custGeom>
            <a:solidFill>
              <a:schemeClr val="accent1"/>
            </a:solidFill>
            <a:ln w="5023"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0E1719E-0A39-4B5D-9A91-93111541A716}"/>
                </a:ext>
              </a:extLst>
            </p:cNvPr>
            <p:cNvSpPr/>
            <p:nvPr/>
          </p:nvSpPr>
          <p:spPr>
            <a:xfrm>
              <a:off x="1733736" y="5847805"/>
              <a:ext cx="415486" cy="436477"/>
            </a:xfrm>
            <a:custGeom>
              <a:avLst/>
              <a:gdLst>
                <a:gd name="connsiteX0" fmla="*/ 0 w 415486"/>
                <a:gd name="connsiteY0" fmla="*/ 436477 h 436477"/>
                <a:gd name="connsiteX1" fmla="*/ 0 w 415486"/>
                <a:gd name="connsiteY1" fmla="*/ 436477 h 436477"/>
                <a:gd name="connsiteX2" fmla="*/ 0 w 415486"/>
                <a:gd name="connsiteY2" fmla="*/ 0 h 436477"/>
                <a:gd name="connsiteX3" fmla="*/ 415487 w 415486"/>
                <a:gd name="connsiteY3" fmla="*/ 0 h 436477"/>
                <a:gd name="connsiteX4" fmla="*/ 415487 w 415486"/>
                <a:gd name="connsiteY4" fmla="*/ 221 h 436477"/>
                <a:gd name="connsiteX5" fmla="*/ 84349 w 415486"/>
                <a:gd name="connsiteY5" fmla="*/ 423685 h 436477"/>
                <a:gd name="connsiteX6" fmla="*/ 0 w 415486"/>
                <a:gd name="connsiteY6" fmla="*/ 436477 h 436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486" h="436477">
                  <a:moveTo>
                    <a:pt x="0" y="436477"/>
                  </a:moveTo>
                  <a:lnTo>
                    <a:pt x="0" y="436477"/>
                  </a:lnTo>
                  <a:lnTo>
                    <a:pt x="0" y="0"/>
                  </a:lnTo>
                  <a:lnTo>
                    <a:pt x="415487" y="0"/>
                  </a:lnTo>
                  <a:lnTo>
                    <a:pt x="415487" y="221"/>
                  </a:lnTo>
                  <a:cubicBezTo>
                    <a:pt x="414741" y="200425"/>
                    <a:pt x="278467" y="374693"/>
                    <a:pt x="84349" y="423685"/>
                  </a:cubicBezTo>
                  <a:cubicBezTo>
                    <a:pt x="56708" y="430646"/>
                    <a:pt x="28462" y="434930"/>
                    <a:pt x="0" y="436477"/>
                  </a:cubicBezTo>
                  <a:close/>
                </a:path>
              </a:pathLst>
            </a:custGeom>
            <a:solidFill>
              <a:schemeClr val="accent4"/>
            </a:solidFill>
            <a:ln w="5023"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89B03DF-B3C2-4148-A06B-C46D7B5FCBD2}"/>
                </a:ext>
              </a:extLst>
            </p:cNvPr>
            <p:cNvSpPr/>
            <p:nvPr/>
          </p:nvSpPr>
          <p:spPr>
            <a:xfrm>
              <a:off x="704565" y="5471751"/>
              <a:ext cx="660265" cy="492964"/>
            </a:xfrm>
            <a:custGeom>
              <a:avLst/>
              <a:gdLst>
                <a:gd name="connsiteX0" fmla="*/ 0 w 660265"/>
                <a:gd name="connsiteY0" fmla="*/ 0 h 492964"/>
                <a:gd name="connsiteX1" fmla="*/ 660265 w 660265"/>
                <a:gd name="connsiteY1" fmla="*/ 0 h 492964"/>
                <a:gd name="connsiteX2" fmla="*/ 660265 w 660265"/>
                <a:gd name="connsiteY2" fmla="*/ 492965 h 492964"/>
                <a:gd name="connsiteX3" fmla="*/ 0 w 660265"/>
                <a:gd name="connsiteY3" fmla="*/ 492965 h 492964"/>
              </a:gdLst>
              <a:ahLst/>
              <a:cxnLst>
                <a:cxn ang="0">
                  <a:pos x="connsiteX0" y="connsiteY0"/>
                </a:cxn>
                <a:cxn ang="0">
                  <a:pos x="connsiteX1" y="connsiteY1"/>
                </a:cxn>
                <a:cxn ang="0">
                  <a:pos x="connsiteX2" y="connsiteY2"/>
                </a:cxn>
                <a:cxn ang="0">
                  <a:pos x="connsiteX3" y="connsiteY3"/>
                </a:cxn>
              </a:cxnLst>
              <a:rect l="l" t="t" r="r" b="b"/>
              <a:pathLst>
                <a:path w="660265" h="492964">
                  <a:moveTo>
                    <a:pt x="0" y="0"/>
                  </a:moveTo>
                  <a:lnTo>
                    <a:pt x="660265" y="0"/>
                  </a:lnTo>
                  <a:lnTo>
                    <a:pt x="660265" y="492965"/>
                  </a:lnTo>
                  <a:lnTo>
                    <a:pt x="0" y="492965"/>
                  </a:lnTo>
                  <a:close/>
                </a:path>
              </a:pathLst>
            </a:custGeom>
            <a:solidFill>
              <a:schemeClr val="accent2"/>
            </a:solidFill>
            <a:ln w="5023"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4BED88D-442C-4B54-8369-BD21A42D657C}"/>
                </a:ext>
              </a:extLst>
            </p:cNvPr>
            <p:cNvSpPr/>
            <p:nvPr/>
          </p:nvSpPr>
          <p:spPr>
            <a:xfrm>
              <a:off x="879083" y="5703023"/>
              <a:ext cx="446123" cy="66117"/>
            </a:xfrm>
            <a:custGeom>
              <a:avLst/>
              <a:gdLst>
                <a:gd name="connsiteX0" fmla="*/ 0 w 446123"/>
                <a:gd name="connsiteY0" fmla="*/ 0 h 66117"/>
                <a:gd name="connsiteX1" fmla="*/ 446123 w 446123"/>
                <a:gd name="connsiteY1" fmla="*/ 0 h 66117"/>
                <a:gd name="connsiteX2" fmla="*/ 446123 w 446123"/>
                <a:gd name="connsiteY2" fmla="*/ 66118 h 66117"/>
                <a:gd name="connsiteX3" fmla="*/ 0 w 446123"/>
                <a:gd name="connsiteY3" fmla="*/ 66118 h 66117"/>
              </a:gdLst>
              <a:ahLst/>
              <a:cxnLst>
                <a:cxn ang="0">
                  <a:pos x="connsiteX0" y="connsiteY0"/>
                </a:cxn>
                <a:cxn ang="0">
                  <a:pos x="connsiteX1" y="connsiteY1"/>
                </a:cxn>
                <a:cxn ang="0">
                  <a:pos x="connsiteX2" y="connsiteY2"/>
                </a:cxn>
                <a:cxn ang="0">
                  <a:pos x="connsiteX3" y="connsiteY3"/>
                </a:cxn>
              </a:cxnLst>
              <a:rect l="l" t="t" r="r" b="b"/>
              <a:pathLst>
                <a:path w="446123" h="66117">
                  <a:moveTo>
                    <a:pt x="0" y="0"/>
                  </a:moveTo>
                  <a:lnTo>
                    <a:pt x="446123" y="0"/>
                  </a:lnTo>
                  <a:lnTo>
                    <a:pt x="446123" y="66118"/>
                  </a:lnTo>
                  <a:lnTo>
                    <a:pt x="0" y="66118"/>
                  </a:lnTo>
                  <a:close/>
                </a:path>
              </a:pathLst>
            </a:custGeom>
            <a:solidFill>
              <a:schemeClr val="bg1"/>
            </a:solidFill>
            <a:ln w="5023"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9295325-234F-4D8D-9D39-605C8B56CF8F}"/>
                </a:ext>
              </a:extLst>
            </p:cNvPr>
            <p:cNvSpPr/>
            <p:nvPr/>
          </p:nvSpPr>
          <p:spPr>
            <a:xfrm>
              <a:off x="1021764" y="6093669"/>
              <a:ext cx="220832" cy="190613"/>
            </a:xfrm>
            <a:custGeom>
              <a:avLst/>
              <a:gdLst>
                <a:gd name="connsiteX0" fmla="*/ 110416 w 220832"/>
                <a:gd name="connsiteY0" fmla="*/ 0 h 190613"/>
                <a:gd name="connsiteX1" fmla="*/ 220832 w 220832"/>
                <a:gd name="connsiteY1" fmla="*/ 190613 h 190613"/>
                <a:gd name="connsiteX2" fmla="*/ 0 w 220832"/>
                <a:gd name="connsiteY2" fmla="*/ 190613 h 190613"/>
              </a:gdLst>
              <a:ahLst/>
              <a:cxnLst>
                <a:cxn ang="0">
                  <a:pos x="connsiteX0" y="connsiteY0"/>
                </a:cxn>
                <a:cxn ang="0">
                  <a:pos x="connsiteX1" y="connsiteY1"/>
                </a:cxn>
                <a:cxn ang="0">
                  <a:pos x="connsiteX2" y="connsiteY2"/>
                </a:cxn>
              </a:cxnLst>
              <a:rect l="l" t="t" r="r" b="b"/>
              <a:pathLst>
                <a:path w="220832" h="190613">
                  <a:moveTo>
                    <a:pt x="110416" y="0"/>
                  </a:moveTo>
                  <a:lnTo>
                    <a:pt x="220832" y="190613"/>
                  </a:lnTo>
                  <a:lnTo>
                    <a:pt x="0" y="190613"/>
                  </a:lnTo>
                  <a:close/>
                </a:path>
              </a:pathLst>
            </a:custGeom>
            <a:solidFill>
              <a:schemeClr val="accent2"/>
            </a:solidFill>
            <a:ln w="5023"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3F69A97-AC40-4BBF-93FE-8C1F8ABE2CE0}"/>
                </a:ext>
              </a:extLst>
            </p:cNvPr>
            <p:cNvSpPr/>
            <p:nvPr/>
          </p:nvSpPr>
          <p:spPr>
            <a:xfrm>
              <a:off x="879083" y="5832590"/>
              <a:ext cx="311228" cy="66117"/>
            </a:xfrm>
            <a:custGeom>
              <a:avLst/>
              <a:gdLst>
                <a:gd name="connsiteX0" fmla="*/ 0 w 311228"/>
                <a:gd name="connsiteY0" fmla="*/ 0 h 66117"/>
                <a:gd name="connsiteX1" fmla="*/ 311228 w 311228"/>
                <a:gd name="connsiteY1" fmla="*/ 0 h 66117"/>
                <a:gd name="connsiteX2" fmla="*/ 311228 w 311228"/>
                <a:gd name="connsiteY2" fmla="*/ 66118 h 66117"/>
                <a:gd name="connsiteX3" fmla="*/ 0 w 311228"/>
                <a:gd name="connsiteY3" fmla="*/ 66118 h 66117"/>
              </a:gdLst>
              <a:ahLst/>
              <a:cxnLst>
                <a:cxn ang="0">
                  <a:pos x="connsiteX0" y="connsiteY0"/>
                </a:cxn>
                <a:cxn ang="0">
                  <a:pos x="connsiteX1" y="connsiteY1"/>
                </a:cxn>
                <a:cxn ang="0">
                  <a:pos x="connsiteX2" y="connsiteY2"/>
                </a:cxn>
                <a:cxn ang="0">
                  <a:pos x="connsiteX3" y="connsiteY3"/>
                </a:cxn>
              </a:cxnLst>
              <a:rect l="l" t="t" r="r" b="b"/>
              <a:pathLst>
                <a:path w="311228" h="66117">
                  <a:moveTo>
                    <a:pt x="0" y="0"/>
                  </a:moveTo>
                  <a:lnTo>
                    <a:pt x="311228" y="0"/>
                  </a:lnTo>
                  <a:lnTo>
                    <a:pt x="311228" y="66118"/>
                  </a:lnTo>
                  <a:lnTo>
                    <a:pt x="0" y="66118"/>
                  </a:lnTo>
                  <a:close/>
                </a:path>
              </a:pathLst>
            </a:custGeom>
            <a:solidFill>
              <a:schemeClr val="bg1"/>
            </a:solidFill>
            <a:ln w="5023"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379729671"/>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Kapittel 8">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B02C701-AB8C-46E4-A998-38E9C9D55D9D}"/>
              </a:ext>
            </a:extLst>
          </p:cNvPr>
          <p:cNvGrpSpPr/>
          <p:nvPr userDrawn="1"/>
        </p:nvGrpSpPr>
        <p:grpSpPr>
          <a:xfrm>
            <a:off x="8674695" y="3621818"/>
            <a:ext cx="3000841" cy="2814283"/>
            <a:chOff x="8674695" y="3621818"/>
            <a:chExt cx="3000841" cy="2814283"/>
          </a:xfrm>
        </p:grpSpPr>
        <p:sp>
          <p:nvSpPr>
            <p:cNvPr id="9" name="Freeform: Shape 8">
              <a:extLst>
                <a:ext uri="{FF2B5EF4-FFF2-40B4-BE49-F238E27FC236}">
                  <a16:creationId xmlns:a16="http://schemas.microsoft.com/office/drawing/2014/main" id="{450028C0-13C4-4CBB-B8A4-B90DD2829DF6}"/>
                </a:ext>
              </a:extLst>
            </p:cNvPr>
            <p:cNvSpPr/>
            <p:nvPr/>
          </p:nvSpPr>
          <p:spPr>
            <a:xfrm>
              <a:off x="9906961" y="3806827"/>
              <a:ext cx="899255" cy="899255"/>
            </a:xfrm>
            <a:custGeom>
              <a:avLst/>
              <a:gdLst>
                <a:gd name="connsiteX0" fmla="*/ 899256 w 899255"/>
                <a:gd name="connsiteY0" fmla="*/ 449628 h 899255"/>
                <a:gd name="connsiteX1" fmla="*/ 449628 w 899255"/>
                <a:gd name="connsiteY1" fmla="*/ 899255 h 899255"/>
                <a:gd name="connsiteX2" fmla="*/ 0 w 899255"/>
                <a:gd name="connsiteY2" fmla="*/ 449628 h 899255"/>
                <a:gd name="connsiteX3" fmla="*/ 449628 w 899255"/>
                <a:gd name="connsiteY3" fmla="*/ 0 h 899255"/>
                <a:gd name="connsiteX4" fmla="*/ 899256 w 899255"/>
                <a:gd name="connsiteY4" fmla="*/ 449628 h 8992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255" h="899255">
                  <a:moveTo>
                    <a:pt x="899256" y="449628"/>
                  </a:moveTo>
                  <a:cubicBezTo>
                    <a:pt x="899256" y="697950"/>
                    <a:pt x="697950" y="899255"/>
                    <a:pt x="449628" y="899255"/>
                  </a:cubicBezTo>
                  <a:cubicBezTo>
                    <a:pt x="201305" y="899255"/>
                    <a:pt x="0" y="697950"/>
                    <a:pt x="0" y="449628"/>
                  </a:cubicBezTo>
                  <a:cubicBezTo>
                    <a:pt x="0" y="201305"/>
                    <a:pt x="201305" y="0"/>
                    <a:pt x="449628" y="0"/>
                  </a:cubicBezTo>
                  <a:cubicBezTo>
                    <a:pt x="697950" y="0"/>
                    <a:pt x="899256" y="201305"/>
                    <a:pt x="899256" y="449628"/>
                  </a:cubicBezTo>
                  <a:close/>
                </a:path>
              </a:pathLst>
            </a:custGeom>
            <a:solidFill>
              <a:schemeClr val="accent3"/>
            </a:solidFill>
            <a:ln w="7726"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1C0E318B-B34A-4981-A556-01AF85251C86}"/>
                </a:ext>
              </a:extLst>
            </p:cNvPr>
            <p:cNvSpPr/>
            <p:nvPr/>
          </p:nvSpPr>
          <p:spPr>
            <a:xfrm>
              <a:off x="8674695" y="3621818"/>
              <a:ext cx="2477629" cy="2260487"/>
            </a:xfrm>
            <a:custGeom>
              <a:avLst/>
              <a:gdLst>
                <a:gd name="connsiteX0" fmla="*/ 0 w 2477629"/>
                <a:gd name="connsiteY0" fmla="*/ 2260488 h 2260487"/>
                <a:gd name="connsiteX1" fmla="*/ 302 w 2477629"/>
                <a:gd name="connsiteY1" fmla="*/ 2252418 h 2260487"/>
                <a:gd name="connsiteX2" fmla="*/ 193064 w 2477629"/>
                <a:gd name="connsiteY2" fmla="*/ 1666426 h 2260487"/>
                <a:gd name="connsiteX3" fmla="*/ 649516 w 2477629"/>
                <a:gd name="connsiteY3" fmla="*/ 1403850 h 2260487"/>
                <a:gd name="connsiteX4" fmla="*/ 2004752 w 2477629"/>
                <a:gd name="connsiteY4" fmla="*/ 292033 h 2260487"/>
                <a:gd name="connsiteX5" fmla="*/ 2469042 w 2477629"/>
                <a:gd name="connsiteY5" fmla="*/ 851 h 2260487"/>
                <a:gd name="connsiteX6" fmla="*/ 2477630 w 2477629"/>
                <a:gd name="connsiteY6" fmla="*/ 0 h 2260487"/>
                <a:gd name="connsiteX7" fmla="*/ 2453041 w 2477629"/>
                <a:gd name="connsiteY7" fmla="*/ 2246584 h 2260487"/>
                <a:gd name="connsiteX8" fmla="*/ 2445435 w 2477629"/>
                <a:gd name="connsiteY8" fmla="*/ 2246630 h 2260487"/>
                <a:gd name="connsiteX9" fmla="*/ 2461970 w 2477629"/>
                <a:gd name="connsiteY9" fmla="*/ 17154 h 2260487"/>
                <a:gd name="connsiteX10" fmla="*/ 2017642 w 2477629"/>
                <a:gd name="connsiteY10" fmla="*/ 300598 h 2260487"/>
                <a:gd name="connsiteX11" fmla="*/ 1284725 w 2477629"/>
                <a:gd name="connsiteY11" fmla="*/ 1087143 h 2260487"/>
                <a:gd name="connsiteX12" fmla="*/ 655474 w 2477629"/>
                <a:gd name="connsiteY12" fmla="*/ 1418141 h 2260487"/>
                <a:gd name="connsiteX13" fmla="*/ 16086 w 2477629"/>
                <a:gd name="connsiteY13" fmla="*/ 2244920 h 2260487"/>
                <a:gd name="connsiteX14" fmla="*/ 2437736 w 2477629"/>
                <a:gd name="connsiteY14" fmla="*/ 2231202 h 226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77629" h="2260487">
                  <a:moveTo>
                    <a:pt x="0" y="2260488"/>
                  </a:moveTo>
                  <a:lnTo>
                    <a:pt x="302" y="2252418"/>
                  </a:lnTo>
                  <a:cubicBezTo>
                    <a:pt x="10616" y="1977222"/>
                    <a:pt x="70070" y="1796507"/>
                    <a:pt x="193064" y="1666426"/>
                  </a:cubicBezTo>
                  <a:cubicBezTo>
                    <a:pt x="306030" y="1547007"/>
                    <a:pt x="465188" y="1480667"/>
                    <a:pt x="649516" y="1403850"/>
                  </a:cubicBezTo>
                  <a:cubicBezTo>
                    <a:pt x="1008918" y="1254085"/>
                    <a:pt x="1501132" y="1048982"/>
                    <a:pt x="2004752" y="292033"/>
                  </a:cubicBezTo>
                  <a:cubicBezTo>
                    <a:pt x="2120557" y="117755"/>
                    <a:pt x="2276768" y="19792"/>
                    <a:pt x="2469042" y="851"/>
                  </a:cubicBezTo>
                  <a:lnTo>
                    <a:pt x="2477630" y="0"/>
                  </a:lnTo>
                  <a:lnTo>
                    <a:pt x="2453041" y="2246584"/>
                  </a:lnTo>
                  <a:lnTo>
                    <a:pt x="2445435" y="2246630"/>
                  </a:lnTo>
                  <a:close/>
                  <a:moveTo>
                    <a:pt x="2461970" y="17154"/>
                  </a:moveTo>
                  <a:cubicBezTo>
                    <a:pt x="2278470" y="37666"/>
                    <a:pt x="2129014" y="132990"/>
                    <a:pt x="2017642" y="300598"/>
                  </a:cubicBezTo>
                  <a:cubicBezTo>
                    <a:pt x="1793118" y="638049"/>
                    <a:pt x="1553398" y="895333"/>
                    <a:pt x="1284725" y="1087143"/>
                  </a:cubicBezTo>
                  <a:cubicBezTo>
                    <a:pt x="1053377" y="1252336"/>
                    <a:pt x="841976" y="1340419"/>
                    <a:pt x="655474" y="1418141"/>
                  </a:cubicBezTo>
                  <a:cubicBezTo>
                    <a:pt x="285030" y="1572502"/>
                    <a:pt x="39716" y="1674767"/>
                    <a:pt x="16086" y="2244920"/>
                  </a:cubicBezTo>
                  <a:lnTo>
                    <a:pt x="2437736" y="2231202"/>
                  </a:lnTo>
                  <a:close/>
                </a:path>
              </a:pathLst>
            </a:custGeom>
            <a:solidFill>
              <a:schemeClr val="tx1"/>
            </a:solidFill>
            <a:ln w="7726"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178EF47-34A0-4AFC-8C39-0CC0AD04EB87}"/>
                </a:ext>
              </a:extLst>
            </p:cNvPr>
            <p:cNvSpPr/>
            <p:nvPr/>
          </p:nvSpPr>
          <p:spPr>
            <a:xfrm>
              <a:off x="9342711" y="5315533"/>
              <a:ext cx="652332" cy="561433"/>
            </a:xfrm>
            <a:custGeom>
              <a:avLst/>
              <a:gdLst>
                <a:gd name="connsiteX0" fmla="*/ 652332 w 652332"/>
                <a:gd name="connsiteY0" fmla="*/ 561433 h 561433"/>
                <a:gd name="connsiteX1" fmla="*/ 0 w 652332"/>
                <a:gd name="connsiteY1" fmla="*/ 561433 h 561433"/>
                <a:gd name="connsiteX2" fmla="*/ 326162 w 652332"/>
                <a:gd name="connsiteY2" fmla="*/ 0 h 561433"/>
              </a:gdLst>
              <a:ahLst/>
              <a:cxnLst>
                <a:cxn ang="0">
                  <a:pos x="connsiteX0" y="connsiteY0"/>
                </a:cxn>
                <a:cxn ang="0">
                  <a:pos x="connsiteX1" y="connsiteY1"/>
                </a:cxn>
                <a:cxn ang="0">
                  <a:pos x="connsiteX2" y="connsiteY2"/>
                </a:cxn>
              </a:cxnLst>
              <a:rect l="l" t="t" r="r" b="b"/>
              <a:pathLst>
                <a:path w="652332" h="561433">
                  <a:moveTo>
                    <a:pt x="652332" y="561433"/>
                  </a:moveTo>
                  <a:lnTo>
                    <a:pt x="0" y="561433"/>
                  </a:lnTo>
                  <a:lnTo>
                    <a:pt x="326162" y="0"/>
                  </a:lnTo>
                  <a:close/>
                </a:path>
              </a:pathLst>
            </a:custGeom>
            <a:solidFill>
              <a:schemeClr val="accent2"/>
            </a:solidFill>
            <a:ln w="7726"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4992D7AF-BCB2-4554-8ABF-DFA162E02038}"/>
                </a:ext>
              </a:extLst>
            </p:cNvPr>
            <p:cNvSpPr/>
            <p:nvPr/>
          </p:nvSpPr>
          <p:spPr>
            <a:xfrm>
              <a:off x="8881477" y="5318164"/>
              <a:ext cx="652332" cy="561432"/>
            </a:xfrm>
            <a:custGeom>
              <a:avLst/>
              <a:gdLst>
                <a:gd name="connsiteX0" fmla="*/ 652332 w 652332"/>
                <a:gd name="connsiteY0" fmla="*/ 561433 h 561432"/>
                <a:gd name="connsiteX1" fmla="*/ 0 w 652332"/>
                <a:gd name="connsiteY1" fmla="*/ 561433 h 561432"/>
                <a:gd name="connsiteX2" fmla="*/ 326170 w 652332"/>
                <a:gd name="connsiteY2" fmla="*/ 0 h 561432"/>
              </a:gdLst>
              <a:ahLst/>
              <a:cxnLst>
                <a:cxn ang="0">
                  <a:pos x="connsiteX0" y="connsiteY0"/>
                </a:cxn>
                <a:cxn ang="0">
                  <a:pos x="connsiteX1" y="connsiteY1"/>
                </a:cxn>
                <a:cxn ang="0">
                  <a:pos x="connsiteX2" y="connsiteY2"/>
                </a:cxn>
              </a:cxnLst>
              <a:rect l="l" t="t" r="r" b="b"/>
              <a:pathLst>
                <a:path w="652332" h="561432">
                  <a:moveTo>
                    <a:pt x="652332" y="561433"/>
                  </a:moveTo>
                  <a:lnTo>
                    <a:pt x="0" y="561433"/>
                  </a:lnTo>
                  <a:lnTo>
                    <a:pt x="326170" y="0"/>
                  </a:lnTo>
                  <a:close/>
                </a:path>
              </a:pathLst>
            </a:custGeom>
            <a:solidFill>
              <a:schemeClr val="accent2"/>
            </a:solidFill>
            <a:ln w="7726"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0AEDC6C-AF72-4D98-A3DA-BF539F825F62}"/>
                </a:ext>
              </a:extLst>
            </p:cNvPr>
            <p:cNvSpPr/>
            <p:nvPr/>
          </p:nvSpPr>
          <p:spPr>
            <a:xfrm>
              <a:off x="10611064" y="5317839"/>
              <a:ext cx="1064472" cy="1118262"/>
            </a:xfrm>
            <a:custGeom>
              <a:avLst/>
              <a:gdLst>
                <a:gd name="connsiteX0" fmla="*/ 216098 w 1064472"/>
                <a:gd name="connsiteY0" fmla="*/ 1085487 h 1118262"/>
                <a:gd name="connsiteX1" fmla="*/ 1064472 w 1064472"/>
                <a:gd name="connsiteY1" fmla="*/ 573 h 1118262"/>
                <a:gd name="connsiteX2" fmla="*/ 1064472 w 1064472"/>
                <a:gd name="connsiteY2" fmla="*/ 0 h 1118262"/>
                <a:gd name="connsiteX3" fmla="*/ 0 w 1064472"/>
                <a:gd name="connsiteY3" fmla="*/ 0 h 1118262"/>
                <a:gd name="connsiteX4" fmla="*/ 0 w 1064472"/>
                <a:gd name="connsiteY4" fmla="*/ 1118263 h 1118262"/>
                <a:gd name="connsiteX5" fmla="*/ 0 w 1064472"/>
                <a:gd name="connsiteY5" fmla="*/ 1118263 h 1118262"/>
                <a:gd name="connsiteX6" fmla="*/ 216098 w 1064472"/>
                <a:gd name="connsiteY6" fmla="*/ 1085487 h 111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4472" h="1118262">
                  <a:moveTo>
                    <a:pt x="216098" y="1085487"/>
                  </a:moveTo>
                  <a:cubicBezTo>
                    <a:pt x="714734" y="961975"/>
                    <a:pt x="1064820" y="514274"/>
                    <a:pt x="1064472" y="573"/>
                  </a:cubicBezTo>
                  <a:lnTo>
                    <a:pt x="1064472" y="0"/>
                  </a:lnTo>
                  <a:lnTo>
                    <a:pt x="0" y="0"/>
                  </a:lnTo>
                  <a:lnTo>
                    <a:pt x="0" y="1118263"/>
                  </a:lnTo>
                  <a:lnTo>
                    <a:pt x="0" y="1118263"/>
                  </a:lnTo>
                  <a:cubicBezTo>
                    <a:pt x="72917" y="1114301"/>
                    <a:pt x="145285" y="1103329"/>
                    <a:pt x="216098" y="1085487"/>
                  </a:cubicBezTo>
                  <a:close/>
                </a:path>
              </a:pathLst>
            </a:custGeom>
            <a:solidFill>
              <a:schemeClr val="accent1"/>
            </a:solidFill>
            <a:ln w="7726"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3319025274"/>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Kapittel 9">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9F651AA-429A-4F12-B89D-CE357A17B18E}"/>
              </a:ext>
            </a:extLst>
          </p:cNvPr>
          <p:cNvGrpSpPr/>
          <p:nvPr userDrawn="1"/>
        </p:nvGrpSpPr>
        <p:grpSpPr>
          <a:xfrm>
            <a:off x="412203" y="4285741"/>
            <a:ext cx="1753152" cy="2364400"/>
            <a:chOff x="412203" y="4285741"/>
            <a:chExt cx="1753152" cy="2364400"/>
          </a:xfrm>
        </p:grpSpPr>
        <p:sp>
          <p:nvSpPr>
            <p:cNvPr id="13" name="Freeform: Shape 12">
              <a:extLst>
                <a:ext uri="{FF2B5EF4-FFF2-40B4-BE49-F238E27FC236}">
                  <a16:creationId xmlns:a16="http://schemas.microsoft.com/office/drawing/2014/main" id="{EF96917D-396F-42BB-A076-A0C1BB57AA43}"/>
                </a:ext>
              </a:extLst>
            </p:cNvPr>
            <p:cNvSpPr/>
            <p:nvPr/>
          </p:nvSpPr>
          <p:spPr>
            <a:xfrm>
              <a:off x="412203" y="5308326"/>
              <a:ext cx="1354331" cy="1341815"/>
            </a:xfrm>
            <a:custGeom>
              <a:avLst/>
              <a:gdLst>
                <a:gd name="connsiteX0" fmla="*/ 1354331 w 1354331"/>
                <a:gd name="connsiteY0" fmla="*/ 0 h 1341815"/>
                <a:gd name="connsiteX1" fmla="*/ 953900 w 1354331"/>
                <a:gd name="connsiteY1" fmla="*/ 507682 h 1341815"/>
                <a:gd name="connsiteX2" fmla="*/ 150495 w 1354331"/>
                <a:gd name="connsiteY2" fmla="*/ 1200540 h 1341815"/>
                <a:gd name="connsiteX3" fmla="*/ 0 w 1354331"/>
                <a:gd name="connsiteY3" fmla="*/ 1341815 h 1341815"/>
                <a:gd name="connsiteX4" fmla="*/ 0 w 1354331"/>
                <a:gd name="connsiteY4" fmla="*/ 0 h 1341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4331" h="1341815">
                  <a:moveTo>
                    <a:pt x="1354331" y="0"/>
                  </a:moveTo>
                  <a:cubicBezTo>
                    <a:pt x="1333814" y="260899"/>
                    <a:pt x="1236031" y="384620"/>
                    <a:pt x="953900" y="507682"/>
                  </a:cubicBezTo>
                  <a:cubicBezTo>
                    <a:pt x="607676" y="660387"/>
                    <a:pt x="374847" y="861060"/>
                    <a:pt x="150495" y="1200540"/>
                  </a:cubicBezTo>
                  <a:cubicBezTo>
                    <a:pt x="112012" y="1258706"/>
                    <a:pt x="60479" y="1307082"/>
                    <a:pt x="0" y="1341815"/>
                  </a:cubicBezTo>
                  <a:lnTo>
                    <a:pt x="0" y="0"/>
                  </a:lnTo>
                  <a:close/>
                </a:path>
              </a:pathLst>
            </a:custGeom>
            <a:solidFill>
              <a:schemeClr val="accent4"/>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7E5237B8-9BFC-4F4F-B6EA-E88F8D5723C7}"/>
                </a:ext>
              </a:extLst>
            </p:cNvPr>
            <p:cNvSpPr/>
            <p:nvPr/>
          </p:nvSpPr>
          <p:spPr>
            <a:xfrm>
              <a:off x="412241" y="4712652"/>
              <a:ext cx="775639" cy="595895"/>
            </a:xfrm>
            <a:custGeom>
              <a:avLst/>
              <a:gdLst>
                <a:gd name="connsiteX0" fmla="*/ 0 w 775639"/>
                <a:gd name="connsiteY0" fmla="*/ 198720 h 595895"/>
                <a:gd name="connsiteX1" fmla="*/ 590369 w 775639"/>
                <a:gd name="connsiteY1" fmla="*/ 0 h 595895"/>
                <a:gd name="connsiteX2" fmla="*/ 775640 w 775639"/>
                <a:gd name="connsiteY2" fmla="*/ 550545 h 595895"/>
                <a:gd name="connsiteX3" fmla="*/ 739216 w 775639"/>
                <a:gd name="connsiteY3" fmla="*/ 564442 h 595895"/>
                <a:gd name="connsiteX4" fmla="*/ 412061 w 775639"/>
                <a:gd name="connsiteY4" fmla="*/ 579682 h 595895"/>
                <a:gd name="connsiteX5" fmla="*/ 138694 w 775639"/>
                <a:gd name="connsiteY5" fmla="*/ 424605 h 595895"/>
                <a:gd name="connsiteX6" fmla="*/ 0 w 775639"/>
                <a:gd name="connsiteY6" fmla="*/ 198720 h 595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5639" h="595895">
                  <a:moveTo>
                    <a:pt x="0" y="198720"/>
                  </a:moveTo>
                  <a:lnTo>
                    <a:pt x="590369" y="0"/>
                  </a:lnTo>
                  <a:lnTo>
                    <a:pt x="775640" y="550545"/>
                  </a:lnTo>
                  <a:cubicBezTo>
                    <a:pt x="763657" y="555669"/>
                    <a:pt x="751380" y="560356"/>
                    <a:pt x="739216" y="564442"/>
                  </a:cubicBezTo>
                  <a:cubicBezTo>
                    <a:pt x="633798" y="600347"/>
                    <a:pt x="520361" y="605632"/>
                    <a:pt x="412061" y="579682"/>
                  </a:cubicBezTo>
                  <a:cubicBezTo>
                    <a:pt x="308202" y="554640"/>
                    <a:pt x="213476" y="500903"/>
                    <a:pt x="138694" y="424605"/>
                  </a:cubicBezTo>
                  <a:cubicBezTo>
                    <a:pt x="76067" y="360696"/>
                    <a:pt x="28659" y="283486"/>
                    <a:pt x="0" y="198720"/>
                  </a:cubicBezTo>
                  <a:close/>
                </a:path>
              </a:pathLst>
            </a:custGeom>
            <a:solidFill>
              <a:schemeClr val="bg1"/>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ABA7FD02-D910-4845-B318-060155DFC1AE}"/>
                </a:ext>
              </a:extLst>
            </p:cNvPr>
            <p:cNvSpPr/>
            <p:nvPr/>
          </p:nvSpPr>
          <p:spPr>
            <a:xfrm>
              <a:off x="1405613" y="4650615"/>
              <a:ext cx="759742" cy="657958"/>
            </a:xfrm>
            <a:custGeom>
              <a:avLst/>
              <a:gdLst>
                <a:gd name="connsiteX0" fmla="*/ 379866 w 759742"/>
                <a:gd name="connsiteY0" fmla="*/ 0 h 657958"/>
                <a:gd name="connsiteX1" fmla="*/ 569804 w 759742"/>
                <a:gd name="connsiteY1" fmla="*/ 328984 h 657958"/>
                <a:gd name="connsiteX2" fmla="*/ 759743 w 759742"/>
                <a:gd name="connsiteY2" fmla="*/ 657958 h 657958"/>
                <a:gd name="connsiteX3" fmla="*/ 379866 w 759742"/>
                <a:gd name="connsiteY3" fmla="*/ 657958 h 657958"/>
                <a:gd name="connsiteX4" fmla="*/ 0 w 759742"/>
                <a:gd name="connsiteY4" fmla="*/ 657958 h 657958"/>
                <a:gd name="connsiteX5" fmla="*/ 189938 w 759742"/>
                <a:gd name="connsiteY5" fmla="*/ 328984 h 657958"/>
                <a:gd name="connsiteX6" fmla="*/ 379866 w 759742"/>
                <a:gd name="connsiteY6" fmla="*/ 0 h 6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9742" h="657958">
                  <a:moveTo>
                    <a:pt x="379866" y="0"/>
                  </a:moveTo>
                  <a:lnTo>
                    <a:pt x="569804" y="328984"/>
                  </a:lnTo>
                  <a:lnTo>
                    <a:pt x="759743" y="657958"/>
                  </a:lnTo>
                  <a:lnTo>
                    <a:pt x="379866" y="657958"/>
                  </a:lnTo>
                  <a:lnTo>
                    <a:pt x="0" y="657958"/>
                  </a:lnTo>
                  <a:lnTo>
                    <a:pt x="189938" y="328984"/>
                  </a:lnTo>
                  <a:lnTo>
                    <a:pt x="379866" y="0"/>
                  </a:lnTo>
                  <a:close/>
                </a:path>
              </a:pathLst>
            </a:custGeom>
            <a:solidFill>
              <a:schemeClr val="accent3"/>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24FE62B-91F7-46F3-BFDE-77ADB1D34C26}"/>
                </a:ext>
              </a:extLst>
            </p:cNvPr>
            <p:cNvSpPr/>
            <p:nvPr/>
          </p:nvSpPr>
          <p:spPr>
            <a:xfrm>
              <a:off x="1612553" y="4285741"/>
              <a:ext cx="355568" cy="355568"/>
            </a:xfrm>
            <a:custGeom>
              <a:avLst/>
              <a:gdLst>
                <a:gd name="connsiteX0" fmla="*/ 355568 w 355568"/>
                <a:gd name="connsiteY0" fmla="*/ 177784 h 355568"/>
                <a:gd name="connsiteX1" fmla="*/ 177784 w 355568"/>
                <a:gd name="connsiteY1" fmla="*/ 355568 h 355568"/>
                <a:gd name="connsiteX2" fmla="*/ 0 w 355568"/>
                <a:gd name="connsiteY2" fmla="*/ 177784 h 355568"/>
                <a:gd name="connsiteX3" fmla="*/ 177784 w 355568"/>
                <a:gd name="connsiteY3" fmla="*/ 0 h 355568"/>
                <a:gd name="connsiteX4" fmla="*/ 355568 w 355568"/>
                <a:gd name="connsiteY4" fmla="*/ 177784 h 355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5568" h="355568">
                  <a:moveTo>
                    <a:pt x="355568" y="177784"/>
                  </a:moveTo>
                  <a:cubicBezTo>
                    <a:pt x="355568" y="275972"/>
                    <a:pt x="275972" y="355568"/>
                    <a:pt x="177784" y="355568"/>
                  </a:cubicBezTo>
                  <a:cubicBezTo>
                    <a:pt x="79597" y="355568"/>
                    <a:pt x="0" y="275972"/>
                    <a:pt x="0" y="177784"/>
                  </a:cubicBezTo>
                  <a:cubicBezTo>
                    <a:pt x="0" y="79597"/>
                    <a:pt x="79597" y="0"/>
                    <a:pt x="177784" y="0"/>
                  </a:cubicBezTo>
                  <a:cubicBezTo>
                    <a:pt x="275972" y="0"/>
                    <a:pt x="355568" y="79597"/>
                    <a:pt x="355568" y="177784"/>
                  </a:cubicBezTo>
                  <a:close/>
                </a:path>
              </a:pathLst>
            </a:custGeom>
            <a:solidFill>
              <a:schemeClr val="accent1"/>
            </a:solidFill>
            <a:ln w="9525"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1538939433"/>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Kapittel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grpSp>
        <p:nvGrpSpPr>
          <p:cNvPr id="3" name="Group 2">
            <a:extLst>
              <a:ext uri="{FF2B5EF4-FFF2-40B4-BE49-F238E27FC236}">
                <a16:creationId xmlns:a16="http://schemas.microsoft.com/office/drawing/2014/main" id="{6B8D068B-9FA9-49D8-9E2D-2469802DD124}"/>
              </a:ext>
            </a:extLst>
          </p:cNvPr>
          <p:cNvGrpSpPr/>
          <p:nvPr userDrawn="1"/>
        </p:nvGrpSpPr>
        <p:grpSpPr>
          <a:xfrm>
            <a:off x="333594" y="4067880"/>
            <a:ext cx="1686342" cy="2363341"/>
            <a:chOff x="333594" y="4067880"/>
            <a:chExt cx="1686342" cy="2363341"/>
          </a:xfrm>
        </p:grpSpPr>
        <p:sp>
          <p:nvSpPr>
            <p:cNvPr id="8" name="Freeform: Shape 7">
              <a:extLst>
                <a:ext uri="{FF2B5EF4-FFF2-40B4-BE49-F238E27FC236}">
                  <a16:creationId xmlns:a16="http://schemas.microsoft.com/office/drawing/2014/main" id="{52122F4C-8422-44D9-83DE-DD553A6E4792}"/>
                </a:ext>
              </a:extLst>
            </p:cNvPr>
            <p:cNvSpPr/>
            <p:nvPr/>
          </p:nvSpPr>
          <p:spPr>
            <a:xfrm>
              <a:off x="333594" y="4909526"/>
              <a:ext cx="1669258" cy="1521695"/>
            </a:xfrm>
            <a:custGeom>
              <a:avLst/>
              <a:gdLst>
                <a:gd name="connsiteX0" fmla="*/ 16629 w 1669258"/>
                <a:gd name="connsiteY0" fmla="*/ 9368 h 1521695"/>
                <a:gd name="connsiteX1" fmla="*/ 0 w 1669258"/>
                <a:gd name="connsiteY1" fmla="*/ 1521695 h 1521695"/>
                <a:gd name="connsiteX2" fmla="*/ 310957 w 1669258"/>
                <a:gd name="connsiteY2" fmla="*/ 1326585 h 1521695"/>
                <a:gd name="connsiteX3" fmla="*/ 1669258 w 1669258"/>
                <a:gd name="connsiteY3" fmla="*/ 0 h 1521695"/>
              </a:gdLst>
              <a:ahLst/>
              <a:cxnLst>
                <a:cxn ang="0">
                  <a:pos x="connsiteX0" y="connsiteY0"/>
                </a:cxn>
                <a:cxn ang="0">
                  <a:pos x="connsiteX1" y="connsiteY1"/>
                </a:cxn>
                <a:cxn ang="0">
                  <a:pos x="connsiteX2" y="connsiteY2"/>
                </a:cxn>
                <a:cxn ang="0">
                  <a:pos x="connsiteX3" y="connsiteY3"/>
                </a:cxn>
              </a:cxnLst>
              <a:rect l="l" t="t" r="r" b="b"/>
              <a:pathLst>
                <a:path w="1669258" h="1521695">
                  <a:moveTo>
                    <a:pt x="16629" y="9368"/>
                  </a:moveTo>
                  <a:lnTo>
                    <a:pt x="0" y="1521695"/>
                  </a:lnTo>
                  <a:cubicBezTo>
                    <a:pt x="121645" y="1509723"/>
                    <a:pt x="229643" y="1448906"/>
                    <a:pt x="310957" y="1326585"/>
                  </a:cubicBezTo>
                  <a:cubicBezTo>
                    <a:pt x="1000761" y="289772"/>
                    <a:pt x="1639881" y="783867"/>
                    <a:pt x="1669258" y="0"/>
                  </a:cubicBezTo>
                  <a:close/>
                </a:path>
              </a:pathLst>
            </a:custGeom>
            <a:solidFill>
              <a:schemeClr val="tx2"/>
            </a:solidFill>
            <a:ln w="1107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CEB4D01-AD3A-4CAE-A850-FCD169B1428B}"/>
                </a:ext>
              </a:extLst>
            </p:cNvPr>
            <p:cNvSpPr/>
            <p:nvPr/>
          </p:nvSpPr>
          <p:spPr>
            <a:xfrm>
              <a:off x="1442653" y="4067880"/>
              <a:ext cx="577283" cy="577282"/>
            </a:xfrm>
            <a:custGeom>
              <a:avLst/>
              <a:gdLst>
                <a:gd name="connsiteX0" fmla="*/ 577283 w 577283"/>
                <a:gd name="connsiteY0" fmla="*/ 288641 h 577282"/>
                <a:gd name="connsiteX1" fmla="*/ 288642 w 577283"/>
                <a:gd name="connsiteY1" fmla="*/ 577283 h 577282"/>
                <a:gd name="connsiteX2" fmla="*/ 0 w 577283"/>
                <a:gd name="connsiteY2" fmla="*/ 288641 h 577282"/>
                <a:gd name="connsiteX3" fmla="*/ 288642 w 577283"/>
                <a:gd name="connsiteY3" fmla="*/ 0 h 577282"/>
                <a:gd name="connsiteX4" fmla="*/ 577283 w 577283"/>
                <a:gd name="connsiteY4" fmla="*/ 288641 h 577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283" h="577282">
                  <a:moveTo>
                    <a:pt x="577283" y="288641"/>
                  </a:moveTo>
                  <a:cubicBezTo>
                    <a:pt x="577283" y="448054"/>
                    <a:pt x="448054" y="577283"/>
                    <a:pt x="288642" y="577283"/>
                  </a:cubicBezTo>
                  <a:cubicBezTo>
                    <a:pt x="129229" y="577283"/>
                    <a:pt x="0" y="448054"/>
                    <a:pt x="0" y="288641"/>
                  </a:cubicBezTo>
                  <a:cubicBezTo>
                    <a:pt x="0" y="129229"/>
                    <a:pt x="129230" y="0"/>
                    <a:pt x="288642" y="0"/>
                  </a:cubicBezTo>
                  <a:cubicBezTo>
                    <a:pt x="448054" y="0"/>
                    <a:pt x="577283" y="129229"/>
                    <a:pt x="577283" y="288641"/>
                  </a:cubicBezTo>
                  <a:close/>
                </a:path>
              </a:pathLst>
            </a:custGeom>
            <a:solidFill>
              <a:schemeClr val="accent3"/>
            </a:solidFill>
            <a:ln w="1107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F50496EA-417C-43FB-9C8D-2A18916FA270}"/>
                </a:ext>
              </a:extLst>
            </p:cNvPr>
            <p:cNvSpPr/>
            <p:nvPr/>
          </p:nvSpPr>
          <p:spPr>
            <a:xfrm>
              <a:off x="814260" y="4254365"/>
              <a:ext cx="861161" cy="652138"/>
            </a:xfrm>
            <a:custGeom>
              <a:avLst/>
              <a:gdLst>
                <a:gd name="connsiteX0" fmla="*/ 45910 w 861161"/>
                <a:gd name="connsiteY0" fmla="*/ 0 h 652138"/>
                <a:gd name="connsiteX1" fmla="*/ 861162 w 861161"/>
                <a:gd name="connsiteY1" fmla="*/ 397205 h 652138"/>
                <a:gd name="connsiteX2" fmla="*/ 254933 w 861161"/>
                <a:gd name="connsiteY2" fmla="*/ 606228 h 652138"/>
                <a:gd name="connsiteX3" fmla="*/ 45910 w 861161"/>
                <a:gd name="connsiteY3" fmla="*/ 0 h 652138"/>
              </a:gdLst>
              <a:ahLst/>
              <a:cxnLst>
                <a:cxn ang="0">
                  <a:pos x="connsiteX0" y="connsiteY0"/>
                </a:cxn>
                <a:cxn ang="0">
                  <a:pos x="connsiteX1" y="connsiteY1"/>
                </a:cxn>
                <a:cxn ang="0">
                  <a:pos x="connsiteX2" y="connsiteY2"/>
                </a:cxn>
                <a:cxn ang="0">
                  <a:pos x="connsiteX3" y="connsiteY3"/>
                </a:cxn>
              </a:cxnLst>
              <a:rect l="l" t="t" r="r" b="b"/>
              <a:pathLst>
                <a:path w="861161" h="652138">
                  <a:moveTo>
                    <a:pt x="45910" y="0"/>
                  </a:moveTo>
                  <a:lnTo>
                    <a:pt x="861162" y="397205"/>
                  </a:lnTo>
                  <a:cubicBezTo>
                    <a:pt x="751476" y="622330"/>
                    <a:pt x="480059" y="715913"/>
                    <a:pt x="254933" y="606228"/>
                  </a:cubicBezTo>
                  <a:cubicBezTo>
                    <a:pt x="29808" y="496543"/>
                    <a:pt x="-63775" y="225125"/>
                    <a:pt x="45910" y="0"/>
                  </a:cubicBezTo>
                  <a:close/>
                </a:path>
              </a:pathLst>
            </a:custGeom>
            <a:solidFill>
              <a:schemeClr val="accent1"/>
            </a:solidFill>
            <a:ln w="11075" cap="flat">
              <a:noFill/>
              <a:prstDash val="solid"/>
              <a:miter/>
            </a:ln>
          </p:spPr>
          <p:txBody>
            <a:bodyPr rtlCol="0" anchor="ctr"/>
            <a:lstStyle/>
            <a:p>
              <a:endParaRPr lang="en-US"/>
            </a:p>
          </p:txBody>
        </p:sp>
      </p:grpSp>
    </p:spTree>
    <p:extLst>
      <p:ext uri="{BB962C8B-B14F-4D97-AF65-F5344CB8AC3E}">
        <p14:creationId xmlns:p14="http://schemas.microsoft.com/office/powerpoint/2010/main" val="3386221900"/>
      </p:ext>
    </p:extLst>
  </p:cSld>
  <p:clrMapOvr>
    <a:masterClrMapping/>
  </p:clrMapOvr>
  <p:extLst>
    <p:ext uri="{DCECCB84-F9BA-43D5-87BE-67443E8EF086}">
      <p15:sldGuideLst xmlns:p15="http://schemas.microsoft.com/office/powerpoint/2012/main">
        <p15:guide id="1" pos="2706" userDrawn="1">
          <p15:clr>
            <a:srgbClr val="FBAE40"/>
          </p15:clr>
        </p15:guide>
        <p15:guide id="2" pos="4974"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Kapittel 11">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F945394-4FD3-4BC5-A401-C559143233F4}"/>
              </a:ext>
            </a:extLst>
          </p:cNvPr>
          <p:cNvGrpSpPr/>
          <p:nvPr userDrawn="1"/>
        </p:nvGrpSpPr>
        <p:grpSpPr>
          <a:xfrm>
            <a:off x="750096" y="4386472"/>
            <a:ext cx="1396502" cy="1988277"/>
            <a:chOff x="750096" y="4386472"/>
            <a:chExt cx="1396502" cy="1988277"/>
          </a:xfrm>
        </p:grpSpPr>
        <p:sp>
          <p:nvSpPr>
            <p:cNvPr id="8" name="Freeform: Shape 7">
              <a:extLst>
                <a:ext uri="{FF2B5EF4-FFF2-40B4-BE49-F238E27FC236}">
                  <a16:creationId xmlns:a16="http://schemas.microsoft.com/office/drawing/2014/main" id="{8CA057C7-0C39-4B91-A1FD-6007F42348A2}"/>
                </a:ext>
              </a:extLst>
            </p:cNvPr>
            <p:cNvSpPr/>
            <p:nvPr/>
          </p:nvSpPr>
          <p:spPr>
            <a:xfrm>
              <a:off x="1050511" y="4386472"/>
              <a:ext cx="884111" cy="1988277"/>
            </a:xfrm>
            <a:custGeom>
              <a:avLst/>
              <a:gdLst>
                <a:gd name="connsiteX0" fmla="*/ 0 w 884111"/>
                <a:gd name="connsiteY0" fmla="*/ 0 h 1988277"/>
                <a:gd name="connsiteX1" fmla="*/ 884111 w 884111"/>
                <a:gd name="connsiteY1" fmla="*/ 0 h 1988277"/>
                <a:gd name="connsiteX2" fmla="*/ 884111 w 884111"/>
                <a:gd name="connsiteY2" fmla="*/ 1988277 h 1988277"/>
                <a:gd name="connsiteX3" fmla="*/ 0 w 884111"/>
                <a:gd name="connsiteY3" fmla="*/ 1988277 h 1988277"/>
              </a:gdLst>
              <a:ahLst/>
              <a:cxnLst>
                <a:cxn ang="0">
                  <a:pos x="connsiteX0" y="connsiteY0"/>
                </a:cxn>
                <a:cxn ang="0">
                  <a:pos x="connsiteX1" y="connsiteY1"/>
                </a:cxn>
                <a:cxn ang="0">
                  <a:pos x="connsiteX2" y="connsiteY2"/>
                </a:cxn>
                <a:cxn ang="0">
                  <a:pos x="connsiteX3" y="connsiteY3"/>
                </a:cxn>
              </a:cxnLst>
              <a:rect l="l" t="t" r="r" b="b"/>
              <a:pathLst>
                <a:path w="884111" h="1988277">
                  <a:moveTo>
                    <a:pt x="0" y="0"/>
                  </a:moveTo>
                  <a:lnTo>
                    <a:pt x="884111" y="0"/>
                  </a:lnTo>
                  <a:lnTo>
                    <a:pt x="884111" y="1988277"/>
                  </a:lnTo>
                  <a:lnTo>
                    <a:pt x="0" y="1988277"/>
                  </a:lnTo>
                  <a:close/>
                </a:path>
              </a:pathLst>
            </a:custGeom>
            <a:solidFill>
              <a:schemeClr val="accent3"/>
            </a:solidFill>
            <a:ln w="633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DB12E7A-54C1-4EC0-BB5E-BE2DED74C4A1}"/>
                </a:ext>
              </a:extLst>
            </p:cNvPr>
            <p:cNvSpPr/>
            <p:nvPr/>
          </p:nvSpPr>
          <p:spPr>
            <a:xfrm>
              <a:off x="750096" y="4636442"/>
              <a:ext cx="884111" cy="140652"/>
            </a:xfrm>
            <a:custGeom>
              <a:avLst/>
              <a:gdLst>
                <a:gd name="connsiteX0" fmla="*/ 0 w 884111"/>
                <a:gd name="connsiteY0" fmla="*/ 0 h 140652"/>
                <a:gd name="connsiteX1" fmla="*/ 884111 w 884111"/>
                <a:gd name="connsiteY1" fmla="*/ 0 h 140652"/>
                <a:gd name="connsiteX2" fmla="*/ 884111 w 884111"/>
                <a:gd name="connsiteY2" fmla="*/ 140652 h 140652"/>
                <a:gd name="connsiteX3" fmla="*/ 0 w 884111"/>
                <a:gd name="connsiteY3" fmla="*/ 140652 h 140652"/>
              </a:gdLst>
              <a:ahLst/>
              <a:cxnLst>
                <a:cxn ang="0">
                  <a:pos x="connsiteX0" y="connsiteY0"/>
                </a:cxn>
                <a:cxn ang="0">
                  <a:pos x="connsiteX1" y="connsiteY1"/>
                </a:cxn>
                <a:cxn ang="0">
                  <a:pos x="connsiteX2" y="connsiteY2"/>
                </a:cxn>
                <a:cxn ang="0">
                  <a:pos x="connsiteX3" y="connsiteY3"/>
                </a:cxn>
              </a:cxnLst>
              <a:rect l="l" t="t" r="r" b="b"/>
              <a:pathLst>
                <a:path w="884111" h="140652">
                  <a:moveTo>
                    <a:pt x="0" y="0"/>
                  </a:moveTo>
                  <a:lnTo>
                    <a:pt x="884111" y="0"/>
                  </a:lnTo>
                  <a:lnTo>
                    <a:pt x="884111" y="140652"/>
                  </a:lnTo>
                  <a:lnTo>
                    <a:pt x="0" y="140652"/>
                  </a:lnTo>
                  <a:close/>
                </a:path>
              </a:pathLst>
            </a:custGeom>
            <a:solidFill>
              <a:schemeClr val="tx1"/>
            </a:solidFill>
            <a:ln w="633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1E69B03B-43F4-4F9B-9AB5-BA93510B9F19}"/>
                </a:ext>
              </a:extLst>
            </p:cNvPr>
            <p:cNvSpPr/>
            <p:nvPr/>
          </p:nvSpPr>
          <p:spPr>
            <a:xfrm>
              <a:off x="750096" y="4889903"/>
              <a:ext cx="884111" cy="140652"/>
            </a:xfrm>
            <a:custGeom>
              <a:avLst/>
              <a:gdLst>
                <a:gd name="connsiteX0" fmla="*/ 0 w 884111"/>
                <a:gd name="connsiteY0" fmla="*/ 0 h 140652"/>
                <a:gd name="connsiteX1" fmla="*/ 884111 w 884111"/>
                <a:gd name="connsiteY1" fmla="*/ 0 h 140652"/>
                <a:gd name="connsiteX2" fmla="*/ 884111 w 884111"/>
                <a:gd name="connsiteY2" fmla="*/ 140652 h 140652"/>
                <a:gd name="connsiteX3" fmla="*/ 0 w 884111"/>
                <a:gd name="connsiteY3" fmla="*/ 140652 h 140652"/>
              </a:gdLst>
              <a:ahLst/>
              <a:cxnLst>
                <a:cxn ang="0">
                  <a:pos x="connsiteX0" y="connsiteY0"/>
                </a:cxn>
                <a:cxn ang="0">
                  <a:pos x="connsiteX1" y="connsiteY1"/>
                </a:cxn>
                <a:cxn ang="0">
                  <a:pos x="connsiteX2" y="connsiteY2"/>
                </a:cxn>
                <a:cxn ang="0">
                  <a:pos x="connsiteX3" y="connsiteY3"/>
                </a:cxn>
              </a:cxnLst>
              <a:rect l="l" t="t" r="r" b="b"/>
              <a:pathLst>
                <a:path w="884111" h="140652">
                  <a:moveTo>
                    <a:pt x="0" y="0"/>
                  </a:moveTo>
                  <a:lnTo>
                    <a:pt x="884111" y="0"/>
                  </a:lnTo>
                  <a:lnTo>
                    <a:pt x="884111" y="140652"/>
                  </a:lnTo>
                  <a:lnTo>
                    <a:pt x="0" y="140652"/>
                  </a:lnTo>
                  <a:close/>
                </a:path>
              </a:pathLst>
            </a:custGeom>
            <a:solidFill>
              <a:schemeClr val="tx1"/>
            </a:solidFill>
            <a:ln w="633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5C5F190-35A1-4A4A-828B-1E00396A0EEE}"/>
                </a:ext>
              </a:extLst>
            </p:cNvPr>
            <p:cNvSpPr/>
            <p:nvPr/>
          </p:nvSpPr>
          <p:spPr>
            <a:xfrm>
              <a:off x="803792" y="5686368"/>
              <a:ext cx="619713" cy="589931"/>
            </a:xfrm>
            <a:custGeom>
              <a:avLst/>
              <a:gdLst>
                <a:gd name="connsiteX0" fmla="*/ 0 w 619713"/>
                <a:gd name="connsiteY0" fmla="*/ 0 h 589931"/>
                <a:gd name="connsiteX1" fmla="*/ 619713 w 619713"/>
                <a:gd name="connsiteY1" fmla="*/ 0 h 589931"/>
                <a:gd name="connsiteX2" fmla="*/ 619713 w 619713"/>
                <a:gd name="connsiteY2" fmla="*/ 589931 h 589931"/>
                <a:gd name="connsiteX3" fmla="*/ 619396 w 619713"/>
                <a:gd name="connsiteY3" fmla="*/ 589931 h 589931"/>
                <a:gd name="connsiteX4" fmla="*/ 18142 w 619713"/>
                <a:gd name="connsiteY4" fmla="*/ 119760 h 589931"/>
                <a:gd name="connsiteX5" fmla="*/ 0 w 619713"/>
                <a:gd name="connsiteY5" fmla="*/ 0 h 589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713" h="589931">
                  <a:moveTo>
                    <a:pt x="0" y="0"/>
                  </a:moveTo>
                  <a:lnTo>
                    <a:pt x="619713" y="0"/>
                  </a:lnTo>
                  <a:lnTo>
                    <a:pt x="619713" y="589931"/>
                  </a:lnTo>
                  <a:lnTo>
                    <a:pt x="619396" y="589931"/>
                  </a:lnTo>
                  <a:cubicBezTo>
                    <a:pt x="335136" y="588869"/>
                    <a:pt x="87703" y="395380"/>
                    <a:pt x="18142" y="119760"/>
                  </a:cubicBezTo>
                  <a:cubicBezTo>
                    <a:pt x="8262" y="80516"/>
                    <a:pt x="2186" y="40410"/>
                    <a:pt x="0" y="0"/>
                  </a:cubicBezTo>
                  <a:close/>
                </a:path>
              </a:pathLst>
            </a:custGeom>
            <a:solidFill>
              <a:schemeClr val="bg1"/>
            </a:solidFill>
            <a:ln w="633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B6D7761-0AD4-4E15-8606-8DED94365480}"/>
                </a:ext>
              </a:extLst>
            </p:cNvPr>
            <p:cNvSpPr/>
            <p:nvPr/>
          </p:nvSpPr>
          <p:spPr>
            <a:xfrm>
              <a:off x="1526885" y="5686368"/>
              <a:ext cx="619713" cy="589931"/>
            </a:xfrm>
            <a:custGeom>
              <a:avLst/>
              <a:gdLst>
                <a:gd name="connsiteX0" fmla="*/ 0 w 619713"/>
                <a:gd name="connsiteY0" fmla="*/ 0 h 589931"/>
                <a:gd name="connsiteX1" fmla="*/ 619713 w 619713"/>
                <a:gd name="connsiteY1" fmla="*/ 0 h 589931"/>
                <a:gd name="connsiteX2" fmla="*/ 619713 w 619713"/>
                <a:gd name="connsiteY2" fmla="*/ 589931 h 589931"/>
                <a:gd name="connsiteX3" fmla="*/ 619396 w 619713"/>
                <a:gd name="connsiteY3" fmla="*/ 589931 h 589931"/>
                <a:gd name="connsiteX4" fmla="*/ 18142 w 619713"/>
                <a:gd name="connsiteY4" fmla="*/ 119760 h 589931"/>
                <a:gd name="connsiteX5" fmla="*/ 0 w 619713"/>
                <a:gd name="connsiteY5" fmla="*/ 0 h 589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713" h="589931">
                  <a:moveTo>
                    <a:pt x="0" y="0"/>
                  </a:moveTo>
                  <a:lnTo>
                    <a:pt x="619713" y="0"/>
                  </a:lnTo>
                  <a:lnTo>
                    <a:pt x="619713" y="589931"/>
                  </a:lnTo>
                  <a:lnTo>
                    <a:pt x="619396" y="589931"/>
                  </a:lnTo>
                  <a:cubicBezTo>
                    <a:pt x="335136" y="588869"/>
                    <a:pt x="87703" y="395380"/>
                    <a:pt x="18142" y="119760"/>
                  </a:cubicBezTo>
                  <a:cubicBezTo>
                    <a:pt x="8262" y="80516"/>
                    <a:pt x="2186" y="40410"/>
                    <a:pt x="0" y="0"/>
                  </a:cubicBezTo>
                  <a:close/>
                </a:path>
              </a:pathLst>
            </a:custGeom>
            <a:solidFill>
              <a:schemeClr val="tx1"/>
            </a:solidFill>
            <a:ln w="6335"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1390085215"/>
      </p:ext>
    </p:extLst>
  </p:cSld>
  <p:clrMapOvr>
    <a:masterClrMapping/>
  </p:clrMapOvr>
  <p:extLst>
    <p:ext uri="{DCECCB84-F9BA-43D5-87BE-67443E8EF086}">
      <p15:sldGuideLst xmlns:p15="http://schemas.microsoft.com/office/powerpoint/2012/main">
        <p15:guide id="1" pos="2706">
          <p15:clr>
            <a:srgbClr val="FBAE40"/>
          </p15:clr>
        </p15:guide>
        <p15:guide id="2" pos="497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Kapittel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BF31E-111B-4BC8-A194-6BA100DF74F4}"/>
              </a:ext>
            </a:extLst>
          </p:cNvPr>
          <p:cNvSpPr>
            <a:spLocks noGrp="1"/>
          </p:cNvSpPr>
          <p:nvPr>
            <p:ph type="title"/>
          </p:nvPr>
        </p:nvSpPr>
        <p:spPr>
          <a:xfrm>
            <a:off x="4295776" y="2676524"/>
            <a:ext cx="3600450" cy="1739265"/>
          </a:xfrm>
        </p:spPr>
        <p:txBody>
          <a:bodyPr anchor="ctr"/>
          <a:lstStyle>
            <a:lvl1pPr>
              <a:defRPr cap="all" baseline="0"/>
            </a:lvl1p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6" name="Text Placeholder 5">
            <a:extLst>
              <a:ext uri="{FF2B5EF4-FFF2-40B4-BE49-F238E27FC236}">
                <a16:creationId xmlns:a16="http://schemas.microsoft.com/office/drawing/2014/main" id="{52267BAE-DC8A-44D2-B589-C46F3F1EC6E8}"/>
              </a:ext>
            </a:extLst>
          </p:cNvPr>
          <p:cNvSpPr>
            <a:spLocks noGrp="1"/>
          </p:cNvSpPr>
          <p:nvPr>
            <p:ph type="body" sz="quarter" idx="10"/>
          </p:nvPr>
        </p:nvSpPr>
        <p:spPr>
          <a:xfrm>
            <a:off x="4295776" y="4682490"/>
            <a:ext cx="3600449" cy="1518284"/>
          </a:xfrm>
        </p:spPr>
        <p:txBody>
          <a:bodyPr>
            <a:normAutofit/>
          </a:bodyPr>
          <a:lstStyle>
            <a:lvl1pPr marL="0" indent="0">
              <a:lnSpc>
                <a:spcPct val="100000"/>
              </a:lnSpc>
              <a:buNone/>
              <a:defRPr sz="2000"/>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grpSp>
        <p:nvGrpSpPr>
          <p:cNvPr id="13" name="Group 12">
            <a:extLst>
              <a:ext uri="{FF2B5EF4-FFF2-40B4-BE49-F238E27FC236}">
                <a16:creationId xmlns:a16="http://schemas.microsoft.com/office/drawing/2014/main" id="{CAC8FE81-5735-42BA-87F1-DA163126BB78}"/>
              </a:ext>
            </a:extLst>
          </p:cNvPr>
          <p:cNvGrpSpPr/>
          <p:nvPr userDrawn="1"/>
        </p:nvGrpSpPr>
        <p:grpSpPr>
          <a:xfrm>
            <a:off x="839788" y="631216"/>
            <a:ext cx="2237431" cy="2735899"/>
            <a:chOff x="865822" y="550830"/>
            <a:chExt cx="2656398" cy="3248206"/>
          </a:xfrm>
        </p:grpSpPr>
        <p:sp>
          <p:nvSpPr>
            <p:cNvPr id="14" name="Freeform: Shape 13">
              <a:extLst>
                <a:ext uri="{FF2B5EF4-FFF2-40B4-BE49-F238E27FC236}">
                  <a16:creationId xmlns:a16="http://schemas.microsoft.com/office/drawing/2014/main" id="{A6986C9B-4CCE-42FF-8AAD-5457295EC0C5}"/>
                </a:ext>
              </a:extLst>
            </p:cNvPr>
            <p:cNvSpPr/>
            <p:nvPr/>
          </p:nvSpPr>
          <p:spPr>
            <a:xfrm>
              <a:off x="865822" y="2225582"/>
              <a:ext cx="1157097" cy="1167831"/>
            </a:xfrm>
            <a:custGeom>
              <a:avLst/>
              <a:gdLst>
                <a:gd name="connsiteX0" fmla="*/ 0 w 1157097"/>
                <a:gd name="connsiteY0" fmla="*/ 0 h 1167831"/>
                <a:gd name="connsiteX1" fmla="*/ 437807 w 1157097"/>
                <a:gd name="connsiteY1" fmla="*/ 345291 h 1167831"/>
                <a:gd name="connsiteX2" fmla="*/ 1035272 w 1157097"/>
                <a:gd name="connsiteY2" fmla="*/ 1038092 h 1167831"/>
                <a:gd name="connsiteX3" fmla="*/ 1157097 w 1157097"/>
                <a:gd name="connsiteY3" fmla="*/ 1167832 h 1167831"/>
                <a:gd name="connsiteX4" fmla="*/ 0 w 1157097"/>
                <a:gd name="connsiteY4" fmla="*/ 1167832 h 1167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7097" h="1167831">
                  <a:moveTo>
                    <a:pt x="0" y="0"/>
                  </a:moveTo>
                  <a:cubicBezTo>
                    <a:pt x="224971" y="17688"/>
                    <a:pt x="331661" y="102013"/>
                    <a:pt x="437807" y="345291"/>
                  </a:cubicBezTo>
                  <a:cubicBezTo>
                    <a:pt x="569490" y="643852"/>
                    <a:pt x="742522" y="844620"/>
                    <a:pt x="1035272" y="1038092"/>
                  </a:cubicBezTo>
                  <a:cubicBezTo>
                    <a:pt x="1085425" y="1071268"/>
                    <a:pt x="1127140" y="1115693"/>
                    <a:pt x="1157097" y="1167832"/>
                  </a:cubicBezTo>
                  <a:lnTo>
                    <a:pt x="0" y="1167832"/>
                  </a:lnTo>
                  <a:close/>
                </a:path>
              </a:pathLst>
            </a:custGeom>
            <a:solidFill>
              <a:schemeClr val="accent2"/>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BA8051A-286F-4DC0-9033-2F6ED3BD30AB}"/>
                </a:ext>
              </a:extLst>
            </p:cNvPr>
            <p:cNvSpPr/>
            <p:nvPr/>
          </p:nvSpPr>
          <p:spPr>
            <a:xfrm>
              <a:off x="1764639" y="2631214"/>
              <a:ext cx="1157106" cy="1167822"/>
            </a:xfrm>
            <a:custGeom>
              <a:avLst/>
              <a:gdLst>
                <a:gd name="connsiteX0" fmla="*/ 1157107 w 1157106"/>
                <a:gd name="connsiteY0" fmla="*/ 1167822 h 1167822"/>
                <a:gd name="connsiteX1" fmla="*/ 719300 w 1157106"/>
                <a:gd name="connsiteY1" fmla="*/ 822532 h 1167822"/>
                <a:gd name="connsiteX2" fmla="*/ 121825 w 1157106"/>
                <a:gd name="connsiteY2" fmla="*/ 129740 h 1167822"/>
                <a:gd name="connsiteX3" fmla="*/ 0 w 1157106"/>
                <a:gd name="connsiteY3" fmla="*/ 0 h 1167822"/>
                <a:gd name="connsiteX4" fmla="*/ 1157107 w 1157106"/>
                <a:gd name="connsiteY4" fmla="*/ 0 h 11678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7106" h="1167822">
                  <a:moveTo>
                    <a:pt x="1157107" y="1167822"/>
                  </a:moveTo>
                  <a:cubicBezTo>
                    <a:pt x="932126" y="1150134"/>
                    <a:pt x="825437" y="1065809"/>
                    <a:pt x="719300" y="822532"/>
                  </a:cubicBezTo>
                  <a:cubicBezTo>
                    <a:pt x="587616" y="523970"/>
                    <a:pt x="414576" y="323202"/>
                    <a:pt x="121825" y="129740"/>
                  </a:cubicBezTo>
                  <a:cubicBezTo>
                    <a:pt x="71673" y="96564"/>
                    <a:pt x="29957" y="52139"/>
                    <a:pt x="0" y="0"/>
                  </a:cubicBezTo>
                  <a:lnTo>
                    <a:pt x="1157107" y="0"/>
                  </a:lnTo>
                  <a:close/>
                </a:path>
              </a:pathLst>
            </a:custGeom>
            <a:solidFill>
              <a:schemeClr val="accent2"/>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B4592F1-4806-4F5E-839B-30E40F378EB4}"/>
                </a:ext>
              </a:extLst>
            </p:cNvPr>
            <p:cNvSpPr/>
            <p:nvPr/>
          </p:nvSpPr>
          <p:spPr>
            <a:xfrm>
              <a:off x="2321261" y="2215353"/>
              <a:ext cx="1200959" cy="598093"/>
            </a:xfrm>
            <a:custGeom>
              <a:avLst/>
              <a:gdLst>
                <a:gd name="connsiteX0" fmla="*/ 1200960 w 1200959"/>
                <a:gd name="connsiteY0" fmla="*/ 598093 h 598093"/>
                <a:gd name="connsiteX1" fmla="*/ 598088 w 1200959"/>
                <a:gd name="connsiteY1" fmla="*/ 5 h 598093"/>
                <a:gd name="connsiteX2" fmla="*/ 0 w 1200959"/>
                <a:gd name="connsiteY2" fmla="*/ 598093 h 598093"/>
              </a:gdLst>
              <a:ahLst/>
              <a:cxnLst>
                <a:cxn ang="0">
                  <a:pos x="connsiteX0" y="connsiteY0"/>
                </a:cxn>
                <a:cxn ang="0">
                  <a:pos x="connsiteX1" y="connsiteY1"/>
                </a:cxn>
                <a:cxn ang="0">
                  <a:pos x="connsiteX2" y="connsiteY2"/>
                </a:cxn>
              </a:cxnLst>
              <a:rect l="l" t="t" r="r" b="b"/>
              <a:pathLst>
                <a:path w="1200959" h="598093">
                  <a:moveTo>
                    <a:pt x="1200960" y="598093"/>
                  </a:moveTo>
                  <a:cubicBezTo>
                    <a:pt x="1199639" y="266457"/>
                    <a:pt x="929724" y="-1316"/>
                    <a:pt x="598088" y="5"/>
                  </a:cubicBezTo>
                  <a:cubicBezTo>
                    <a:pt x="268319" y="1318"/>
                    <a:pt x="1313" y="268324"/>
                    <a:pt x="0" y="598093"/>
                  </a:cubicBezTo>
                  <a:close/>
                </a:path>
              </a:pathLst>
            </a:custGeom>
            <a:solidFill>
              <a:schemeClr val="accent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5829615-7555-44DF-B735-CC693C28B9C4}"/>
                </a:ext>
              </a:extLst>
            </p:cNvPr>
            <p:cNvSpPr/>
            <p:nvPr/>
          </p:nvSpPr>
          <p:spPr>
            <a:xfrm>
              <a:off x="1444380" y="1296332"/>
              <a:ext cx="654634" cy="566928"/>
            </a:xfrm>
            <a:custGeom>
              <a:avLst/>
              <a:gdLst>
                <a:gd name="connsiteX0" fmla="*/ 327317 w 654634"/>
                <a:gd name="connsiteY0" fmla="*/ 0 h 566928"/>
                <a:gd name="connsiteX1" fmla="*/ 490976 w 654634"/>
                <a:gd name="connsiteY1" fmla="*/ 283464 h 566928"/>
                <a:gd name="connsiteX2" fmla="*/ 654634 w 654634"/>
                <a:gd name="connsiteY2" fmla="*/ 566928 h 566928"/>
                <a:gd name="connsiteX3" fmla="*/ 327317 w 654634"/>
                <a:gd name="connsiteY3" fmla="*/ 566928 h 566928"/>
                <a:gd name="connsiteX4" fmla="*/ 0 w 654634"/>
                <a:gd name="connsiteY4" fmla="*/ 566928 h 566928"/>
                <a:gd name="connsiteX5" fmla="*/ 163659 w 654634"/>
                <a:gd name="connsiteY5" fmla="*/ 283464 h 566928"/>
                <a:gd name="connsiteX6" fmla="*/ 327317 w 654634"/>
                <a:gd name="connsiteY6" fmla="*/ 0 h 5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4634" h="566928">
                  <a:moveTo>
                    <a:pt x="327317" y="0"/>
                  </a:moveTo>
                  <a:lnTo>
                    <a:pt x="490976" y="283464"/>
                  </a:lnTo>
                  <a:lnTo>
                    <a:pt x="654634" y="566928"/>
                  </a:lnTo>
                  <a:lnTo>
                    <a:pt x="327317" y="566928"/>
                  </a:lnTo>
                  <a:lnTo>
                    <a:pt x="0" y="566928"/>
                  </a:lnTo>
                  <a:lnTo>
                    <a:pt x="163659" y="283464"/>
                  </a:lnTo>
                  <a:lnTo>
                    <a:pt x="327317" y="0"/>
                  </a:lnTo>
                  <a:close/>
                </a:path>
              </a:pathLst>
            </a:custGeom>
            <a:solidFill>
              <a:schemeClr val="accent1"/>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C247127-CEBA-4B34-A9C2-62C7E64DE2A7}"/>
                </a:ext>
              </a:extLst>
            </p:cNvPr>
            <p:cNvSpPr/>
            <p:nvPr/>
          </p:nvSpPr>
          <p:spPr>
            <a:xfrm>
              <a:off x="2422359" y="550830"/>
              <a:ext cx="654634" cy="566927"/>
            </a:xfrm>
            <a:custGeom>
              <a:avLst/>
              <a:gdLst>
                <a:gd name="connsiteX0" fmla="*/ 327317 w 654634"/>
                <a:gd name="connsiteY0" fmla="*/ 0 h 566927"/>
                <a:gd name="connsiteX1" fmla="*/ 490976 w 654634"/>
                <a:gd name="connsiteY1" fmla="*/ 283464 h 566927"/>
                <a:gd name="connsiteX2" fmla="*/ 654634 w 654634"/>
                <a:gd name="connsiteY2" fmla="*/ 566928 h 566927"/>
                <a:gd name="connsiteX3" fmla="*/ 327317 w 654634"/>
                <a:gd name="connsiteY3" fmla="*/ 566928 h 566927"/>
                <a:gd name="connsiteX4" fmla="*/ 0 w 654634"/>
                <a:gd name="connsiteY4" fmla="*/ 566928 h 566927"/>
                <a:gd name="connsiteX5" fmla="*/ 163658 w 654634"/>
                <a:gd name="connsiteY5" fmla="*/ 283464 h 566927"/>
                <a:gd name="connsiteX6" fmla="*/ 327317 w 654634"/>
                <a:gd name="connsiteY6" fmla="*/ 0 h 566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4634" h="566927">
                  <a:moveTo>
                    <a:pt x="327317" y="0"/>
                  </a:moveTo>
                  <a:lnTo>
                    <a:pt x="490976" y="283464"/>
                  </a:lnTo>
                  <a:lnTo>
                    <a:pt x="654634" y="566928"/>
                  </a:lnTo>
                  <a:lnTo>
                    <a:pt x="327317" y="566928"/>
                  </a:lnTo>
                  <a:lnTo>
                    <a:pt x="0" y="566928"/>
                  </a:lnTo>
                  <a:lnTo>
                    <a:pt x="163658" y="283464"/>
                  </a:lnTo>
                  <a:lnTo>
                    <a:pt x="327317" y="0"/>
                  </a:lnTo>
                  <a:close/>
                </a:path>
              </a:pathLst>
            </a:custGeom>
            <a:solidFill>
              <a:schemeClr val="accent1"/>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C5B8255-CCD1-4D86-B5C7-1A8B9D2466FF}"/>
                </a:ext>
              </a:extLst>
            </p:cNvPr>
            <p:cNvSpPr/>
            <p:nvPr/>
          </p:nvSpPr>
          <p:spPr>
            <a:xfrm>
              <a:off x="2749676" y="834294"/>
              <a:ext cx="654624" cy="566928"/>
            </a:xfrm>
            <a:custGeom>
              <a:avLst/>
              <a:gdLst>
                <a:gd name="connsiteX0" fmla="*/ 327317 w 654624"/>
                <a:gd name="connsiteY0" fmla="*/ 0 h 566928"/>
                <a:gd name="connsiteX1" fmla="*/ 490976 w 654624"/>
                <a:gd name="connsiteY1" fmla="*/ 283464 h 566928"/>
                <a:gd name="connsiteX2" fmla="*/ 654625 w 654624"/>
                <a:gd name="connsiteY2" fmla="*/ 566928 h 566928"/>
                <a:gd name="connsiteX3" fmla="*/ 327317 w 654624"/>
                <a:gd name="connsiteY3" fmla="*/ 566928 h 566928"/>
                <a:gd name="connsiteX4" fmla="*/ 0 w 654624"/>
                <a:gd name="connsiteY4" fmla="*/ 566928 h 566928"/>
                <a:gd name="connsiteX5" fmla="*/ 163659 w 654624"/>
                <a:gd name="connsiteY5" fmla="*/ 283464 h 566928"/>
                <a:gd name="connsiteX6" fmla="*/ 327317 w 654624"/>
                <a:gd name="connsiteY6" fmla="*/ 0 h 5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4624" h="566928">
                  <a:moveTo>
                    <a:pt x="327317" y="0"/>
                  </a:moveTo>
                  <a:lnTo>
                    <a:pt x="490976" y="283464"/>
                  </a:lnTo>
                  <a:lnTo>
                    <a:pt x="654625" y="566928"/>
                  </a:lnTo>
                  <a:lnTo>
                    <a:pt x="327317" y="566928"/>
                  </a:lnTo>
                  <a:lnTo>
                    <a:pt x="0" y="566928"/>
                  </a:lnTo>
                  <a:lnTo>
                    <a:pt x="163659" y="283464"/>
                  </a:lnTo>
                  <a:lnTo>
                    <a:pt x="327317" y="0"/>
                  </a:lnTo>
                  <a:close/>
                </a:path>
              </a:pathLst>
            </a:custGeom>
            <a:solidFill>
              <a:schemeClr val="accent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494067041"/>
      </p:ext>
    </p:extLst>
  </p:cSld>
  <p:clrMapOvr>
    <a:masterClrMapping/>
  </p:clrMapOvr>
  <p:extLst>
    <p:ext uri="{DCECCB84-F9BA-43D5-87BE-67443E8EF086}">
      <p15:sldGuideLst xmlns:p15="http://schemas.microsoft.com/office/powerpoint/2012/main">
        <p15:guide id="1" pos="2706">
          <p15:clr>
            <a:srgbClr val="FBAE40"/>
          </p15:clr>
        </p15:guide>
        <p15:guide id="2" pos="497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Avslutning alternativ 1">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4F8F0A41-A289-44BD-93D7-44141F13C11D}"/>
              </a:ext>
            </a:extLst>
          </p:cNvPr>
          <p:cNvSpPr/>
          <p:nvPr/>
        </p:nvSpPr>
        <p:spPr>
          <a:xfrm>
            <a:off x="9389087" y="1437505"/>
            <a:ext cx="990782" cy="1981623"/>
          </a:xfrm>
          <a:custGeom>
            <a:avLst/>
            <a:gdLst>
              <a:gd name="connsiteX0" fmla="*/ 1123191 w 1123226"/>
              <a:gd name="connsiteY0" fmla="*/ -73 h 2246518"/>
              <a:gd name="connsiteX1" fmla="*/ 1123191 w 1123226"/>
              <a:gd name="connsiteY1" fmla="*/ 2246446 h 2246518"/>
              <a:gd name="connsiteX2" fmla="*/ -36 w 1123226"/>
              <a:gd name="connsiteY2" fmla="*/ 1123220 h 2246518"/>
              <a:gd name="connsiteX3" fmla="*/ 1123191 w 1123226"/>
              <a:gd name="connsiteY3" fmla="*/ -7 h 2246518"/>
            </a:gdLst>
            <a:ahLst/>
            <a:cxnLst>
              <a:cxn ang="0">
                <a:pos x="connsiteX0" y="connsiteY0"/>
              </a:cxn>
              <a:cxn ang="0">
                <a:pos x="connsiteX1" y="connsiteY1"/>
              </a:cxn>
              <a:cxn ang="0">
                <a:pos x="connsiteX2" y="connsiteY2"/>
              </a:cxn>
              <a:cxn ang="0">
                <a:pos x="connsiteX3" y="connsiteY3"/>
              </a:cxn>
            </a:cxnLst>
            <a:rect l="l" t="t" r="r" b="b"/>
            <a:pathLst>
              <a:path w="1123226" h="2246518">
                <a:moveTo>
                  <a:pt x="1123191" y="-73"/>
                </a:moveTo>
                <a:lnTo>
                  <a:pt x="1123191" y="2246446"/>
                </a:lnTo>
                <a:cubicBezTo>
                  <a:pt x="502850" y="2246446"/>
                  <a:pt x="-36" y="1743560"/>
                  <a:pt x="-36" y="1123220"/>
                </a:cubicBezTo>
                <a:cubicBezTo>
                  <a:pt x="-36" y="502879"/>
                  <a:pt x="502850" y="-7"/>
                  <a:pt x="1123191" y="-7"/>
                </a:cubicBezTo>
                <a:close/>
              </a:path>
            </a:pathLst>
          </a:custGeom>
          <a:solidFill>
            <a:schemeClr val="accent3"/>
          </a:solidFill>
          <a:ln w="7144" cap="flat">
            <a:noFill/>
            <a:prstDash val="solid"/>
            <a:miter/>
          </a:ln>
        </p:spPr>
        <p:txBody>
          <a:bodyPr rtlCol="0" anchor="ctr"/>
          <a:lstStyle/>
          <a:p>
            <a:endParaRPr lang="en-US"/>
          </a:p>
        </p:txBody>
      </p:sp>
      <p:grpSp>
        <p:nvGrpSpPr>
          <p:cNvPr id="15" name="Group 14">
            <a:extLst>
              <a:ext uri="{FF2B5EF4-FFF2-40B4-BE49-F238E27FC236}">
                <a16:creationId xmlns:a16="http://schemas.microsoft.com/office/drawing/2014/main" id="{3289A2E8-3D65-441A-A338-504F33981BA4}"/>
              </a:ext>
            </a:extLst>
          </p:cNvPr>
          <p:cNvGrpSpPr/>
          <p:nvPr userDrawn="1"/>
        </p:nvGrpSpPr>
        <p:grpSpPr>
          <a:xfrm rot="5400000">
            <a:off x="9296572" y="1548758"/>
            <a:ext cx="431536" cy="1735057"/>
            <a:chOff x="11870514" y="244569"/>
            <a:chExt cx="151518" cy="609202"/>
          </a:xfrm>
          <a:solidFill>
            <a:schemeClr val="tx1"/>
          </a:solidFill>
        </p:grpSpPr>
        <p:sp>
          <p:nvSpPr>
            <p:cNvPr id="16" name="Freeform: Shape 15">
              <a:extLst>
                <a:ext uri="{FF2B5EF4-FFF2-40B4-BE49-F238E27FC236}">
                  <a16:creationId xmlns:a16="http://schemas.microsoft.com/office/drawing/2014/main" id="{5402AC29-8A61-4CA4-8CB8-4BC3EC56A3B9}"/>
                </a:ext>
              </a:extLst>
            </p:cNvPr>
            <p:cNvSpPr/>
            <p:nvPr/>
          </p:nvSpPr>
          <p:spPr>
            <a:xfrm rot="16200000">
              <a:off x="11641672" y="473411"/>
              <a:ext cx="609202" cy="151518"/>
            </a:xfrm>
            <a:custGeom>
              <a:avLst/>
              <a:gdLst>
                <a:gd name="connsiteX0" fmla="*/ 413946 w 609202"/>
                <a:gd name="connsiteY0" fmla="*/ 49664 h 151518"/>
                <a:gd name="connsiteX1" fmla="*/ 384494 w 609202"/>
                <a:gd name="connsiteY1" fmla="*/ 125217 h 151518"/>
                <a:gd name="connsiteX2" fmla="*/ 354820 w 609202"/>
                <a:gd name="connsiteY2" fmla="*/ 49664 h 151518"/>
                <a:gd name="connsiteX3" fmla="*/ 331666 w 609202"/>
                <a:gd name="connsiteY3" fmla="*/ 49664 h 151518"/>
                <a:gd name="connsiteX4" fmla="*/ 372910 w 609202"/>
                <a:gd name="connsiteY4" fmla="*/ 147314 h 151518"/>
                <a:gd name="connsiteX5" fmla="*/ 393955 w 609202"/>
                <a:gd name="connsiteY5" fmla="*/ 147314 h 151518"/>
                <a:gd name="connsiteX6" fmla="*/ 435214 w 609202"/>
                <a:gd name="connsiteY6" fmla="*/ 49665 h 151518"/>
                <a:gd name="connsiteX7" fmla="*/ 297359 w 609202"/>
                <a:gd name="connsiteY7" fmla="*/ 49664 h 151518"/>
                <a:gd name="connsiteX8" fmla="*/ 297359 w 609202"/>
                <a:gd name="connsiteY8" fmla="*/ 101215 h 151518"/>
                <a:gd name="connsiteX9" fmla="*/ 272528 w 609202"/>
                <a:gd name="connsiteY9" fmla="*/ 130474 h 151518"/>
                <a:gd name="connsiteX10" fmla="*/ 247695 w 609202"/>
                <a:gd name="connsiteY10" fmla="*/ 101215 h 151518"/>
                <a:gd name="connsiteX11" fmla="*/ 247695 w 609202"/>
                <a:gd name="connsiteY11" fmla="*/ 49664 h 151518"/>
                <a:gd name="connsiteX12" fmla="*/ 227067 w 609202"/>
                <a:gd name="connsiteY12" fmla="*/ 49664 h 151518"/>
                <a:gd name="connsiteX13" fmla="*/ 227067 w 609202"/>
                <a:gd name="connsiteY13" fmla="*/ 102060 h 151518"/>
                <a:gd name="connsiteX14" fmla="*/ 272528 w 609202"/>
                <a:gd name="connsiteY14" fmla="*/ 149408 h 151518"/>
                <a:gd name="connsiteX15" fmla="*/ 317989 w 609202"/>
                <a:gd name="connsiteY15" fmla="*/ 102060 h 151518"/>
                <a:gd name="connsiteX16" fmla="*/ 317989 w 609202"/>
                <a:gd name="connsiteY16" fmla="*/ 49664 h 151518"/>
                <a:gd name="connsiteX17" fmla="*/ 162877 w 609202"/>
                <a:gd name="connsiteY17" fmla="*/ 47347 h 151518"/>
                <a:gd name="connsiteX18" fmla="*/ 140599 w 609202"/>
                <a:gd name="connsiteY18" fmla="*/ 52442 h 151518"/>
                <a:gd name="connsiteX19" fmla="*/ 112797 w 609202"/>
                <a:gd name="connsiteY19" fmla="*/ 97428 h 151518"/>
                <a:gd name="connsiteX20" fmla="*/ 156150 w 609202"/>
                <a:gd name="connsiteY20" fmla="*/ 151519 h 151518"/>
                <a:gd name="connsiteX21" fmla="*/ 168567 w 609202"/>
                <a:gd name="connsiteY21" fmla="*/ 144568 h 151518"/>
                <a:gd name="connsiteX22" fmla="*/ 197603 w 609202"/>
                <a:gd name="connsiteY22" fmla="*/ 119528 h 151518"/>
                <a:gd name="connsiteX23" fmla="*/ 212335 w 609202"/>
                <a:gd name="connsiteY23" fmla="*/ 96596 h 151518"/>
                <a:gd name="connsiteX24" fmla="*/ 162879 w 609202"/>
                <a:gd name="connsiteY24" fmla="*/ 47348 h 151518"/>
                <a:gd name="connsiteX25" fmla="*/ 184768 w 609202"/>
                <a:gd name="connsiteY25" fmla="*/ 112799 h 151518"/>
                <a:gd name="connsiteX26" fmla="*/ 168567 w 609202"/>
                <a:gd name="connsiteY26" fmla="*/ 129419 h 151518"/>
                <a:gd name="connsiteX27" fmla="*/ 161200 w 609202"/>
                <a:gd name="connsiteY27" fmla="*/ 133844 h 151518"/>
                <a:gd name="connsiteX28" fmla="*/ 132373 w 609202"/>
                <a:gd name="connsiteY28" fmla="*/ 100591 h 151518"/>
                <a:gd name="connsiteX29" fmla="*/ 162671 w 609202"/>
                <a:gd name="connsiteY29" fmla="*/ 70070 h 151518"/>
                <a:gd name="connsiteX30" fmla="*/ 192557 w 609202"/>
                <a:gd name="connsiteY30" fmla="*/ 100182 h 151518"/>
                <a:gd name="connsiteX31" fmla="*/ 192557 w 609202"/>
                <a:gd name="connsiteY31" fmla="*/ 100182 h 151518"/>
                <a:gd name="connsiteX32" fmla="*/ 192553 w 609202"/>
                <a:gd name="connsiteY32" fmla="*/ 100589 h 151518"/>
                <a:gd name="connsiteX33" fmla="*/ 184772 w 609202"/>
                <a:gd name="connsiteY33" fmla="*/ 112797 h 151518"/>
                <a:gd name="connsiteX34" fmla="*/ 51342 w 609202"/>
                <a:gd name="connsiteY34" fmla="*/ 47347 h 151518"/>
                <a:gd name="connsiteX35" fmla="*/ 20198 w 609202"/>
                <a:gd name="connsiteY35" fmla="*/ 59555 h 151518"/>
                <a:gd name="connsiteX36" fmla="*/ 19991 w 609202"/>
                <a:gd name="connsiteY36" fmla="*/ 0 h 151518"/>
                <a:gd name="connsiteX37" fmla="*/ 0 w 609202"/>
                <a:gd name="connsiteY37" fmla="*/ 0 h 151518"/>
                <a:gd name="connsiteX38" fmla="*/ 0 w 609202"/>
                <a:gd name="connsiteY38" fmla="*/ 147315 h 151518"/>
                <a:gd name="connsiteX39" fmla="*/ 20630 w 609202"/>
                <a:gd name="connsiteY39" fmla="*/ 147315 h 151518"/>
                <a:gd name="connsiteX40" fmla="*/ 20630 w 609202"/>
                <a:gd name="connsiteY40" fmla="*/ 137422 h 151518"/>
                <a:gd name="connsiteX41" fmla="*/ 51344 w 609202"/>
                <a:gd name="connsiteY41" fmla="*/ 149200 h 151518"/>
                <a:gd name="connsiteX42" fmla="*/ 100175 w 609202"/>
                <a:gd name="connsiteY42" fmla="*/ 98273 h 151518"/>
                <a:gd name="connsiteX43" fmla="*/ 51342 w 609202"/>
                <a:gd name="connsiteY43" fmla="*/ 47347 h 151518"/>
                <a:gd name="connsiteX44" fmla="*/ 49664 w 609202"/>
                <a:gd name="connsiteY44" fmla="*/ 130266 h 151518"/>
                <a:gd name="connsiteX45" fmla="*/ 20198 w 609202"/>
                <a:gd name="connsiteY45" fmla="*/ 98275 h 151518"/>
                <a:gd name="connsiteX46" fmla="*/ 49664 w 609202"/>
                <a:gd name="connsiteY46" fmla="*/ 66284 h 151518"/>
                <a:gd name="connsiteX47" fmla="*/ 79131 w 609202"/>
                <a:gd name="connsiteY47" fmla="*/ 98276 h 151518"/>
                <a:gd name="connsiteX48" fmla="*/ 49662 w 609202"/>
                <a:gd name="connsiteY48" fmla="*/ 130264 h 151518"/>
                <a:gd name="connsiteX49" fmla="*/ 609203 w 609202"/>
                <a:gd name="connsiteY49" fmla="*/ 49664 h 151518"/>
                <a:gd name="connsiteX50" fmla="*/ 579321 w 609202"/>
                <a:gd name="connsiteY50" fmla="*/ 49664 h 151518"/>
                <a:gd name="connsiteX51" fmla="*/ 579099 w 609202"/>
                <a:gd name="connsiteY51" fmla="*/ 0 h 151518"/>
                <a:gd name="connsiteX52" fmla="*/ 559107 w 609202"/>
                <a:gd name="connsiteY52" fmla="*/ 0 h 151518"/>
                <a:gd name="connsiteX53" fmla="*/ 559107 w 609202"/>
                <a:gd name="connsiteY53" fmla="*/ 49664 h 151518"/>
                <a:gd name="connsiteX54" fmla="*/ 545369 w 609202"/>
                <a:gd name="connsiteY54" fmla="*/ 49664 h 151518"/>
                <a:gd name="connsiteX55" fmla="*/ 545369 w 609202"/>
                <a:gd name="connsiteY55" fmla="*/ 67545 h 151518"/>
                <a:gd name="connsiteX56" fmla="*/ 559107 w 609202"/>
                <a:gd name="connsiteY56" fmla="*/ 67545 h 151518"/>
                <a:gd name="connsiteX57" fmla="*/ 559107 w 609202"/>
                <a:gd name="connsiteY57" fmla="*/ 147314 h 151518"/>
                <a:gd name="connsiteX58" fmla="*/ 579529 w 609202"/>
                <a:gd name="connsiteY58" fmla="*/ 147314 h 151518"/>
                <a:gd name="connsiteX59" fmla="*/ 579321 w 609202"/>
                <a:gd name="connsiteY59" fmla="*/ 67545 h 151518"/>
                <a:gd name="connsiteX60" fmla="*/ 609203 w 609202"/>
                <a:gd name="connsiteY60" fmla="*/ 67545 h 15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9202" h="151518">
                  <a:moveTo>
                    <a:pt x="413946" y="49664"/>
                  </a:moveTo>
                  <a:lnTo>
                    <a:pt x="384494" y="125217"/>
                  </a:lnTo>
                  <a:lnTo>
                    <a:pt x="354820" y="49664"/>
                  </a:lnTo>
                  <a:lnTo>
                    <a:pt x="331666" y="49664"/>
                  </a:lnTo>
                  <a:lnTo>
                    <a:pt x="372910" y="147314"/>
                  </a:lnTo>
                  <a:lnTo>
                    <a:pt x="393955" y="147314"/>
                  </a:lnTo>
                  <a:lnTo>
                    <a:pt x="435214" y="49665"/>
                  </a:lnTo>
                  <a:close/>
                  <a:moveTo>
                    <a:pt x="297359" y="49664"/>
                  </a:moveTo>
                  <a:lnTo>
                    <a:pt x="297359" y="101215"/>
                  </a:lnTo>
                  <a:cubicBezTo>
                    <a:pt x="297359" y="119735"/>
                    <a:pt x="288314" y="130474"/>
                    <a:pt x="272528" y="130474"/>
                  </a:cubicBezTo>
                  <a:cubicBezTo>
                    <a:pt x="256742" y="130474"/>
                    <a:pt x="247695" y="119735"/>
                    <a:pt x="247695" y="101215"/>
                  </a:cubicBezTo>
                  <a:lnTo>
                    <a:pt x="247695" y="49664"/>
                  </a:lnTo>
                  <a:lnTo>
                    <a:pt x="227067" y="49664"/>
                  </a:lnTo>
                  <a:lnTo>
                    <a:pt x="227067" y="102060"/>
                  </a:lnTo>
                  <a:cubicBezTo>
                    <a:pt x="227067" y="131111"/>
                    <a:pt x="244533" y="149408"/>
                    <a:pt x="272528" y="149408"/>
                  </a:cubicBezTo>
                  <a:cubicBezTo>
                    <a:pt x="300523" y="149408"/>
                    <a:pt x="317989" y="131111"/>
                    <a:pt x="317989" y="102060"/>
                  </a:cubicBezTo>
                  <a:lnTo>
                    <a:pt x="317989" y="49664"/>
                  </a:lnTo>
                  <a:close/>
                  <a:moveTo>
                    <a:pt x="162877" y="47347"/>
                  </a:moveTo>
                  <a:cubicBezTo>
                    <a:pt x="155160" y="47330"/>
                    <a:pt x="147541" y="49072"/>
                    <a:pt x="140599" y="52442"/>
                  </a:cubicBezTo>
                  <a:cubicBezTo>
                    <a:pt x="123437" y="60827"/>
                    <a:pt x="112621" y="78328"/>
                    <a:pt x="112797" y="97428"/>
                  </a:cubicBezTo>
                  <a:cubicBezTo>
                    <a:pt x="112797" y="122482"/>
                    <a:pt x="136159" y="151519"/>
                    <a:pt x="156150" y="151519"/>
                  </a:cubicBezTo>
                  <a:cubicBezTo>
                    <a:pt x="161205" y="151479"/>
                    <a:pt x="165890" y="148857"/>
                    <a:pt x="168567" y="144568"/>
                  </a:cubicBezTo>
                  <a:cubicBezTo>
                    <a:pt x="176781" y="132150"/>
                    <a:pt x="185200" y="125009"/>
                    <a:pt x="197603" y="119528"/>
                  </a:cubicBezTo>
                  <a:cubicBezTo>
                    <a:pt x="209187" y="114478"/>
                    <a:pt x="212335" y="109428"/>
                    <a:pt x="212335" y="96596"/>
                  </a:cubicBezTo>
                  <a:cubicBezTo>
                    <a:pt x="212335" y="68809"/>
                    <a:pt x="190667" y="47348"/>
                    <a:pt x="162879" y="47348"/>
                  </a:cubicBezTo>
                  <a:close/>
                  <a:moveTo>
                    <a:pt x="184768" y="112799"/>
                  </a:moveTo>
                  <a:cubicBezTo>
                    <a:pt x="176348" y="118057"/>
                    <a:pt x="171938" y="122483"/>
                    <a:pt x="168567" y="129419"/>
                  </a:cubicBezTo>
                  <a:cubicBezTo>
                    <a:pt x="167173" y="132194"/>
                    <a:pt x="164305" y="133917"/>
                    <a:pt x="161200" y="133844"/>
                  </a:cubicBezTo>
                  <a:cubicBezTo>
                    <a:pt x="147729" y="133844"/>
                    <a:pt x="132373" y="116156"/>
                    <a:pt x="132373" y="100591"/>
                  </a:cubicBezTo>
                  <a:cubicBezTo>
                    <a:pt x="132373" y="83125"/>
                    <a:pt x="145204" y="70070"/>
                    <a:pt x="162671" y="70070"/>
                  </a:cubicBezTo>
                  <a:cubicBezTo>
                    <a:pt x="179239" y="70133"/>
                    <a:pt x="192619" y="83614"/>
                    <a:pt x="192557" y="100182"/>
                  </a:cubicBezTo>
                  <a:lnTo>
                    <a:pt x="192557" y="100182"/>
                  </a:lnTo>
                  <a:cubicBezTo>
                    <a:pt x="192556" y="100317"/>
                    <a:pt x="192554" y="100452"/>
                    <a:pt x="192553" y="100589"/>
                  </a:cubicBezTo>
                  <a:cubicBezTo>
                    <a:pt x="192553" y="106053"/>
                    <a:pt x="190667" y="109217"/>
                    <a:pt x="184772" y="112797"/>
                  </a:cubicBezTo>
                  <a:close/>
                  <a:moveTo>
                    <a:pt x="51342" y="47347"/>
                  </a:moveTo>
                  <a:cubicBezTo>
                    <a:pt x="39770" y="47223"/>
                    <a:pt x="28603" y="51600"/>
                    <a:pt x="20198" y="59555"/>
                  </a:cubicBezTo>
                  <a:lnTo>
                    <a:pt x="19991" y="0"/>
                  </a:lnTo>
                  <a:lnTo>
                    <a:pt x="0" y="0"/>
                  </a:lnTo>
                  <a:lnTo>
                    <a:pt x="0" y="147315"/>
                  </a:lnTo>
                  <a:lnTo>
                    <a:pt x="20630" y="147315"/>
                  </a:lnTo>
                  <a:lnTo>
                    <a:pt x="20630" y="137422"/>
                  </a:lnTo>
                  <a:cubicBezTo>
                    <a:pt x="29061" y="145007"/>
                    <a:pt x="40002" y="149203"/>
                    <a:pt x="51344" y="149200"/>
                  </a:cubicBezTo>
                  <a:cubicBezTo>
                    <a:pt x="79130" y="149200"/>
                    <a:pt x="100175" y="127100"/>
                    <a:pt x="100175" y="98273"/>
                  </a:cubicBezTo>
                  <a:cubicBezTo>
                    <a:pt x="100175" y="69445"/>
                    <a:pt x="79130" y="47347"/>
                    <a:pt x="51342" y="47347"/>
                  </a:cubicBezTo>
                  <a:close/>
                  <a:moveTo>
                    <a:pt x="49664" y="130266"/>
                  </a:moveTo>
                  <a:cubicBezTo>
                    <a:pt x="32822" y="130266"/>
                    <a:pt x="20198" y="116587"/>
                    <a:pt x="20198" y="98275"/>
                  </a:cubicBezTo>
                  <a:cubicBezTo>
                    <a:pt x="20198" y="79962"/>
                    <a:pt x="32822" y="66284"/>
                    <a:pt x="49664" y="66284"/>
                  </a:cubicBezTo>
                  <a:cubicBezTo>
                    <a:pt x="66505" y="66284"/>
                    <a:pt x="79131" y="79962"/>
                    <a:pt x="79131" y="98276"/>
                  </a:cubicBezTo>
                  <a:cubicBezTo>
                    <a:pt x="79131" y="116590"/>
                    <a:pt x="66505" y="130264"/>
                    <a:pt x="49662" y="130264"/>
                  </a:cubicBezTo>
                  <a:close/>
                  <a:moveTo>
                    <a:pt x="609203" y="49664"/>
                  </a:moveTo>
                  <a:lnTo>
                    <a:pt x="579321" y="49664"/>
                  </a:lnTo>
                  <a:lnTo>
                    <a:pt x="579099" y="0"/>
                  </a:lnTo>
                  <a:lnTo>
                    <a:pt x="559107" y="0"/>
                  </a:lnTo>
                  <a:lnTo>
                    <a:pt x="559107" y="49664"/>
                  </a:lnTo>
                  <a:lnTo>
                    <a:pt x="545369" y="49664"/>
                  </a:lnTo>
                  <a:lnTo>
                    <a:pt x="545369" y="67545"/>
                  </a:lnTo>
                  <a:lnTo>
                    <a:pt x="559107" y="67545"/>
                  </a:lnTo>
                  <a:lnTo>
                    <a:pt x="559107" y="147314"/>
                  </a:lnTo>
                  <a:lnTo>
                    <a:pt x="579529" y="147314"/>
                  </a:lnTo>
                  <a:lnTo>
                    <a:pt x="579321" y="67545"/>
                  </a:lnTo>
                  <a:lnTo>
                    <a:pt x="609203" y="67545"/>
                  </a:lnTo>
                  <a:close/>
                </a:path>
              </a:pathLst>
            </a:custGeom>
            <a:grpFill/>
            <a:ln w="26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CE4A25F-66AD-4588-A78A-F5842EE74531}"/>
                </a:ext>
              </a:extLst>
            </p:cNvPr>
            <p:cNvSpPr/>
            <p:nvPr/>
          </p:nvSpPr>
          <p:spPr>
            <a:xfrm rot="16200000">
              <a:off x="11921301" y="313678"/>
              <a:ext cx="96119" cy="101875"/>
            </a:xfrm>
            <a:custGeom>
              <a:avLst/>
              <a:gdLst>
                <a:gd name="connsiteX0" fmla="*/ 95810 w 96119"/>
                <a:gd name="connsiteY0" fmla="*/ 56965 h 101875"/>
                <a:gd name="connsiteX1" fmla="*/ 20362 w 96119"/>
                <a:gd name="connsiteY1" fmla="*/ 56965 h 101875"/>
                <a:gd name="connsiteX2" fmla="*/ 34212 w 96119"/>
                <a:gd name="connsiteY2" fmla="*/ 79118 h 101875"/>
                <a:gd name="connsiteX3" fmla="*/ 48915 w 96119"/>
                <a:gd name="connsiteY3" fmla="*/ 82727 h 101875"/>
                <a:gd name="connsiteX4" fmla="*/ 73366 w 96119"/>
                <a:gd name="connsiteY4" fmla="*/ 75426 h 101875"/>
                <a:gd name="connsiteX5" fmla="*/ 79556 w 96119"/>
                <a:gd name="connsiteY5" fmla="*/ 69472 h 101875"/>
                <a:gd name="connsiteX6" fmla="*/ 93354 w 96119"/>
                <a:gd name="connsiteY6" fmla="*/ 82930 h 101875"/>
                <a:gd name="connsiteX7" fmla="*/ 83867 w 96119"/>
                <a:gd name="connsiteY7" fmla="*/ 91638 h 101875"/>
                <a:gd name="connsiteX8" fmla="*/ 46091 w 96119"/>
                <a:gd name="connsiteY8" fmla="*/ 101759 h 101875"/>
                <a:gd name="connsiteX9" fmla="*/ 16168 w 96119"/>
                <a:gd name="connsiteY9" fmla="*/ 89716 h 101875"/>
                <a:gd name="connsiteX10" fmla="*/ 506 w 96119"/>
                <a:gd name="connsiteY10" fmla="*/ 58160 h 101875"/>
                <a:gd name="connsiteX11" fmla="*/ 5248 w 96119"/>
                <a:gd name="connsiteY11" fmla="*/ 26756 h 101875"/>
                <a:gd name="connsiteX12" fmla="*/ 40827 w 96119"/>
                <a:gd name="connsiteY12" fmla="*/ 738 h 101875"/>
                <a:gd name="connsiteX13" fmla="*/ 70343 w 96119"/>
                <a:gd name="connsiteY13" fmla="*/ 4817 h 101875"/>
                <a:gd name="connsiteX14" fmla="*/ 94209 w 96119"/>
                <a:gd name="connsiteY14" fmla="*/ 35590 h 101875"/>
                <a:gd name="connsiteX15" fmla="*/ 95810 w 96119"/>
                <a:gd name="connsiteY15" fmla="*/ 56965 h 101875"/>
                <a:gd name="connsiteX16" fmla="*/ 20776 w 96119"/>
                <a:gd name="connsiteY16" fmla="*/ 40423 h 101875"/>
                <a:gd name="connsiteX17" fmla="*/ 74793 w 96119"/>
                <a:gd name="connsiteY17" fmla="*/ 40423 h 101875"/>
                <a:gd name="connsiteX18" fmla="*/ 50253 w 96119"/>
                <a:gd name="connsiteY18" fmla="*/ 17857 h 101875"/>
                <a:gd name="connsiteX19" fmla="*/ 20776 w 96119"/>
                <a:gd name="connsiteY19" fmla="*/ 40423 h 10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6119" h="101875">
                  <a:moveTo>
                    <a:pt x="95810" y="56965"/>
                  </a:moveTo>
                  <a:lnTo>
                    <a:pt x="20362" y="56965"/>
                  </a:lnTo>
                  <a:cubicBezTo>
                    <a:pt x="21886" y="66442"/>
                    <a:pt x="25653" y="74318"/>
                    <a:pt x="34212" y="79118"/>
                  </a:cubicBezTo>
                  <a:cubicBezTo>
                    <a:pt x="38729" y="81545"/>
                    <a:pt x="43788" y="82786"/>
                    <a:pt x="48915" y="82727"/>
                  </a:cubicBezTo>
                  <a:cubicBezTo>
                    <a:pt x="57811" y="82850"/>
                    <a:pt x="66195" y="81075"/>
                    <a:pt x="73366" y="75426"/>
                  </a:cubicBezTo>
                  <a:cubicBezTo>
                    <a:pt x="75532" y="73550"/>
                    <a:pt x="77598" y="71563"/>
                    <a:pt x="79556" y="69472"/>
                  </a:cubicBezTo>
                  <a:lnTo>
                    <a:pt x="93354" y="82930"/>
                  </a:lnTo>
                  <a:cubicBezTo>
                    <a:pt x="90598" y="86246"/>
                    <a:pt x="87407" y="89175"/>
                    <a:pt x="83867" y="91638"/>
                  </a:cubicBezTo>
                  <a:cubicBezTo>
                    <a:pt x="72486" y="99593"/>
                    <a:pt x="59751" y="102519"/>
                    <a:pt x="46091" y="101759"/>
                  </a:cubicBezTo>
                  <a:cubicBezTo>
                    <a:pt x="35014" y="101373"/>
                    <a:pt x="24424" y="97111"/>
                    <a:pt x="16168" y="89716"/>
                  </a:cubicBezTo>
                  <a:cubicBezTo>
                    <a:pt x="6826" y="81316"/>
                    <a:pt x="1889" y="70591"/>
                    <a:pt x="506" y="58160"/>
                  </a:cubicBezTo>
                  <a:cubicBezTo>
                    <a:pt x="-933" y="47454"/>
                    <a:pt x="712" y="36560"/>
                    <a:pt x="5248" y="26756"/>
                  </a:cubicBezTo>
                  <a:cubicBezTo>
                    <a:pt x="12466" y="11681"/>
                    <a:pt x="24591" y="3239"/>
                    <a:pt x="40827" y="738"/>
                  </a:cubicBezTo>
                  <a:cubicBezTo>
                    <a:pt x="50850" y="-1030"/>
                    <a:pt x="61175" y="397"/>
                    <a:pt x="70343" y="4817"/>
                  </a:cubicBezTo>
                  <a:cubicBezTo>
                    <a:pt x="83187" y="11156"/>
                    <a:pt x="90642" y="21889"/>
                    <a:pt x="94209" y="35590"/>
                  </a:cubicBezTo>
                  <a:cubicBezTo>
                    <a:pt x="95990" y="42566"/>
                    <a:pt x="96532" y="49801"/>
                    <a:pt x="95810" y="56965"/>
                  </a:cubicBezTo>
                  <a:close/>
                  <a:moveTo>
                    <a:pt x="20776" y="40423"/>
                  </a:moveTo>
                  <a:lnTo>
                    <a:pt x="74793" y="40423"/>
                  </a:lnTo>
                  <a:cubicBezTo>
                    <a:pt x="73059" y="28002"/>
                    <a:pt x="62776" y="18546"/>
                    <a:pt x="50253" y="17857"/>
                  </a:cubicBezTo>
                  <a:cubicBezTo>
                    <a:pt x="34544" y="16956"/>
                    <a:pt x="23456" y="25443"/>
                    <a:pt x="20776" y="40423"/>
                  </a:cubicBezTo>
                  <a:close/>
                </a:path>
              </a:pathLst>
            </a:custGeom>
            <a:grpFill/>
            <a:ln w="264" cap="flat">
              <a:noFill/>
              <a:prstDash val="solid"/>
              <a:miter/>
            </a:ln>
          </p:spPr>
          <p:txBody>
            <a:bodyPr rtlCol="0" anchor="ctr"/>
            <a:lstStyle/>
            <a:p>
              <a:endParaRPr lang="en-US"/>
            </a:p>
          </p:txBody>
        </p:sp>
      </p:grpSp>
      <p:sp>
        <p:nvSpPr>
          <p:cNvPr id="12" name="Freeform: Shape 11">
            <a:extLst>
              <a:ext uri="{FF2B5EF4-FFF2-40B4-BE49-F238E27FC236}">
                <a16:creationId xmlns:a16="http://schemas.microsoft.com/office/drawing/2014/main" id="{7E9E5F7C-935D-44AE-B4D7-F96F0E923750}"/>
              </a:ext>
            </a:extLst>
          </p:cNvPr>
          <p:cNvSpPr/>
          <p:nvPr/>
        </p:nvSpPr>
        <p:spPr>
          <a:xfrm>
            <a:off x="9732645" y="4429125"/>
            <a:ext cx="1483339" cy="1469731"/>
          </a:xfrm>
          <a:custGeom>
            <a:avLst/>
            <a:gdLst>
              <a:gd name="connsiteX0" fmla="*/ -36 w 2171319"/>
              <a:gd name="connsiteY0" fmla="*/ 2151329 h 2151402"/>
              <a:gd name="connsiteX1" fmla="*/ 641949 w 2171319"/>
              <a:gd name="connsiteY1" fmla="*/ 1337313 h 2151402"/>
              <a:gd name="connsiteX2" fmla="*/ 1930063 w 2171319"/>
              <a:gd name="connsiteY2" fmla="*/ 226441 h 2151402"/>
              <a:gd name="connsiteX3" fmla="*/ 2171284 w 2171319"/>
              <a:gd name="connsiteY3" fmla="*/ -73 h 2151402"/>
              <a:gd name="connsiteX4" fmla="*/ 2171284 w 2171319"/>
              <a:gd name="connsiteY4" fmla="*/ 2151329 h 2151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319" h="2151402">
                <a:moveTo>
                  <a:pt x="-36" y="2151329"/>
                </a:moveTo>
                <a:cubicBezTo>
                  <a:pt x="32854" y="1733029"/>
                  <a:pt x="189636" y="1534661"/>
                  <a:pt x="641949" y="1337313"/>
                </a:cubicBezTo>
                <a:cubicBezTo>
                  <a:pt x="1197057" y="1092473"/>
                  <a:pt x="1570351" y="770746"/>
                  <a:pt x="1930063" y="226441"/>
                </a:cubicBezTo>
                <a:cubicBezTo>
                  <a:pt x="1991742" y="133189"/>
                  <a:pt x="2074341" y="55626"/>
                  <a:pt x="2171284" y="-73"/>
                </a:cubicBezTo>
                <a:lnTo>
                  <a:pt x="2171284" y="2151329"/>
                </a:lnTo>
                <a:close/>
              </a:path>
            </a:pathLst>
          </a:custGeom>
          <a:solidFill>
            <a:schemeClr val="accent2"/>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634EFC9-9435-416F-9F71-9ACD804CE676}"/>
              </a:ext>
            </a:extLst>
          </p:cNvPr>
          <p:cNvSpPr/>
          <p:nvPr userDrawn="1"/>
        </p:nvSpPr>
        <p:spPr>
          <a:xfrm>
            <a:off x="1837820" y="5558043"/>
            <a:ext cx="1472118" cy="745100"/>
          </a:xfrm>
          <a:custGeom>
            <a:avLst/>
            <a:gdLst>
              <a:gd name="connsiteX0" fmla="*/ 2605793 w 2605792"/>
              <a:gd name="connsiteY0" fmla="*/ 1318898 h 1318898"/>
              <a:gd name="connsiteX1" fmla="*/ 2234098 w 2605792"/>
              <a:gd name="connsiteY1" fmla="*/ 663483 h 1318898"/>
              <a:gd name="connsiteX2" fmla="*/ 1862404 w 2605792"/>
              <a:gd name="connsiteY2" fmla="*/ 8058 h 1318898"/>
              <a:gd name="connsiteX3" fmla="*/ 1480642 w 2605792"/>
              <a:gd name="connsiteY3" fmla="*/ 657663 h 1318898"/>
              <a:gd name="connsiteX4" fmla="*/ 1305497 w 2605792"/>
              <a:gd name="connsiteY4" fmla="*/ 955691 h 1318898"/>
              <a:gd name="connsiteX5" fmla="*/ 1135218 w 2605792"/>
              <a:gd name="connsiteY5" fmla="*/ 655416 h 1318898"/>
              <a:gd name="connsiteX6" fmla="*/ 763524 w 2605792"/>
              <a:gd name="connsiteY6" fmla="*/ 0 h 1318898"/>
              <a:gd name="connsiteX7" fmla="*/ 381762 w 2605792"/>
              <a:gd name="connsiteY7" fmla="*/ 649605 h 1318898"/>
              <a:gd name="connsiteX8" fmla="*/ 0 w 2605792"/>
              <a:gd name="connsiteY8" fmla="*/ 1299210 h 1318898"/>
              <a:gd name="connsiteX9" fmla="*/ 753456 w 2605792"/>
              <a:gd name="connsiteY9" fmla="*/ 1305020 h 1318898"/>
              <a:gd name="connsiteX10" fmla="*/ 1506912 w 2605792"/>
              <a:gd name="connsiteY10" fmla="*/ 1310840 h 1318898"/>
              <a:gd name="connsiteX11" fmla="*/ 1506674 w 2605792"/>
              <a:gd name="connsiteY11" fmla="*/ 1310412 h 1318898"/>
              <a:gd name="connsiteX12" fmla="*/ 1852336 w 2605792"/>
              <a:gd name="connsiteY12" fmla="*/ 1313088 h 1318898"/>
              <a:gd name="connsiteX13" fmla="*/ 2605793 w 2605792"/>
              <a:gd name="connsiteY13" fmla="*/ 1318898 h 131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05792" h="1318898">
                <a:moveTo>
                  <a:pt x="2605793" y="1318898"/>
                </a:moveTo>
                <a:lnTo>
                  <a:pt x="2234098" y="663483"/>
                </a:lnTo>
                <a:lnTo>
                  <a:pt x="1862404" y="8058"/>
                </a:lnTo>
                <a:lnTo>
                  <a:pt x="1480642" y="657663"/>
                </a:lnTo>
                <a:lnTo>
                  <a:pt x="1305497" y="955691"/>
                </a:lnTo>
                <a:lnTo>
                  <a:pt x="1135218" y="655416"/>
                </a:lnTo>
                <a:lnTo>
                  <a:pt x="763524" y="0"/>
                </a:lnTo>
                <a:lnTo>
                  <a:pt x="381762" y="649605"/>
                </a:lnTo>
                <a:lnTo>
                  <a:pt x="0" y="1299210"/>
                </a:lnTo>
                <a:lnTo>
                  <a:pt x="753456" y="1305020"/>
                </a:lnTo>
                <a:lnTo>
                  <a:pt x="1506912" y="1310840"/>
                </a:lnTo>
                <a:lnTo>
                  <a:pt x="1506674" y="1310412"/>
                </a:lnTo>
                <a:lnTo>
                  <a:pt x="1852336" y="1313088"/>
                </a:lnTo>
                <a:lnTo>
                  <a:pt x="2605793" y="1318898"/>
                </a:lnTo>
                <a:close/>
              </a:path>
            </a:pathLst>
          </a:custGeom>
          <a:solidFill>
            <a:schemeClr val="accent1"/>
          </a:solidFill>
          <a:ln w="9525" cap="flat">
            <a:noFill/>
            <a:prstDash val="solid"/>
            <a:miter/>
          </a:ln>
        </p:spPr>
        <p:txBody>
          <a:bodyPr rtlCol="0" anchor="ctr"/>
          <a:lstStyle/>
          <a:p>
            <a:endParaRPr lang="en-US"/>
          </a:p>
        </p:txBody>
      </p:sp>
      <p:sp>
        <p:nvSpPr>
          <p:cNvPr id="24" name="Text Placeholder 23">
            <a:extLst>
              <a:ext uri="{FF2B5EF4-FFF2-40B4-BE49-F238E27FC236}">
                <a16:creationId xmlns:a16="http://schemas.microsoft.com/office/drawing/2014/main" id="{AF8B88C5-A0B4-414C-9D05-FA001AC5BF1B}"/>
              </a:ext>
            </a:extLst>
          </p:cNvPr>
          <p:cNvSpPr>
            <a:spLocks noGrp="1"/>
          </p:cNvSpPr>
          <p:nvPr>
            <p:ph type="body" sz="quarter" idx="10"/>
          </p:nvPr>
        </p:nvSpPr>
        <p:spPr>
          <a:xfrm>
            <a:off x="839788" y="3843053"/>
            <a:ext cx="10512425" cy="586071"/>
          </a:xfrm>
        </p:spPr>
        <p:txBody>
          <a:bodyPr>
            <a:normAutofit/>
          </a:bodyPr>
          <a:lstStyle>
            <a:lvl1pPr marL="0" indent="0" algn="ctr">
              <a:buNone/>
              <a:defRPr sz="2000" b="0">
                <a:solidFill>
                  <a:schemeClr val="tx1"/>
                </a:solidFill>
                <a:latin typeface="Inter SemiBold" panose="020B0502030000000004" pitchFamily="34" charset="0"/>
                <a:ea typeface="Inter SemiBold" panose="020B0502030000000004" pitchFamily="34" charset="0"/>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37687239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Avslutning alternativ 2">
    <p:bg>
      <p:bgPr>
        <a:solidFill>
          <a:schemeClr val="tx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4F8F0A41-A289-44BD-93D7-44141F13C11D}"/>
              </a:ext>
            </a:extLst>
          </p:cNvPr>
          <p:cNvSpPr/>
          <p:nvPr/>
        </p:nvSpPr>
        <p:spPr>
          <a:xfrm>
            <a:off x="9389087" y="1437505"/>
            <a:ext cx="990782" cy="1981623"/>
          </a:xfrm>
          <a:custGeom>
            <a:avLst/>
            <a:gdLst>
              <a:gd name="connsiteX0" fmla="*/ 1123191 w 1123226"/>
              <a:gd name="connsiteY0" fmla="*/ -73 h 2246518"/>
              <a:gd name="connsiteX1" fmla="*/ 1123191 w 1123226"/>
              <a:gd name="connsiteY1" fmla="*/ 2246446 h 2246518"/>
              <a:gd name="connsiteX2" fmla="*/ -36 w 1123226"/>
              <a:gd name="connsiteY2" fmla="*/ 1123220 h 2246518"/>
              <a:gd name="connsiteX3" fmla="*/ 1123191 w 1123226"/>
              <a:gd name="connsiteY3" fmla="*/ -7 h 2246518"/>
            </a:gdLst>
            <a:ahLst/>
            <a:cxnLst>
              <a:cxn ang="0">
                <a:pos x="connsiteX0" y="connsiteY0"/>
              </a:cxn>
              <a:cxn ang="0">
                <a:pos x="connsiteX1" y="connsiteY1"/>
              </a:cxn>
              <a:cxn ang="0">
                <a:pos x="connsiteX2" y="connsiteY2"/>
              </a:cxn>
              <a:cxn ang="0">
                <a:pos x="connsiteX3" y="connsiteY3"/>
              </a:cxn>
            </a:cxnLst>
            <a:rect l="l" t="t" r="r" b="b"/>
            <a:pathLst>
              <a:path w="1123226" h="2246518">
                <a:moveTo>
                  <a:pt x="1123191" y="-73"/>
                </a:moveTo>
                <a:lnTo>
                  <a:pt x="1123191" y="2246446"/>
                </a:lnTo>
                <a:cubicBezTo>
                  <a:pt x="502850" y="2246446"/>
                  <a:pt x="-36" y="1743560"/>
                  <a:pt x="-36" y="1123220"/>
                </a:cubicBezTo>
                <a:cubicBezTo>
                  <a:pt x="-36" y="502879"/>
                  <a:pt x="502850" y="-7"/>
                  <a:pt x="1123191" y="-7"/>
                </a:cubicBezTo>
                <a:close/>
              </a:path>
            </a:pathLst>
          </a:custGeom>
          <a:solidFill>
            <a:schemeClr val="accent2"/>
          </a:solidFill>
          <a:ln w="7144" cap="flat">
            <a:noFill/>
            <a:prstDash val="solid"/>
            <a:miter/>
          </a:ln>
        </p:spPr>
        <p:txBody>
          <a:bodyPr rtlCol="0" anchor="ctr"/>
          <a:lstStyle/>
          <a:p>
            <a:endParaRPr lang="en-US"/>
          </a:p>
        </p:txBody>
      </p:sp>
      <p:grpSp>
        <p:nvGrpSpPr>
          <p:cNvPr id="15" name="Group 14">
            <a:extLst>
              <a:ext uri="{FF2B5EF4-FFF2-40B4-BE49-F238E27FC236}">
                <a16:creationId xmlns:a16="http://schemas.microsoft.com/office/drawing/2014/main" id="{3289A2E8-3D65-441A-A338-504F33981BA4}"/>
              </a:ext>
            </a:extLst>
          </p:cNvPr>
          <p:cNvGrpSpPr/>
          <p:nvPr userDrawn="1"/>
        </p:nvGrpSpPr>
        <p:grpSpPr>
          <a:xfrm rot="5400000">
            <a:off x="9296572" y="1548758"/>
            <a:ext cx="431536" cy="1735057"/>
            <a:chOff x="11870514" y="244569"/>
            <a:chExt cx="151518" cy="609202"/>
          </a:xfrm>
          <a:solidFill>
            <a:schemeClr val="bg1"/>
          </a:solidFill>
        </p:grpSpPr>
        <p:sp>
          <p:nvSpPr>
            <p:cNvPr id="16" name="Freeform: Shape 15">
              <a:extLst>
                <a:ext uri="{FF2B5EF4-FFF2-40B4-BE49-F238E27FC236}">
                  <a16:creationId xmlns:a16="http://schemas.microsoft.com/office/drawing/2014/main" id="{5402AC29-8A61-4CA4-8CB8-4BC3EC56A3B9}"/>
                </a:ext>
              </a:extLst>
            </p:cNvPr>
            <p:cNvSpPr/>
            <p:nvPr/>
          </p:nvSpPr>
          <p:spPr>
            <a:xfrm rot="16200000">
              <a:off x="11641672" y="473411"/>
              <a:ext cx="609202" cy="151518"/>
            </a:xfrm>
            <a:custGeom>
              <a:avLst/>
              <a:gdLst>
                <a:gd name="connsiteX0" fmla="*/ 413946 w 609202"/>
                <a:gd name="connsiteY0" fmla="*/ 49664 h 151518"/>
                <a:gd name="connsiteX1" fmla="*/ 384494 w 609202"/>
                <a:gd name="connsiteY1" fmla="*/ 125217 h 151518"/>
                <a:gd name="connsiteX2" fmla="*/ 354820 w 609202"/>
                <a:gd name="connsiteY2" fmla="*/ 49664 h 151518"/>
                <a:gd name="connsiteX3" fmla="*/ 331666 w 609202"/>
                <a:gd name="connsiteY3" fmla="*/ 49664 h 151518"/>
                <a:gd name="connsiteX4" fmla="*/ 372910 w 609202"/>
                <a:gd name="connsiteY4" fmla="*/ 147314 h 151518"/>
                <a:gd name="connsiteX5" fmla="*/ 393955 w 609202"/>
                <a:gd name="connsiteY5" fmla="*/ 147314 h 151518"/>
                <a:gd name="connsiteX6" fmla="*/ 435214 w 609202"/>
                <a:gd name="connsiteY6" fmla="*/ 49665 h 151518"/>
                <a:gd name="connsiteX7" fmla="*/ 297359 w 609202"/>
                <a:gd name="connsiteY7" fmla="*/ 49664 h 151518"/>
                <a:gd name="connsiteX8" fmla="*/ 297359 w 609202"/>
                <a:gd name="connsiteY8" fmla="*/ 101215 h 151518"/>
                <a:gd name="connsiteX9" fmla="*/ 272528 w 609202"/>
                <a:gd name="connsiteY9" fmla="*/ 130474 h 151518"/>
                <a:gd name="connsiteX10" fmla="*/ 247695 w 609202"/>
                <a:gd name="connsiteY10" fmla="*/ 101215 h 151518"/>
                <a:gd name="connsiteX11" fmla="*/ 247695 w 609202"/>
                <a:gd name="connsiteY11" fmla="*/ 49664 h 151518"/>
                <a:gd name="connsiteX12" fmla="*/ 227067 w 609202"/>
                <a:gd name="connsiteY12" fmla="*/ 49664 h 151518"/>
                <a:gd name="connsiteX13" fmla="*/ 227067 w 609202"/>
                <a:gd name="connsiteY13" fmla="*/ 102060 h 151518"/>
                <a:gd name="connsiteX14" fmla="*/ 272528 w 609202"/>
                <a:gd name="connsiteY14" fmla="*/ 149408 h 151518"/>
                <a:gd name="connsiteX15" fmla="*/ 317989 w 609202"/>
                <a:gd name="connsiteY15" fmla="*/ 102060 h 151518"/>
                <a:gd name="connsiteX16" fmla="*/ 317989 w 609202"/>
                <a:gd name="connsiteY16" fmla="*/ 49664 h 151518"/>
                <a:gd name="connsiteX17" fmla="*/ 162877 w 609202"/>
                <a:gd name="connsiteY17" fmla="*/ 47347 h 151518"/>
                <a:gd name="connsiteX18" fmla="*/ 140599 w 609202"/>
                <a:gd name="connsiteY18" fmla="*/ 52442 h 151518"/>
                <a:gd name="connsiteX19" fmla="*/ 112797 w 609202"/>
                <a:gd name="connsiteY19" fmla="*/ 97428 h 151518"/>
                <a:gd name="connsiteX20" fmla="*/ 156150 w 609202"/>
                <a:gd name="connsiteY20" fmla="*/ 151519 h 151518"/>
                <a:gd name="connsiteX21" fmla="*/ 168567 w 609202"/>
                <a:gd name="connsiteY21" fmla="*/ 144568 h 151518"/>
                <a:gd name="connsiteX22" fmla="*/ 197603 w 609202"/>
                <a:gd name="connsiteY22" fmla="*/ 119528 h 151518"/>
                <a:gd name="connsiteX23" fmla="*/ 212335 w 609202"/>
                <a:gd name="connsiteY23" fmla="*/ 96596 h 151518"/>
                <a:gd name="connsiteX24" fmla="*/ 162879 w 609202"/>
                <a:gd name="connsiteY24" fmla="*/ 47348 h 151518"/>
                <a:gd name="connsiteX25" fmla="*/ 184768 w 609202"/>
                <a:gd name="connsiteY25" fmla="*/ 112799 h 151518"/>
                <a:gd name="connsiteX26" fmla="*/ 168567 w 609202"/>
                <a:gd name="connsiteY26" fmla="*/ 129419 h 151518"/>
                <a:gd name="connsiteX27" fmla="*/ 161200 w 609202"/>
                <a:gd name="connsiteY27" fmla="*/ 133844 h 151518"/>
                <a:gd name="connsiteX28" fmla="*/ 132373 w 609202"/>
                <a:gd name="connsiteY28" fmla="*/ 100591 h 151518"/>
                <a:gd name="connsiteX29" fmla="*/ 162671 w 609202"/>
                <a:gd name="connsiteY29" fmla="*/ 70070 h 151518"/>
                <a:gd name="connsiteX30" fmla="*/ 192557 w 609202"/>
                <a:gd name="connsiteY30" fmla="*/ 100182 h 151518"/>
                <a:gd name="connsiteX31" fmla="*/ 192557 w 609202"/>
                <a:gd name="connsiteY31" fmla="*/ 100182 h 151518"/>
                <a:gd name="connsiteX32" fmla="*/ 192553 w 609202"/>
                <a:gd name="connsiteY32" fmla="*/ 100589 h 151518"/>
                <a:gd name="connsiteX33" fmla="*/ 184772 w 609202"/>
                <a:gd name="connsiteY33" fmla="*/ 112797 h 151518"/>
                <a:gd name="connsiteX34" fmla="*/ 51342 w 609202"/>
                <a:gd name="connsiteY34" fmla="*/ 47347 h 151518"/>
                <a:gd name="connsiteX35" fmla="*/ 20198 w 609202"/>
                <a:gd name="connsiteY35" fmla="*/ 59555 h 151518"/>
                <a:gd name="connsiteX36" fmla="*/ 19991 w 609202"/>
                <a:gd name="connsiteY36" fmla="*/ 0 h 151518"/>
                <a:gd name="connsiteX37" fmla="*/ 0 w 609202"/>
                <a:gd name="connsiteY37" fmla="*/ 0 h 151518"/>
                <a:gd name="connsiteX38" fmla="*/ 0 w 609202"/>
                <a:gd name="connsiteY38" fmla="*/ 147315 h 151518"/>
                <a:gd name="connsiteX39" fmla="*/ 20630 w 609202"/>
                <a:gd name="connsiteY39" fmla="*/ 147315 h 151518"/>
                <a:gd name="connsiteX40" fmla="*/ 20630 w 609202"/>
                <a:gd name="connsiteY40" fmla="*/ 137422 h 151518"/>
                <a:gd name="connsiteX41" fmla="*/ 51344 w 609202"/>
                <a:gd name="connsiteY41" fmla="*/ 149200 h 151518"/>
                <a:gd name="connsiteX42" fmla="*/ 100175 w 609202"/>
                <a:gd name="connsiteY42" fmla="*/ 98273 h 151518"/>
                <a:gd name="connsiteX43" fmla="*/ 51342 w 609202"/>
                <a:gd name="connsiteY43" fmla="*/ 47347 h 151518"/>
                <a:gd name="connsiteX44" fmla="*/ 49664 w 609202"/>
                <a:gd name="connsiteY44" fmla="*/ 130266 h 151518"/>
                <a:gd name="connsiteX45" fmla="*/ 20198 w 609202"/>
                <a:gd name="connsiteY45" fmla="*/ 98275 h 151518"/>
                <a:gd name="connsiteX46" fmla="*/ 49664 w 609202"/>
                <a:gd name="connsiteY46" fmla="*/ 66284 h 151518"/>
                <a:gd name="connsiteX47" fmla="*/ 79131 w 609202"/>
                <a:gd name="connsiteY47" fmla="*/ 98276 h 151518"/>
                <a:gd name="connsiteX48" fmla="*/ 49662 w 609202"/>
                <a:gd name="connsiteY48" fmla="*/ 130264 h 151518"/>
                <a:gd name="connsiteX49" fmla="*/ 609203 w 609202"/>
                <a:gd name="connsiteY49" fmla="*/ 49664 h 151518"/>
                <a:gd name="connsiteX50" fmla="*/ 579321 w 609202"/>
                <a:gd name="connsiteY50" fmla="*/ 49664 h 151518"/>
                <a:gd name="connsiteX51" fmla="*/ 579099 w 609202"/>
                <a:gd name="connsiteY51" fmla="*/ 0 h 151518"/>
                <a:gd name="connsiteX52" fmla="*/ 559107 w 609202"/>
                <a:gd name="connsiteY52" fmla="*/ 0 h 151518"/>
                <a:gd name="connsiteX53" fmla="*/ 559107 w 609202"/>
                <a:gd name="connsiteY53" fmla="*/ 49664 h 151518"/>
                <a:gd name="connsiteX54" fmla="*/ 545369 w 609202"/>
                <a:gd name="connsiteY54" fmla="*/ 49664 h 151518"/>
                <a:gd name="connsiteX55" fmla="*/ 545369 w 609202"/>
                <a:gd name="connsiteY55" fmla="*/ 67545 h 151518"/>
                <a:gd name="connsiteX56" fmla="*/ 559107 w 609202"/>
                <a:gd name="connsiteY56" fmla="*/ 67545 h 151518"/>
                <a:gd name="connsiteX57" fmla="*/ 559107 w 609202"/>
                <a:gd name="connsiteY57" fmla="*/ 147314 h 151518"/>
                <a:gd name="connsiteX58" fmla="*/ 579529 w 609202"/>
                <a:gd name="connsiteY58" fmla="*/ 147314 h 151518"/>
                <a:gd name="connsiteX59" fmla="*/ 579321 w 609202"/>
                <a:gd name="connsiteY59" fmla="*/ 67545 h 151518"/>
                <a:gd name="connsiteX60" fmla="*/ 609203 w 609202"/>
                <a:gd name="connsiteY60" fmla="*/ 67545 h 15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9202" h="151518">
                  <a:moveTo>
                    <a:pt x="413946" y="49664"/>
                  </a:moveTo>
                  <a:lnTo>
                    <a:pt x="384494" y="125217"/>
                  </a:lnTo>
                  <a:lnTo>
                    <a:pt x="354820" y="49664"/>
                  </a:lnTo>
                  <a:lnTo>
                    <a:pt x="331666" y="49664"/>
                  </a:lnTo>
                  <a:lnTo>
                    <a:pt x="372910" y="147314"/>
                  </a:lnTo>
                  <a:lnTo>
                    <a:pt x="393955" y="147314"/>
                  </a:lnTo>
                  <a:lnTo>
                    <a:pt x="435214" y="49665"/>
                  </a:lnTo>
                  <a:close/>
                  <a:moveTo>
                    <a:pt x="297359" y="49664"/>
                  </a:moveTo>
                  <a:lnTo>
                    <a:pt x="297359" y="101215"/>
                  </a:lnTo>
                  <a:cubicBezTo>
                    <a:pt x="297359" y="119735"/>
                    <a:pt x="288314" y="130474"/>
                    <a:pt x="272528" y="130474"/>
                  </a:cubicBezTo>
                  <a:cubicBezTo>
                    <a:pt x="256742" y="130474"/>
                    <a:pt x="247695" y="119735"/>
                    <a:pt x="247695" y="101215"/>
                  </a:cubicBezTo>
                  <a:lnTo>
                    <a:pt x="247695" y="49664"/>
                  </a:lnTo>
                  <a:lnTo>
                    <a:pt x="227067" y="49664"/>
                  </a:lnTo>
                  <a:lnTo>
                    <a:pt x="227067" y="102060"/>
                  </a:lnTo>
                  <a:cubicBezTo>
                    <a:pt x="227067" y="131111"/>
                    <a:pt x="244533" y="149408"/>
                    <a:pt x="272528" y="149408"/>
                  </a:cubicBezTo>
                  <a:cubicBezTo>
                    <a:pt x="300523" y="149408"/>
                    <a:pt x="317989" y="131111"/>
                    <a:pt x="317989" y="102060"/>
                  </a:cubicBezTo>
                  <a:lnTo>
                    <a:pt x="317989" y="49664"/>
                  </a:lnTo>
                  <a:close/>
                  <a:moveTo>
                    <a:pt x="162877" y="47347"/>
                  </a:moveTo>
                  <a:cubicBezTo>
                    <a:pt x="155160" y="47330"/>
                    <a:pt x="147541" y="49072"/>
                    <a:pt x="140599" y="52442"/>
                  </a:cubicBezTo>
                  <a:cubicBezTo>
                    <a:pt x="123437" y="60827"/>
                    <a:pt x="112621" y="78328"/>
                    <a:pt x="112797" y="97428"/>
                  </a:cubicBezTo>
                  <a:cubicBezTo>
                    <a:pt x="112797" y="122482"/>
                    <a:pt x="136159" y="151519"/>
                    <a:pt x="156150" y="151519"/>
                  </a:cubicBezTo>
                  <a:cubicBezTo>
                    <a:pt x="161205" y="151479"/>
                    <a:pt x="165890" y="148857"/>
                    <a:pt x="168567" y="144568"/>
                  </a:cubicBezTo>
                  <a:cubicBezTo>
                    <a:pt x="176781" y="132150"/>
                    <a:pt x="185200" y="125009"/>
                    <a:pt x="197603" y="119528"/>
                  </a:cubicBezTo>
                  <a:cubicBezTo>
                    <a:pt x="209187" y="114478"/>
                    <a:pt x="212335" y="109428"/>
                    <a:pt x="212335" y="96596"/>
                  </a:cubicBezTo>
                  <a:cubicBezTo>
                    <a:pt x="212335" y="68809"/>
                    <a:pt x="190667" y="47348"/>
                    <a:pt x="162879" y="47348"/>
                  </a:cubicBezTo>
                  <a:close/>
                  <a:moveTo>
                    <a:pt x="184768" y="112799"/>
                  </a:moveTo>
                  <a:cubicBezTo>
                    <a:pt x="176348" y="118057"/>
                    <a:pt x="171938" y="122483"/>
                    <a:pt x="168567" y="129419"/>
                  </a:cubicBezTo>
                  <a:cubicBezTo>
                    <a:pt x="167173" y="132194"/>
                    <a:pt x="164305" y="133917"/>
                    <a:pt x="161200" y="133844"/>
                  </a:cubicBezTo>
                  <a:cubicBezTo>
                    <a:pt x="147729" y="133844"/>
                    <a:pt x="132373" y="116156"/>
                    <a:pt x="132373" y="100591"/>
                  </a:cubicBezTo>
                  <a:cubicBezTo>
                    <a:pt x="132373" y="83125"/>
                    <a:pt x="145204" y="70070"/>
                    <a:pt x="162671" y="70070"/>
                  </a:cubicBezTo>
                  <a:cubicBezTo>
                    <a:pt x="179239" y="70133"/>
                    <a:pt x="192619" y="83614"/>
                    <a:pt x="192557" y="100182"/>
                  </a:cubicBezTo>
                  <a:lnTo>
                    <a:pt x="192557" y="100182"/>
                  </a:lnTo>
                  <a:cubicBezTo>
                    <a:pt x="192556" y="100317"/>
                    <a:pt x="192554" y="100452"/>
                    <a:pt x="192553" y="100589"/>
                  </a:cubicBezTo>
                  <a:cubicBezTo>
                    <a:pt x="192553" y="106053"/>
                    <a:pt x="190667" y="109217"/>
                    <a:pt x="184772" y="112797"/>
                  </a:cubicBezTo>
                  <a:close/>
                  <a:moveTo>
                    <a:pt x="51342" y="47347"/>
                  </a:moveTo>
                  <a:cubicBezTo>
                    <a:pt x="39770" y="47223"/>
                    <a:pt x="28603" y="51600"/>
                    <a:pt x="20198" y="59555"/>
                  </a:cubicBezTo>
                  <a:lnTo>
                    <a:pt x="19991" y="0"/>
                  </a:lnTo>
                  <a:lnTo>
                    <a:pt x="0" y="0"/>
                  </a:lnTo>
                  <a:lnTo>
                    <a:pt x="0" y="147315"/>
                  </a:lnTo>
                  <a:lnTo>
                    <a:pt x="20630" y="147315"/>
                  </a:lnTo>
                  <a:lnTo>
                    <a:pt x="20630" y="137422"/>
                  </a:lnTo>
                  <a:cubicBezTo>
                    <a:pt x="29061" y="145007"/>
                    <a:pt x="40002" y="149203"/>
                    <a:pt x="51344" y="149200"/>
                  </a:cubicBezTo>
                  <a:cubicBezTo>
                    <a:pt x="79130" y="149200"/>
                    <a:pt x="100175" y="127100"/>
                    <a:pt x="100175" y="98273"/>
                  </a:cubicBezTo>
                  <a:cubicBezTo>
                    <a:pt x="100175" y="69445"/>
                    <a:pt x="79130" y="47347"/>
                    <a:pt x="51342" y="47347"/>
                  </a:cubicBezTo>
                  <a:close/>
                  <a:moveTo>
                    <a:pt x="49664" y="130266"/>
                  </a:moveTo>
                  <a:cubicBezTo>
                    <a:pt x="32822" y="130266"/>
                    <a:pt x="20198" y="116587"/>
                    <a:pt x="20198" y="98275"/>
                  </a:cubicBezTo>
                  <a:cubicBezTo>
                    <a:pt x="20198" y="79962"/>
                    <a:pt x="32822" y="66284"/>
                    <a:pt x="49664" y="66284"/>
                  </a:cubicBezTo>
                  <a:cubicBezTo>
                    <a:pt x="66505" y="66284"/>
                    <a:pt x="79131" y="79962"/>
                    <a:pt x="79131" y="98276"/>
                  </a:cubicBezTo>
                  <a:cubicBezTo>
                    <a:pt x="79131" y="116590"/>
                    <a:pt x="66505" y="130264"/>
                    <a:pt x="49662" y="130264"/>
                  </a:cubicBezTo>
                  <a:close/>
                  <a:moveTo>
                    <a:pt x="609203" y="49664"/>
                  </a:moveTo>
                  <a:lnTo>
                    <a:pt x="579321" y="49664"/>
                  </a:lnTo>
                  <a:lnTo>
                    <a:pt x="579099" y="0"/>
                  </a:lnTo>
                  <a:lnTo>
                    <a:pt x="559107" y="0"/>
                  </a:lnTo>
                  <a:lnTo>
                    <a:pt x="559107" y="49664"/>
                  </a:lnTo>
                  <a:lnTo>
                    <a:pt x="545369" y="49664"/>
                  </a:lnTo>
                  <a:lnTo>
                    <a:pt x="545369" y="67545"/>
                  </a:lnTo>
                  <a:lnTo>
                    <a:pt x="559107" y="67545"/>
                  </a:lnTo>
                  <a:lnTo>
                    <a:pt x="559107" y="147314"/>
                  </a:lnTo>
                  <a:lnTo>
                    <a:pt x="579529" y="147314"/>
                  </a:lnTo>
                  <a:lnTo>
                    <a:pt x="579321" y="67545"/>
                  </a:lnTo>
                  <a:lnTo>
                    <a:pt x="609203" y="67545"/>
                  </a:lnTo>
                  <a:close/>
                </a:path>
              </a:pathLst>
            </a:custGeom>
            <a:grpFill/>
            <a:ln w="26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7CE4A25F-66AD-4588-A78A-F5842EE74531}"/>
                </a:ext>
              </a:extLst>
            </p:cNvPr>
            <p:cNvSpPr/>
            <p:nvPr/>
          </p:nvSpPr>
          <p:spPr>
            <a:xfrm rot="16200000">
              <a:off x="11921301" y="313678"/>
              <a:ext cx="96119" cy="101875"/>
            </a:xfrm>
            <a:custGeom>
              <a:avLst/>
              <a:gdLst>
                <a:gd name="connsiteX0" fmla="*/ 95810 w 96119"/>
                <a:gd name="connsiteY0" fmla="*/ 56965 h 101875"/>
                <a:gd name="connsiteX1" fmla="*/ 20362 w 96119"/>
                <a:gd name="connsiteY1" fmla="*/ 56965 h 101875"/>
                <a:gd name="connsiteX2" fmla="*/ 34212 w 96119"/>
                <a:gd name="connsiteY2" fmla="*/ 79118 h 101875"/>
                <a:gd name="connsiteX3" fmla="*/ 48915 w 96119"/>
                <a:gd name="connsiteY3" fmla="*/ 82727 h 101875"/>
                <a:gd name="connsiteX4" fmla="*/ 73366 w 96119"/>
                <a:gd name="connsiteY4" fmla="*/ 75426 h 101875"/>
                <a:gd name="connsiteX5" fmla="*/ 79556 w 96119"/>
                <a:gd name="connsiteY5" fmla="*/ 69472 h 101875"/>
                <a:gd name="connsiteX6" fmla="*/ 93354 w 96119"/>
                <a:gd name="connsiteY6" fmla="*/ 82930 h 101875"/>
                <a:gd name="connsiteX7" fmla="*/ 83867 w 96119"/>
                <a:gd name="connsiteY7" fmla="*/ 91638 h 101875"/>
                <a:gd name="connsiteX8" fmla="*/ 46091 w 96119"/>
                <a:gd name="connsiteY8" fmla="*/ 101759 h 101875"/>
                <a:gd name="connsiteX9" fmla="*/ 16168 w 96119"/>
                <a:gd name="connsiteY9" fmla="*/ 89716 h 101875"/>
                <a:gd name="connsiteX10" fmla="*/ 506 w 96119"/>
                <a:gd name="connsiteY10" fmla="*/ 58160 h 101875"/>
                <a:gd name="connsiteX11" fmla="*/ 5248 w 96119"/>
                <a:gd name="connsiteY11" fmla="*/ 26756 h 101875"/>
                <a:gd name="connsiteX12" fmla="*/ 40827 w 96119"/>
                <a:gd name="connsiteY12" fmla="*/ 738 h 101875"/>
                <a:gd name="connsiteX13" fmla="*/ 70343 w 96119"/>
                <a:gd name="connsiteY13" fmla="*/ 4817 h 101875"/>
                <a:gd name="connsiteX14" fmla="*/ 94209 w 96119"/>
                <a:gd name="connsiteY14" fmla="*/ 35590 h 101875"/>
                <a:gd name="connsiteX15" fmla="*/ 95810 w 96119"/>
                <a:gd name="connsiteY15" fmla="*/ 56965 h 101875"/>
                <a:gd name="connsiteX16" fmla="*/ 20776 w 96119"/>
                <a:gd name="connsiteY16" fmla="*/ 40423 h 101875"/>
                <a:gd name="connsiteX17" fmla="*/ 74793 w 96119"/>
                <a:gd name="connsiteY17" fmla="*/ 40423 h 101875"/>
                <a:gd name="connsiteX18" fmla="*/ 50253 w 96119"/>
                <a:gd name="connsiteY18" fmla="*/ 17857 h 101875"/>
                <a:gd name="connsiteX19" fmla="*/ 20776 w 96119"/>
                <a:gd name="connsiteY19" fmla="*/ 40423 h 10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6119" h="101875">
                  <a:moveTo>
                    <a:pt x="95810" y="56965"/>
                  </a:moveTo>
                  <a:lnTo>
                    <a:pt x="20362" y="56965"/>
                  </a:lnTo>
                  <a:cubicBezTo>
                    <a:pt x="21886" y="66442"/>
                    <a:pt x="25653" y="74318"/>
                    <a:pt x="34212" y="79118"/>
                  </a:cubicBezTo>
                  <a:cubicBezTo>
                    <a:pt x="38729" y="81545"/>
                    <a:pt x="43788" y="82786"/>
                    <a:pt x="48915" y="82727"/>
                  </a:cubicBezTo>
                  <a:cubicBezTo>
                    <a:pt x="57811" y="82850"/>
                    <a:pt x="66195" y="81075"/>
                    <a:pt x="73366" y="75426"/>
                  </a:cubicBezTo>
                  <a:cubicBezTo>
                    <a:pt x="75532" y="73550"/>
                    <a:pt x="77598" y="71563"/>
                    <a:pt x="79556" y="69472"/>
                  </a:cubicBezTo>
                  <a:lnTo>
                    <a:pt x="93354" y="82930"/>
                  </a:lnTo>
                  <a:cubicBezTo>
                    <a:pt x="90598" y="86246"/>
                    <a:pt x="87407" y="89175"/>
                    <a:pt x="83867" y="91638"/>
                  </a:cubicBezTo>
                  <a:cubicBezTo>
                    <a:pt x="72486" y="99593"/>
                    <a:pt x="59751" y="102519"/>
                    <a:pt x="46091" y="101759"/>
                  </a:cubicBezTo>
                  <a:cubicBezTo>
                    <a:pt x="35014" y="101373"/>
                    <a:pt x="24424" y="97111"/>
                    <a:pt x="16168" y="89716"/>
                  </a:cubicBezTo>
                  <a:cubicBezTo>
                    <a:pt x="6826" y="81316"/>
                    <a:pt x="1889" y="70591"/>
                    <a:pt x="506" y="58160"/>
                  </a:cubicBezTo>
                  <a:cubicBezTo>
                    <a:pt x="-933" y="47454"/>
                    <a:pt x="712" y="36560"/>
                    <a:pt x="5248" y="26756"/>
                  </a:cubicBezTo>
                  <a:cubicBezTo>
                    <a:pt x="12466" y="11681"/>
                    <a:pt x="24591" y="3239"/>
                    <a:pt x="40827" y="738"/>
                  </a:cubicBezTo>
                  <a:cubicBezTo>
                    <a:pt x="50850" y="-1030"/>
                    <a:pt x="61175" y="397"/>
                    <a:pt x="70343" y="4817"/>
                  </a:cubicBezTo>
                  <a:cubicBezTo>
                    <a:pt x="83187" y="11156"/>
                    <a:pt x="90642" y="21889"/>
                    <a:pt x="94209" y="35590"/>
                  </a:cubicBezTo>
                  <a:cubicBezTo>
                    <a:pt x="95990" y="42566"/>
                    <a:pt x="96532" y="49801"/>
                    <a:pt x="95810" y="56965"/>
                  </a:cubicBezTo>
                  <a:close/>
                  <a:moveTo>
                    <a:pt x="20776" y="40423"/>
                  </a:moveTo>
                  <a:lnTo>
                    <a:pt x="74793" y="40423"/>
                  </a:lnTo>
                  <a:cubicBezTo>
                    <a:pt x="73059" y="28002"/>
                    <a:pt x="62776" y="18546"/>
                    <a:pt x="50253" y="17857"/>
                  </a:cubicBezTo>
                  <a:cubicBezTo>
                    <a:pt x="34544" y="16956"/>
                    <a:pt x="23456" y="25443"/>
                    <a:pt x="20776" y="40423"/>
                  </a:cubicBezTo>
                  <a:close/>
                </a:path>
              </a:pathLst>
            </a:custGeom>
            <a:grpFill/>
            <a:ln w="264" cap="flat">
              <a:noFill/>
              <a:prstDash val="solid"/>
              <a:miter/>
            </a:ln>
          </p:spPr>
          <p:txBody>
            <a:bodyPr rtlCol="0" anchor="ctr"/>
            <a:lstStyle/>
            <a:p>
              <a:endParaRPr lang="en-US"/>
            </a:p>
          </p:txBody>
        </p:sp>
      </p:grpSp>
      <p:sp>
        <p:nvSpPr>
          <p:cNvPr id="12" name="Freeform: Shape 11">
            <a:extLst>
              <a:ext uri="{FF2B5EF4-FFF2-40B4-BE49-F238E27FC236}">
                <a16:creationId xmlns:a16="http://schemas.microsoft.com/office/drawing/2014/main" id="{7E9E5F7C-935D-44AE-B4D7-F96F0E923750}"/>
              </a:ext>
            </a:extLst>
          </p:cNvPr>
          <p:cNvSpPr/>
          <p:nvPr/>
        </p:nvSpPr>
        <p:spPr>
          <a:xfrm>
            <a:off x="9732645" y="4429125"/>
            <a:ext cx="1483339" cy="1469731"/>
          </a:xfrm>
          <a:custGeom>
            <a:avLst/>
            <a:gdLst>
              <a:gd name="connsiteX0" fmla="*/ -36 w 2171319"/>
              <a:gd name="connsiteY0" fmla="*/ 2151329 h 2151402"/>
              <a:gd name="connsiteX1" fmla="*/ 641949 w 2171319"/>
              <a:gd name="connsiteY1" fmla="*/ 1337313 h 2151402"/>
              <a:gd name="connsiteX2" fmla="*/ 1930063 w 2171319"/>
              <a:gd name="connsiteY2" fmla="*/ 226441 h 2151402"/>
              <a:gd name="connsiteX3" fmla="*/ 2171284 w 2171319"/>
              <a:gd name="connsiteY3" fmla="*/ -73 h 2151402"/>
              <a:gd name="connsiteX4" fmla="*/ 2171284 w 2171319"/>
              <a:gd name="connsiteY4" fmla="*/ 2151329 h 2151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319" h="2151402">
                <a:moveTo>
                  <a:pt x="-36" y="2151329"/>
                </a:moveTo>
                <a:cubicBezTo>
                  <a:pt x="32854" y="1733029"/>
                  <a:pt x="189636" y="1534661"/>
                  <a:pt x="641949" y="1337313"/>
                </a:cubicBezTo>
                <a:cubicBezTo>
                  <a:pt x="1197057" y="1092473"/>
                  <a:pt x="1570351" y="770746"/>
                  <a:pt x="1930063" y="226441"/>
                </a:cubicBezTo>
                <a:cubicBezTo>
                  <a:pt x="1991742" y="133189"/>
                  <a:pt x="2074341" y="55626"/>
                  <a:pt x="2171284" y="-73"/>
                </a:cubicBezTo>
                <a:lnTo>
                  <a:pt x="2171284" y="2151329"/>
                </a:lnTo>
                <a:close/>
              </a:path>
            </a:pathLst>
          </a:custGeom>
          <a:solidFill>
            <a:schemeClr val="accent3"/>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634EFC9-9435-416F-9F71-9ACD804CE676}"/>
              </a:ext>
            </a:extLst>
          </p:cNvPr>
          <p:cNvSpPr/>
          <p:nvPr userDrawn="1"/>
        </p:nvSpPr>
        <p:spPr>
          <a:xfrm>
            <a:off x="1837820" y="5558043"/>
            <a:ext cx="1472118" cy="745100"/>
          </a:xfrm>
          <a:custGeom>
            <a:avLst/>
            <a:gdLst>
              <a:gd name="connsiteX0" fmla="*/ 2605793 w 2605792"/>
              <a:gd name="connsiteY0" fmla="*/ 1318898 h 1318898"/>
              <a:gd name="connsiteX1" fmla="*/ 2234098 w 2605792"/>
              <a:gd name="connsiteY1" fmla="*/ 663483 h 1318898"/>
              <a:gd name="connsiteX2" fmla="*/ 1862404 w 2605792"/>
              <a:gd name="connsiteY2" fmla="*/ 8058 h 1318898"/>
              <a:gd name="connsiteX3" fmla="*/ 1480642 w 2605792"/>
              <a:gd name="connsiteY3" fmla="*/ 657663 h 1318898"/>
              <a:gd name="connsiteX4" fmla="*/ 1305497 w 2605792"/>
              <a:gd name="connsiteY4" fmla="*/ 955691 h 1318898"/>
              <a:gd name="connsiteX5" fmla="*/ 1135218 w 2605792"/>
              <a:gd name="connsiteY5" fmla="*/ 655416 h 1318898"/>
              <a:gd name="connsiteX6" fmla="*/ 763524 w 2605792"/>
              <a:gd name="connsiteY6" fmla="*/ 0 h 1318898"/>
              <a:gd name="connsiteX7" fmla="*/ 381762 w 2605792"/>
              <a:gd name="connsiteY7" fmla="*/ 649605 h 1318898"/>
              <a:gd name="connsiteX8" fmla="*/ 0 w 2605792"/>
              <a:gd name="connsiteY8" fmla="*/ 1299210 h 1318898"/>
              <a:gd name="connsiteX9" fmla="*/ 753456 w 2605792"/>
              <a:gd name="connsiteY9" fmla="*/ 1305020 h 1318898"/>
              <a:gd name="connsiteX10" fmla="*/ 1506912 w 2605792"/>
              <a:gd name="connsiteY10" fmla="*/ 1310840 h 1318898"/>
              <a:gd name="connsiteX11" fmla="*/ 1506674 w 2605792"/>
              <a:gd name="connsiteY11" fmla="*/ 1310412 h 1318898"/>
              <a:gd name="connsiteX12" fmla="*/ 1852336 w 2605792"/>
              <a:gd name="connsiteY12" fmla="*/ 1313088 h 1318898"/>
              <a:gd name="connsiteX13" fmla="*/ 2605793 w 2605792"/>
              <a:gd name="connsiteY13" fmla="*/ 1318898 h 131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05792" h="1318898">
                <a:moveTo>
                  <a:pt x="2605793" y="1318898"/>
                </a:moveTo>
                <a:lnTo>
                  <a:pt x="2234098" y="663483"/>
                </a:lnTo>
                <a:lnTo>
                  <a:pt x="1862404" y="8058"/>
                </a:lnTo>
                <a:lnTo>
                  <a:pt x="1480642" y="657663"/>
                </a:lnTo>
                <a:lnTo>
                  <a:pt x="1305497" y="955691"/>
                </a:lnTo>
                <a:lnTo>
                  <a:pt x="1135218" y="655416"/>
                </a:lnTo>
                <a:lnTo>
                  <a:pt x="763524" y="0"/>
                </a:lnTo>
                <a:lnTo>
                  <a:pt x="381762" y="649605"/>
                </a:lnTo>
                <a:lnTo>
                  <a:pt x="0" y="1299210"/>
                </a:lnTo>
                <a:lnTo>
                  <a:pt x="753456" y="1305020"/>
                </a:lnTo>
                <a:lnTo>
                  <a:pt x="1506912" y="1310840"/>
                </a:lnTo>
                <a:lnTo>
                  <a:pt x="1506674" y="1310412"/>
                </a:lnTo>
                <a:lnTo>
                  <a:pt x="1852336" y="1313088"/>
                </a:lnTo>
                <a:lnTo>
                  <a:pt x="2605793" y="1318898"/>
                </a:lnTo>
                <a:close/>
              </a:path>
            </a:pathLst>
          </a:custGeom>
          <a:solidFill>
            <a:schemeClr val="accent1"/>
          </a:solidFill>
          <a:ln w="9525" cap="flat">
            <a:noFill/>
            <a:prstDash val="solid"/>
            <a:miter/>
          </a:ln>
        </p:spPr>
        <p:txBody>
          <a:bodyPr rtlCol="0" anchor="ctr"/>
          <a:lstStyle/>
          <a:p>
            <a:endParaRPr lang="en-US"/>
          </a:p>
        </p:txBody>
      </p:sp>
      <p:sp>
        <p:nvSpPr>
          <p:cNvPr id="24" name="Text Placeholder 23">
            <a:extLst>
              <a:ext uri="{FF2B5EF4-FFF2-40B4-BE49-F238E27FC236}">
                <a16:creationId xmlns:a16="http://schemas.microsoft.com/office/drawing/2014/main" id="{AF8B88C5-A0B4-414C-9D05-FA001AC5BF1B}"/>
              </a:ext>
            </a:extLst>
          </p:cNvPr>
          <p:cNvSpPr>
            <a:spLocks noGrp="1"/>
          </p:cNvSpPr>
          <p:nvPr>
            <p:ph type="body" sz="quarter" idx="10"/>
          </p:nvPr>
        </p:nvSpPr>
        <p:spPr>
          <a:xfrm>
            <a:off x="839788" y="3843053"/>
            <a:ext cx="10512425" cy="586071"/>
          </a:xfrm>
        </p:spPr>
        <p:txBody>
          <a:bodyPr>
            <a:normAutofit/>
          </a:bodyPr>
          <a:lstStyle>
            <a:lvl1pPr marL="0" indent="0" algn="ctr">
              <a:buNone/>
              <a:defRPr sz="2000" b="0">
                <a:solidFill>
                  <a:schemeClr val="bg2"/>
                </a:solidFill>
                <a:latin typeface="Inter SemiBold" panose="020B0502030000000004" pitchFamily="34" charset="0"/>
                <a:ea typeface="Inter SemiBold" panose="020B0502030000000004" pitchFamily="34" charset="0"/>
              </a:defRPr>
            </a:lvl1p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p:txBody>
      </p:sp>
    </p:spTree>
    <p:extLst>
      <p:ext uri="{BB962C8B-B14F-4D97-AF65-F5344CB8AC3E}">
        <p14:creationId xmlns:p14="http://schemas.microsoft.com/office/powerpoint/2010/main" val="3991341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10" Type="http://schemas.openxmlformats.org/officeDocument/2006/relationships/slideLayout" Target="../slideLayouts/slideLayout62.xml"/><Relationship Id="rId19" Type="http://schemas.openxmlformats.org/officeDocument/2006/relationships/slideLayout" Target="../slideLayouts/slideLayout71.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F5D7184-0BEB-43CD-BE6F-C413484FFC22}"/>
              </a:ext>
            </a:extLst>
          </p:cNvPr>
          <p:cNvSpPr/>
          <p:nvPr/>
        </p:nvSpPr>
        <p:spPr>
          <a:xfrm rot="16200000">
            <a:off x="11933047" y="358624"/>
            <a:ext cx="6401" cy="1217"/>
          </a:xfrm>
          <a:custGeom>
            <a:avLst/>
            <a:gdLst>
              <a:gd name="connsiteX0" fmla="*/ 6401 w 6401"/>
              <a:gd name="connsiteY0" fmla="*/ 1218 h 1217"/>
              <a:gd name="connsiteX1" fmla="*/ 0 w 6401"/>
              <a:gd name="connsiteY1" fmla="*/ 0 h 1217"/>
              <a:gd name="connsiteX2" fmla="*/ 6401 w 6401"/>
              <a:gd name="connsiteY2" fmla="*/ 1218 h 1217"/>
            </a:gdLst>
            <a:ahLst/>
            <a:cxnLst>
              <a:cxn ang="0">
                <a:pos x="connsiteX0" y="connsiteY0"/>
              </a:cxn>
              <a:cxn ang="0">
                <a:pos x="connsiteX1" y="connsiteY1"/>
              </a:cxn>
              <a:cxn ang="0">
                <a:pos x="connsiteX2" y="connsiteY2"/>
              </a:cxn>
            </a:cxnLst>
            <a:rect l="l" t="t" r="r" b="b"/>
            <a:pathLst>
              <a:path w="6401" h="1217">
                <a:moveTo>
                  <a:pt x="6401" y="1218"/>
                </a:moveTo>
                <a:cubicBezTo>
                  <a:pt x="4320" y="575"/>
                  <a:pt x="2172" y="166"/>
                  <a:pt x="0" y="0"/>
                </a:cubicBezTo>
                <a:cubicBezTo>
                  <a:pt x="2177" y="131"/>
                  <a:pt x="4328" y="540"/>
                  <a:pt x="6401" y="1218"/>
                </a:cubicBezTo>
                <a:close/>
              </a:path>
            </a:pathLst>
          </a:custGeom>
          <a:solidFill>
            <a:srgbClr val="11133C">
              <a:alpha val="55000"/>
            </a:srgbClr>
          </a:solidFill>
          <a:ln w="264" cap="flat">
            <a:noFill/>
            <a:prstDash val="solid"/>
            <a:miter/>
          </a:ln>
        </p:spPr>
        <p:txBody>
          <a:bodyPr rtlCol="0" anchor="ctr"/>
          <a:lstStyle/>
          <a:p>
            <a:endParaRPr lang="nb-NO" noProof="0"/>
          </a:p>
        </p:txBody>
      </p:sp>
      <p:grpSp>
        <p:nvGrpSpPr>
          <p:cNvPr id="11" name="Group 10">
            <a:extLst>
              <a:ext uri="{FF2B5EF4-FFF2-40B4-BE49-F238E27FC236}">
                <a16:creationId xmlns:a16="http://schemas.microsoft.com/office/drawing/2014/main" id="{EA39CE61-C786-4C3B-A697-6BF51CA7E57B}"/>
              </a:ext>
            </a:extLst>
          </p:cNvPr>
          <p:cNvGrpSpPr/>
          <p:nvPr userDrawn="1"/>
        </p:nvGrpSpPr>
        <p:grpSpPr>
          <a:xfrm>
            <a:off x="11870514" y="244569"/>
            <a:ext cx="151518" cy="609202"/>
            <a:chOff x="11870514" y="244569"/>
            <a:chExt cx="151518" cy="609202"/>
          </a:xfrm>
          <a:solidFill>
            <a:schemeClr val="bg2"/>
          </a:solidFill>
        </p:grpSpPr>
        <p:sp>
          <p:nvSpPr>
            <p:cNvPr id="8" name="Freeform: Shape 7">
              <a:extLst>
                <a:ext uri="{FF2B5EF4-FFF2-40B4-BE49-F238E27FC236}">
                  <a16:creationId xmlns:a16="http://schemas.microsoft.com/office/drawing/2014/main" id="{3DDF71CE-A61C-4C1F-BD9F-ECE9E194A253}"/>
                </a:ext>
              </a:extLst>
            </p:cNvPr>
            <p:cNvSpPr/>
            <p:nvPr/>
          </p:nvSpPr>
          <p:spPr>
            <a:xfrm rot="16200000">
              <a:off x="11641672" y="473411"/>
              <a:ext cx="609202" cy="151518"/>
            </a:xfrm>
            <a:custGeom>
              <a:avLst/>
              <a:gdLst>
                <a:gd name="connsiteX0" fmla="*/ 413946 w 609202"/>
                <a:gd name="connsiteY0" fmla="*/ 49664 h 151518"/>
                <a:gd name="connsiteX1" fmla="*/ 384494 w 609202"/>
                <a:gd name="connsiteY1" fmla="*/ 125217 h 151518"/>
                <a:gd name="connsiteX2" fmla="*/ 354820 w 609202"/>
                <a:gd name="connsiteY2" fmla="*/ 49664 h 151518"/>
                <a:gd name="connsiteX3" fmla="*/ 331666 w 609202"/>
                <a:gd name="connsiteY3" fmla="*/ 49664 h 151518"/>
                <a:gd name="connsiteX4" fmla="*/ 372910 w 609202"/>
                <a:gd name="connsiteY4" fmla="*/ 147314 h 151518"/>
                <a:gd name="connsiteX5" fmla="*/ 393955 w 609202"/>
                <a:gd name="connsiteY5" fmla="*/ 147314 h 151518"/>
                <a:gd name="connsiteX6" fmla="*/ 435214 w 609202"/>
                <a:gd name="connsiteY6" fmla="*/ 49665 h 151518"/>
                <a:gd name="connsiteX7" fmla="*/ 297359 w 609202"/>
                <a:gd name="connsiteY7" fmla="*/ 49664 h 151518"/>
                <a:gd name="connsiteX8" fmla="*/ 297359 w 609202"/>
                <a:gd name="connsiteY8" fmla="*/ 101215 h 151518"/>
                <a:gd name="connsiteX9" fmla="*/ 272528 w 609202"/>
                <a:gd name="connsiteY9" fmla="*/ 130474 h 151518"/>
                <a:gd name="connsiteX10" fmla="*/ 247695 w 609202"/>
                <a:gd name="connsiteY10" fmla="*/ 101215 h 151518"/>
                <a:gd name="connsiteX11" fmla="*/ 247695 w 609202"/>
                <a:gd name="connsiteY11" fmla="*/ 49664 h 151518"/>
                <a:gd name="connsiteX12" fmla="*/ 227067 w 609202"/>
                <a:gd name="connsiteY12" fmla="*/ 49664 h 151518"/>
                <a:gd name="connsiteX13" fmla="*/ 227067 w 609202"/>
                <a:gd name="connsiteY13" fmla="*/ 102060 h 151518"/>
                <a:gd name="connsiteX14" fmla="*/ 272528 w 609202"/>
                <a:gd name="connsiteY14" fmla="*/ 149408 h 151518"/>
                <a:gd name="connsiteX15" fmla="*/ 317989 w 609202"/>
                <a:gd name="connsiteY15" fmla="*/ 102060 h 151518"/>
                <a:gd name="connsiteX16" fmla="*/ 317989 w 609202"/>
                <a:gd name="connsiteY16" fmla="*/ 49664 h 151518"/>
                <a:gd name="connsiteX17" fmla="*/ 162877 w 609202"/>
                <a:gd name="connsiteY17" fmla="*/ 47347 h 151518"/>
                <a:gd name="connsiteX18" fmla="*/ 140599 w 609202"/>
                <a:gd name="connsiteY18" fmla="*/ 52442 h 151518"/>
                <a:gd name="connsiteX19" fmla="*/ 112797 w 609202"/>
                <a:gd name="connsiteY19" fmla="*/ 97428 h 151518"/>
                <a:gd name="connsiteX20" fmla="*/ 156150 w 609202"/>
                <a:gd name="connsiteY20" fmla="*/ 151519 h 151518"/>
                <a:gd name="connsiteX21" fmla="*/ 168567 w 609202"/>
                <a:gd name="connsiteY21" fmla="*/ 144568 h 151518"/>
                <a:gd name="connsiteX22" fmla="*/ 197603 w 609202"/>
                <a:gd name="connsiteY22" fmla="*/ 119528 h 151518"/>
                <a:gd name="connsiteX23" fmla="*/ 212335 w 609202"/>
                <a:gd name="connsiteY23" fmla="*/ 96596 h 151518"/>
                <a:gd name="connsiteX24" fmla="*/ 162879 w 609202"/>
                <a:gd name="connsiteY24" fmla="*/ 47348 h 151518"/>
                <a:gd name="connsiteX25" fmla="*/ 184768 w 609202"/>
                <a:gd name="connsiteY25" fmla="*/ 112799 h 151518"/>
                <a:gd name="connsiteX26" fmla="*/ 168567 w 609202"/>
                <a:gd name="connsiteY26" fmla="*/ 129419 h 151518"/>
                <a:gd name="connsiteX27" fmla="*/ 161200 w 609202"/>
                <a:gd name="connsiteY27" fmla="*/ 133844 h 151518"/>
                <a:gd name="connsiteX28" fmla="*/ 132373 w 609202"/>
                <a:gd name="connsiteY28" fmla="*/ 100591 h 151518"/>
                <a:gd name="connsiteX29" fmla="*/ 162671 w 609202"/>
                <a:gd name="connsiteY29" fmla="*/ 70070 h 151518"/>
                <a:gd name="connsiteX30" fmla="*/ 192557 w 609202"/>
                <a:gd name="connsiteY30" fmla="*/ 100182 h 151518"/>
                <a:gd name="connsiteX31" fmla="*/ 192557 w 609202"/>
                <a:gd name="connsiteY31" fmla="*/ 100182 h 151518"/>
                <a:gd name="connsiteX32" fmla="*/ 192553 w 609202"/>
                <a:gd name="connsiteY32" fmla="*/ 100589 h 151518"/>
                <a:gd name="connsiteX33" fmla="*/ 184772 w 609202"/>
                <a:gd name="connsiteY33" fmla="*/ 112797 h 151518"/>
                <a:gd name="connsiteX34" fmla="*/ 51342 w 609202"/>
                <a:gd name="connsiteY34" fmla="*/ 47347 h 151518"/>
                <a:gd name="connsiteX35" fmla="*/ 20198 w 609202"/>
                <a:gd name="connsiteY35" fmla="*/ 59555 h 151518"/>
                <a:gd name="connsiteX36" fmla="*/ 19991 w 609202"/>
                <a:gd name="connsiteY36" fmla="*/ 0 h 151518"/>
                <a:gd name="connsiteX37" fmla="*/ 0 w 609202"/>
                <a:gd name="connsiteY37" fmla="*/ 0 h 151518"/>
                <a:gd name="connsiteX38" fmla="*/ 0 w 609202"/>
                <a:gd name="connsiteY38" fmla="*/ 147315 h 151518"/>
                <a:gd name="connsiteX39" fmla="*/ 20630 w 609202"/>
                <a:gd name="connsiteY39" fmla="*/ 147315 h 151518"/>
                <a:gd name="connsiteX40" fmla="*/ 20630 w 609202"/>
                <a:gd name="connsiteY40" fmla="*/ 137422 h 151518"/>
                <a:gd name="connsiteX41" fmla="*/ 51344 w 609202"/>
                <a:gd name="connsiteY41" fmla="*/ 149200 h 151518"/>
                <a:gd name="connsiteX42" fmla="*/ 100175 w 609202"/>
                <a:gd name="connsiteY42" fmla="*/ 98273 h 151518"/>
                <a:gd name="connsiteX43" fmla="*/ 51342 w 609202"/>
                <a:gd name="connsiteY43" fmla="*/ 47347 h 151518"/>
                <a:gd name="connsiteX44" fmla="*/ 49664 w 609202"/>
                <a:gd name="connsiteY44" fmla="*/ 130266 h 151518"/>
                <a:gd name="connsiteX45" fmla="*/ 20198 w 609202"/>
                <a:gd name="connsiteY45" fmla="*/ 98275 h 151518"/>
                <a:gd name="connsiteX46" fmla="*/ 49664 w 609202"/>
                <a:gd name="connsiteY46" fmla="*/ 66284 h 151518"/>
                <a:gd name="connsiteX47" fmla="*/ 79131 w 609202"/>
                <a:gd name="connsiteY47" fmla="*/ 98276 h 151518"/>
                <a:gd name="connsiteX48" fmla="*/ 49662 w 609202"/>
                <a:gd name="connsiteY48" fmla="*/ 130264 h 151518"/>
                <a:gd name="connsiteX49" fmla="*/ 609203 w 609202"/>
                <a:gd name="connsiteY49" fmla="*/ 49664 h 151518"/>
                <a:gd name="connsiteX50" fmla="*/ 579321 w 609202"/>
                <a:gd name="connsiteY50" fmla="*/ 49664 h 151518"/>
                <a:gd name="connsiteX51" fmla="*/ 579099 w 609202"/>
                <a:gd name="connsiteY51" fmla="*/ 0 h 151518"/>
                <a:gd name="connsiteX52" fmla="*/ 559107 w 609202"/>
                <a:gd name="connsiteY52" fmla="*/ 0 h 151518"/>
                <a:gd name="connsiteX53" fmla="*/ 559107 w 609202"/>
                <a:gd name="connsiteY53" fmla="*/ 49664 h 151518"/>
                <a:gd name="connsiteX54" fmla="*/ 545369 w 609202"/>
                <a:gd name="connsiteY54" fmla="*/ 49664 h 151518"/>
                <a:gd name="connsiteX55" fmla="*/ 545369 w 609202"/>
                <a:gd name="connsiteY55" fmla="*/ 67545 h 151518"/>
                <a:gd name="connsiteX56" fmla="*/ 559107 w 609202"/>
                <a:gd name="connsiteY56" fmla="*/ 67545 h 151518"/>
                <a:gd name="connsiteX57" fmla="*/ 559107 w 609202"/>
                <a:gd name="connsiteY57" fmla="*/ 147314 h 151518"/>
                <a:gd name="connsiteX58" fmla="*/ 579529 w 609202"/>
                <a:gd name="connsiteY58" fmla="*/ 147314 h 151518"/>
                <a:gd name="connsiteX59" fmla="*/ 579321 w 609202"/>
                <a:gd name="connsiteY59" fmla="*/ 67545 h 151518"/>
                <a:gd name="connsiteX60" fmla="*/ 609203 w 609202"/>
                <a:gd name="connsiteY60" fmla="*/ 67545 h 15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9202" h="151518">
                  <a:moveTo>
                    <a:pt x="413946" y="49664"/>
                  </a:moveTo>
                  <a:lnTo>
                    <a:pt x="384494" y="125217"/>
                  </a:lnTo>
                  <a:lnTo>
                    <a:pt x="354820" y="49664"/>
                  </a:lnTo>
                  <a:lnTo>
                    <a:pt x="331666" y="49664"/>
                  </a:lnTo>
                  <a:lnTo>
                    <a:pt x="372910" y="147314"/>
                  </a:lnTo>
                  <a:lnTo>
                    <a:pt x="393955" y="147314"/>
                  </a:lnTo>
                  <a:lnTo>
                    <a:pt x="435214" y="49665"/>
                  </a:lnTo>
                  <a:close/>
                  <a:moveTo>
                    <a:pt x="297359" y="49664"/>
                  </a:moveTo>
                  <a:lnTo>
                    <a:pt x="297359" y="101215"/>
                  </a:lnTo>
                  <a:cubicBezTo>
                    <a:pt x="297359" y="119735"/>
                    <a:pt x="288314" y="130474"/>
                    <a:pt x="272528" y="130474"/>
                  </a:cubicBezTo>
                  <a:cubicBezTo>
                    <a:pt x="256742" y="130474"/>
                    <a:pt x="247695" y="119735"/>
                    <a:pt x="247695" y="101215"/>
                  </a:cubicBezTo>
                  <a:lnTo>
                    <a:pt x="247695" y="49664"/>
                  </a:lnTo>
                  <a:lnTo>
                    <a:pt x="227067" y="49664"/>
                  </a:lnTo>
                  <a:lnTo>
                    <a:pt x="227067" y="102060"/>
                  </a:lnTo>
                  <a:cubicBezTo>
                    <a:pt x="227067" y="131111"/>
                    <a:pt x="244533" y="149408"/>
                    <a:pt x="272528" y="149408"/>
                  </a:cubicBezTo>
                  <a:cubicBezTo>
                    <a:pt x="300523" y="149408"/>
                    <a:pt x="317989" y="131111"/>
                    <a:pt x="317989" y="102060"/>
                  </a:cubicBezTo>
                  <a:lnTo>
                    <a:pt x="317989" y="49664"/>
                  </a:lnTo>
                  <a:close/>
                  <a:moveTo>
                    <a:pt x="162877" y="47347"/>
                  </a:moveTo>
                  <a:cubicBezTo>
                    <a:pt x="155160" y="47330"/>
                    <a:pt x="147541" y="49072"/>
                    <a:pt x="140599" y="52442"/>
                  </a:cubicBezTo>
                  <a:cubicBezTo>
                    <a:pt x="123437" y="60827"/>
                    <a:pt x="112621" y="78328"/>
                    <a:pt x="112797" y="97428"/>
                  </a:cubicBezTo>
                  <a:cubicBezTo>
                    <a:pt x="112797" y="122482"/>
                    <a:pt x="136159" y="151519"/>
                    <a:pt x="156150" y="151519"/>
                  </a:cubicBezTo>
                  <a:cubicBezTo>
                    <a:pt x="161205" y="151479"/>
                    <a:pt x="165890" y="148857"/>
                    <a:pt x="168567" y="144568"/>
                  </a:cubicBezTo>
                  <a:cubicBezTo>
                    <a:pt x="176781" y="132150"/>
                    <a:pt x="185200" y="125009"/>
                    <a:pt x="197603" y="119528"/>
                  </a:cubicBezTo>
                  <a:cubicBezTo>
                    <a:pt x="209187" y="114478"/>
                    <a:pt x="212335" y="109428"/>
                    <a:pt x="212335" y="96596"/>
                  </a:cubicBezTo>
                  <a:cubicBezTo>
                    <a:pt x="212335" y="68809"/>
                    <a:pt x="190667" y="47348"/>
                    <a:pt x="162879" y="47348"/>
                  </a:cubicBezTo>
                  <a:close/>
                  <a:moveTo>
                    <a:pt x="184768" y="112799"/>
                  </a:moveTo>
                  <a:cubicBezTo>
                    <a:pt x="176348" y="118057"/>
                    <a:pt x="171938" y="122483"/>
                    <a:pt x="168567" y="129419"/>
                  </a:cubicBezTo>
                  <a:cubicBezTo>
                    <a:pt x="167173" y="132194"/>
                    <a:pt x="164305" y="133917"/>
                    <a:pt x="161200" y="133844"/>
                  </a:cubicBezTo>
                  <a:cubicBezTo>
                    <a:pt x="147729" y="133844"/>
                    <a:pt x="132373" y="116156"/>
                    <a:pt x="132373" y="100591"/>
                  </a:cubicBezTo>
                  <a:cubicBezTo>
                    <a:pt x="132373" y="83125"/>
                    <a:pt x="145204" y="70070"/>
                    <a:pt x="162671" y="70070"/>
                  </a:cubicBezTo>
                  <a:cubicBezTo>
                    <a:pt x="179239" y="70133"/>
                    <a:pt x="192619" y="83614"/>
                    <a:pt x="192557" y="100182"/>
                  </a:cubicBezTo>
                  <a:lnTo>
                    <a:pt x="192557" y="100182"/>
                  </a:lnTo>
                  <a:cubicBezTo>
                    <a:pt x="192556" y="100317"/>
                    <a:pt x="192554" y="100452"/>
                    <a:pt x="192553" y="100589"/>
                  </a:cubicBezTo>
                  <a:cubicBezTo>
                    <a:pt x="192553" y="106053"/>
                    <a:pt x="190667" y="109217"/>
                    <a:pt x="184772" y="112797"/>
                  </a:cubicBezTo>
                  <a:close/>
                  <a:moveTo>
                    <a:pt x="51342" y="47347"/>
                  </a:moveTo>
                  <a:cubicBezTo>
                    <a:pt x="39770" y="47223"/>
                    <a:pt x="28603" y="51600"/>
                    <a:pt x="20198" y="59555"/>
                  </a:cubicBezTo>
                  <a:lnTo>
                    <a:pt x="19991" y="0"/>
                  </a:lnTo>
                  <a:lnTo>
                    <a:pt x="0" y="0"/>
                  </a:lnTo>
                  <a:lnTo>
                    <a:pt x="0" y="147315"/>
                  </a:lnTo>
                  <a:lnTo>
                    <a:pt x="20630" y="147315"/>
                  </a:lnTo>
                  <a:lnTo>
                    <a:pt x="20630" y="137422"/>
                  </a:lnTo>
                  <a:cubicBezTo>
                    <a:pt x="29061" y="145007"/>
                    <a:pt x="40002" y="149203"/>
                    <a:pt x="51344" y="149200"/>
                  </a:cubicBezTo>
                  <a:cubicBezTo>
                    <a:pt x="79130" y="149200"/>
                    <a:pt x="100175" y="127100"/>
                    <a:pt x="100175" y="98273"/>
                  </a:cubicBezTo>
                  <a:cubicBezTo>
                    <a:pt x="100175" y="69445"/>
                    <a:pt x="79130" y="47347"/>
                    <a:pt x="51342" y="47347"/>
                  </a:cubicBezTo>
                  <a:close/>
                  <a:moveTo>
                    <a:pt x="49664" y="130266"/>
                  </a:moveTo>
                  <a:cubicBezTo>
                    <a:pt x="32822" y="130266"/>
                    <a:pt x="20198" y="116587"/>
                    <a:pt x="20198" y="98275"/>
                  </a:cubicBezTo>
                  <a:cubicBezTo>
                    <a:pt x="20198" y="79962"/>
                    <a:pt x="32822" y="66284"/>
                    <a:pt x="49664" y="66284"/>
                  </a:cubicBezTo>
                  <a:cubicBezTo>
                    <a:pt x="66505" y="66284"/>
                    <a:pt x="79131" y="79962"/>
                    <a:pt x="79131" y="98276"/>
                  </a:cubicBezTo>
                  <a:cubicBezTo>
                    <a:pt x="79131" y="116590"/>
                    <a:pt x="66505" y="130264"/>
                    <a:pt x="49662" y="130264"/>
                  </a:cubicBezTo>
                  <a:close/>
                  <a:moveTo>
                    <a:pt x="609203" y="49664"/>
                  </a:moveTo>
                  <a:lnTo>
                    <a:pt x="579321" y="49664"/>
                  </a:lnTo>
                  <a:lnTo>
                    <a:pt x="579099" y="0"/>
                  </a:lnTo>
                  <a:lnTo>
                    <a:pt x="559107" y="0"/>
                  </a:lnTo>
                  <a:lnTo>
                    <a:pt x="559107" y="49664"/>
                  </a:lnTo>
                  <a:lnTo>
                    <a:pt x="545369" y="49664"/>
                  </a:lnTo>
                  <a:lnTo>
                    <a:pt x="545369" y="67545"/>
                  </a:lnTo>
                  <a:lnTo>
                    <a:pt x="559107" y="67545"/>
                  </a:lnTo>
                  <a:lnTo>
                    <a:pt x="559107" y="147314"/>
                  </a:lnTo>
                  <a:lnTo>
                    <a:pt x="579529" y="147314"/>
                  </a:lnTo>
                  <a:lnTo>
                    <a:pt x="579321" y="67545"/>
                  </a:lnTo>
                  <a:lnTo>
                    <a:pt x="609203" y="67545"/>
                  </a:lnTo>
                  <a:close/>
                </a:path>
              </a:pathLst>
            </a:custGeom>
            <a:grpFill/>
            <a:ln w="264" cap="flat">
              <a:noFill/>
              <a:prstDash val="solid"/>
              <a:miter/>
            </a:ln>
          </p:spPr>
          <p:txBody>
            <a:bodyPr rtlCol="0" anchor="ctr"/>
            <a:lstStyle/>
            <a:p>
              <a:endParaRPr lang="nb-NO" noProof="0"/>
            </a:p>
          </p:txBody>
        </p:sp>
        <p:sp>
          <p:nvSpPr>
            <p:cNvPr id="10" name="Freeform: Shape 9">
              <a:extLst>
                <a:ext uri="{FF2B5EF4-FFF2-40B4-BE49-F238E27FC236}">
                  <a16:creationId xmlns:a16="http://schemas.microsoft.com/office/drawing/2014/main" id="{342535C0-4705-4AD0-8E1C-3597C4727ED2}"/>
                </a:ext>
              </a:extLst>
            </p:cNvPr>
            <p:cNvSpPr/>
            <p:nvPr/>
          </p:nvSpPr>
          <p:spPr>
            <a:xfrm rot="16200000">
              <a:off x="11921301" y="313678"/>
              <a:ext cx="96119" cy="101875"/>
            </a:xfrm>
            <a:custGeom>
              <a:avLst/>
              <a:gdLst>
                <a:gd name="connsiteX0" fmla="*/ 95810 w 96119"/>
                <a:gd name="connsiteY0" fmla="*/ 56965 h 101875"/>
                <a:gd name="connsiteX1" fmla="*/ 20362 w 96119"/>
                <a:gd name="connsiteY1" fmla="*/ 56965 h 101875"/>
                <a:gd name="connsiteX2" fmla="*/ 34212 w 96119"/>
                <a:gd name="connsiteY2" fmla="*/ 79118 h 101875"/>
                <a:gd name="connsiteX3" fmla="*/ 48915 w 96119"/>
                <a:gd name="connsiteY3" fmla="*/ 82727 h 101875"/>
                <a:gd name="connsiteX4" fmla="*/ 73366 w 96119"/>
                <a:gd name="connsiteY4" fmla="*/ 75426 h 101875"/>
                <a:gd name="connsiteX5" fmla="*/ 79556 w 96119"/>
                <a:gd name="connsiteY5" fmla="*/ 69472 h 101875"/>
                <a:gd name="connsiteX6" fmla="*/ 93354 w 96119"/>
                <a:gd name="connsiteY6" fmla="*/ 82930 h 101875"/>
                <a:gd name="connsiteX7" fmla="*/ 83867 w 96119"/>
                <a:gd name="connsiteY7" fmla="*/ 91638 h 101875"/>
                <a:gd name="connsiteX8" fmla="*/ 46091 w 96119"/>
                <a:gd name="connsiteY8" fmla="*/ 101759 h 101875"/>
                <a:gd name="connsiteX9" fmla="*/ 16168 w 96119"/>
                <a:gd name="connsiteY9" fmla="*/ 89716 h 101875"/>
                <a:gd name="connsiteX10" fmla="*/ 506 w 96119"/>
                <a:gd name="connsiteY10" fmla="*/ 58160 h 101875"/>
                <a:gd name="connsiteX11" fmla="*/ 5248 w 96119"/>
                <a:gd name="connsiteY11" fmla="*/ 26756 h 101875"/>
                <a:gd name="connsiteX12" fmla="*/ 40827 w 96119"/>
                <a:gd name="connsiteY12" fmla="*/ 738 h 101875"/>
                <a:gd name="connsiteX13" fmla="*/ 70343 w 96119"/>
                <a:gd name="connsiteY13" fmla="*/ 4817 h 101875"/>
                <a:gd name="connsiteX14" fmla="*/ 94209 w 96119"/>
                <a:gd name="connsiteY14" fmla="*/ 35590 h 101875"/>
                <a:gd name="connsiteX15" fmla="*/ 95810 w 96119"/>
                <a:gd name="connsiteY15" fmla="*/ 56965 h 101875"/>
                <a:gd name="connsiteX16" fmla="*/ 20776 w 96119"/>
                <a:gd name="connsiteY16" fmla="*/ 40423 h 101875"/>
                <a:gd name="connsiteX17" fmla="*/ 74793 w 96119"/>
                <a:gd name="connsiteY17" fmla="*/ 40423 h 101875"/>
                <a:gd name="connsiteX18" fmla="*/ 50253 w 96119"/>
                <a:gd name="connsiteY18" fmla="*/ 17857 h 101875"/>
                <a:gd name="connsiteX19" fmla="*/ 20776 w 96119"/>
                <a:gd name="connsiteY19" fmla="*/ 40423 h 10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6119" h="101875">
                  <a:moveTo>
                    <a:pt x="95810" y="56965"/>
                  </a:moveTo>
                  <a:lnTo>
                    <a:pt x="20362" y="56965"/>
                  </a:lnTo>
                  <a:cubicBezTo>
                    <a:pt x="21886" y="66442"/>
                    <a:pt x="25653" y="74318"/>
                    <a:pt x="34212" y="79118"/>
                  </a:cubicBezTo>
                  <a:cubicBezTo>
                    <a:pt x="38729" y="81545"/>
                    <a:pt x="43788" y="82786"/>
                    <a:pt x="48915" y="82727"/>
                  </a:cubicBezTo>
                  <a:cubicBezTo>
                    <a:pt x="57811" y="82850"/>
                    <a:pt x="66195" y="81075"/>
                    <a:pt x="73366" y="75426"/>
                  </a:cubicBezTo>
                  <a:cubicBezTo>
                    <a:pt x="75532" y="73550"/>
                    <a:pt x="77598" y="71563"/>
                    <a:pt x="79556" y="69472"/>
                  </a:cubicBezTo>
                  <a:lnTo>
                    <a:pt x="93354" y="82930"/>
                  </a:lnTo>
                  <a:cubicBezTo>
                    <a:pt x="90598" y="86246"/>
                    <a:pt x="87407" y="89175"/>
                    <a:pt x="83867" y="91638"/>
                  </a:cubicBezTo>
                  <a:cubicBezTo>
                    <a:pt x="72486" y="99593"/>
                    <a:pt x="59751" y="102519"/>
                    <a:pt x="46091" y="101759"/>
                  </a:cubicBezTo>
                  <a:cubicBezTo>
                    <a:pt x="35014" y="101373"/>
                    <a:pt x="24424" y="97111"/>
                    <a:pt x="16168" y="89716"/>
                  </a:cubicBezTo>
                  <a:cubicBezTo>
                    <a:pt x="6826" y="81316"/>
                    <a:pt x="1889" y="70591"/>
                    <a:pt x="506" y="58160"/>
                  </a:cubicBezTo>
                  <a:cubicBezTo>
                    <a:pt x="-933" y="47454"/>
                    <a:pt x="712" y="36560"/>
                    <a:pt x="5248" y="26756"/>
                  </a:cubicBezTo>
                  <a:cubicBezTo>
                    <a:pt x="12466" y="11681"/>
                    <a:pt x="24591" y="3239"/>
                    <a:pt x="40827" y="738"/>
                  </a:cubicBezTo>
                  <a:cubicBezTo>
                    <a:pt x="50850" y="-1030"/>
                    <a:pt x="61175" y="397"/>
                    <a:pt x="70343" y="4817"/>
                  </a:cubicBezTo>
                  <a:cubicBezTo>
                    <a:pt x="83187" y="11156"/>
                    <a:pt x="90642" y="21889"/>
                    <a:pt x="94209" y="35590"/>
                  </a:cubicBezTo>
                  <a:cubicBezTo>
                    <a:pt x="95990" y="42566"/>
                    <a:pt x="96532" y="49801"/>
                    <a:pt x="95810" y="56965"/>
                  </a:cubicBezTo>
                  <a:close/>
                  <a:moveTo>
                    <a:pt x="20776" y="40423"/>
                  </a:moveTo>
                  <a:lnTo>
                    <a:pt x="74793" y="40423"/>
                  </a:lnTo>
                  <a:cubicBezTo>
                    <a:pt x="73059" y="28002"/>
                    <a:pt x="62776" y="18546"/>
                    <a:pt x="50253" y="17857"/>
                  </a:cubicBezTo>
                  <a:cubicBezTo>
                    <a:pt x="34544" y="16956"/>
                    <a:pt x="23456" y="25443"/>
                    <a:pt x="20776" y="40423"/>
                  </a:cubicBezTo>
                  <a:close/>
                </a:path>
              </a:pathLst>
            </a:custGeom>
            <a:grpFill/>
            <a:ln w="264" cap="flat">
              <a:noFill/>
              <a:prstDash val="solid"/>
              <a:miter/>
            </a:ln>
          </p:spPr>
          <p:txBody>
            <a:bodyPr rtlCol="0" anchor="ctr"/>
            <a:lstStyle/>
            <a:p>
              <a:endParaRPr lang="nb-NO" noProof="0"/>
            </a:p>
          </p:txBody>
        </p:sp>
      </p:grpSp>
      <p:sp>
        <p:nvSpPr>
          <p:cNvPr id="3" name="Text Placeholder 2">
            <a:extLst>
              <a:ext uri="{FF2B5EF4-FFF2-40B4-BE49-F238E27FC236}">
                <a16:creationId xmlns:a16="http://schemas.microsoft.com/office/drawing/2014/main" id="{F5889EA2-F8DD-4E46-A5E8-853F0C99A2B0}"/>
              </a:ext>
            </a:extLst>
          </p:cNvPr>
          <p:cNvSpPr>
            <a:spLocks noGrp="1"/>
          </p:cNvSpPr>
          <p:nvPr>
            <p:ph type="body" idx="1"/>
          </p:nvPr>
        </p:nvSpPr>
        <p:spPr>
          <a:xfrm>
            <a:off x="839787" y="2097088"/>
            <a:ext cx="10512425" cy="4103687"/>
          </a:xfrm>
          <a:prstGeom prst="rect">
            <a:avLst/>
          </a:prstGeom>
        </p:spPr>
        <p:txBody>
          <a:bodyPr vert="horz" lIns="0" tIns="0" rIns="0" bIns="0" rtlCol="0">
            <a:normAutofit/>
          </a:bodyPr>
          <a:lstStyle/>
          <a:p>
            <a:pPr lvl="0"/>
            <a:r>
              <a:rPr lang="nb-NO" noProof="0"/>
              <a:t>Klikk for å redigere tekststiler i malen</a:t>
            </a:r>
          </a:p>
          <a:p>
            <a:pPr lvl="1"/>
            <a:r>
              <a:rPr lang="nb-NO" noProof="0"/>
              <a:t>Andre nivå</a:t>
            </a:r>
          </a:p>
          <a:p>
            <a:pPr lvl="2"/>
            <a:r>
              <a:rPr lang="nb-NO" noProof="0"/>
              <a:t>Tredje nivå</a:t>
            </a:r>
          </a:p>
          <a:p>
            <a:pPr lvl="3"/>
            <a:r>
              <a:rPr lang="nb-NO" noProof="0"/>
              <a:t>Fjerde nivå</a:t>
            </a:r>
          </a:p>
          <a:p>
            <a:pPr lvl="4"/>
            <a:r>
              <a:rPr lang="nb-NO" noProof="0"/>
              <a:t>Femte nivå</a:t>
            </a:r>
          </a:p>
        </p:txBody>
      </p:sp>
      <p:sp>
        <p:nvSpPr>
          <p:cNvPr id="5" name="Title Placeholder 1">
            <a:extLst>
              <a:ext uri="{FF2B5EF4-FFF2-40B4-BE49-F238E27FC236}">
                <a16:creationId xmlns:a16="http://schemas.microsoft.com/office/drawing/2014/main" id="{1640073E-9FC2-E643-A841-E98A5CAF0F00}"/>
              </a:ext>
            </a:extLst>
          </p:cNvPr>
          <p:cNvSpPr>
            <a:spLocks noGrp="1"/>
          </p:cNvSpPr>
          <p:nvPr>
            <p:ph type="title"/>
          </p:nvPr>
        </p:nvSpPr>
        <p:spPr>
          <a:xfrm>
            <a:off x="839788" y="728663"/>
            <a:ext cx="10512425" cy="1183958"/>
          </a:xfrm>
          <a:prstGeom prst="rect">
            <a:avLst/>
          </a:prstGeom>
        </p:spPr>
        <p:txBody>
          <a:bodyPr vert="horz" lIns="0" tIns="0" rIns="0" bIns="0" rtlCol="0" anchor="t" anchorCtr="0">
            <a:noAutofit/>
          </a:bodyPr>
          <a:lstStyle/>
          <a:p>
            <a:r>
              <a:rPr lang="nb-NO" noProof="0"/>
              <a:t>Klikk for å redigere tittelstil</a:t>
            </a:r>
          </a:p>
        </p:txBody>
      </p:sp>
      <p:sp>
        <p:nvSpPr>
          <p:cNvPr id="12" name="Footer Placeholder 11">
            <a:extLst>
              <a:ext uri="{FF2B5EF4-FFF2-40B4-BE49-F238E27FC236}">
                <a16:creationId xmlns:a16="http://schemas.microsoft.com/office/drawing/2014/main" id="{3AB6F7A2-99CB-458D-821B-234EC5F565DC}"/>
              </a:ext>
            </a:extLst>
          </p:cNvPr>
          <p:cNvSpPr>
            <a:spLocks noGrp="1"/>
          </p:cNvSpPr>
          <p:nvPr>
            <p:ph type="ftr" sz="quarter" idx="3"/>
          </p:nvPr>
        </p:nvSpPr>
        <p:spPr>
          <a:xfrm>
            <a:off x="838200" y="6200775"/>
            <a:ext cx="5257800" cy="394335"/>
          </a:xfrm>
          <a:prstGeom prst="rect">
            <a:avLst/>
          </a:prstGeom>
        </p:spPr>
        <p:txBody>
          <a:bodyPr vert="horz" lIns="0" tIns="0" rIns="0" bIns="0" rtlCol="0" anchor="ctr"/>
          <a:lstStyle>
            <a:lvl1pPr algn="l">
              <a:defRPr sz="1000">
                <a:solidFill>
                  <a:schemeClr val="bg1">
                    <a:lumMod val="50000"/>
                  </a:schemeClr>
                </a:solidFill>
              </a:defRPr>
            </a:lvl1pPr>
          </a:lstStyle>
          <a:p>
            <a:r>
              <a:rPr lang="nb-NO" noProof="0"/>
              <a:t>Bouvet presentasjonsmal Oktober 2021</a:t>
            </a:r>
          </a:p>
        </p:txBody>
      </p:sp>
      <p:sp>
        <p:nvSpPr>
          <p:cNvPr id="13" name="Slide Number Placeholder 12">
            <a:extLst>
              <a:ext uri="{FF2B5EF4-FFF2-40B4-BE49-F238E27FC236}">
                <a16:creationId xmlns:a16="http://schemas.microsoft.com/office/drawing/2014/main" id="{A317C70E-FBD8-445A-A26D-A26FB52104BD}"/>
              </a:ext>
            </a:extLst>
          </p:cNvPr>
          <p:cNvSpPr>
            <a:spLocks noGrp="1"/>
          </p:cNvSpPr>
          <p:nvPr>
            <p:ph type="sldNum" sz="quarter" idx="4"/>
          </p:nvPr>
        </p:nvSpPr>
        <p:spPr>
          <a:xfrm>
            <a:off x="10568940" y="6200776"/>
            <a:ext cx="784860" cy="394335"/>
          </a:xfrm>
          <a:prstGeom prst="rect">
            <a:avLst/>
          </a:prstGeom>
        </p:spPr>
        <p:txBody>
          <a:bodyPr vert="horz" lIns="0" tIns="0" rIns="0" bIns="0" rtlCol="0" anchor="ctr"/>
          <a:lstStyle>
            <a:lvl1pPr algn="r">
              <a:defRPr sz="1000">
                <a:solidFill>
                  <a:schemeClr val="bg1">
                    <a:lumMod val="50000"/>
                  </a:schemeClr>
                </a:solidFill>
              </a:defRPr>
            </a:lvl1pPr>
          </a:lstStyle>
          <a:p>
            <a:fld id="{261FDEBC-E42D-42D0-B9CA-24127F1B2280}" type="slidenum">
              <a:rPr lang="nb-NO" noProof="0" smtClean="0"/>
              <a:pPr/>
              <a:t>‹#›</a:t>
            </a:fld>
            <a:endParaRPr lang="nb-NO" noProof="0"/>
          </a:p>
        </p:txBody>
      </p:sp>
    </p:spTree>
    <p:extLst>
      <p:ext uri="{BB962C8B-B14F-4D97-AF65-F5344CB8AC3E}">
        <p14:creationId xmlns:p14="http://schemas.microsoft.com/office/powerpoint/2010/main" val="3030930493"/>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 id="2147483884" r:id="rId12"/>
    <p:sldLayoutId id="2147483885" r:id="rId13"/>
    <p:sldLayoutId id="2147483886" r:id="rId14"/>
    <p:sldLayoutId id="2147483887" r:id="rId15"/>
    <p:sldLayoutId id="2147483888" r:id="rId16"/>
    <p:sldLayoutId id="2147483889" r:id="rId17"/>
    <p:sldLayoutId id="2147483890" r:id="rId18"/>
    <p:sldLayoutId id="2147483891" r:id="rId19"/>
    <p:sldLayoutId id="2147483892" r:id="rId20"/>
    <p:sldLayoutId id="2147483893" r:id="rId21"/>
    <p:sldLayoutId id="2147483894" r:id="rId22"/>
    <p:sldLayoutId id="2147483895" r:id="rId23"/>
    <p:sldLayoutId id="2147483896" r:id="rId24"/>
    <p:sldLayoutId id="2147483897" r:id="rId25"/>
    <p:sldLayoutId id="2147483898" r:id="rId26"/>
  </p:sldLayoutIdLst>
  <p:hf hdr="0" dt="0"/>
  <p:txStyles>
    <p:titleStyle>
      <a:lvl1pPr algn="l" defTabSz="914400" rtl="0" eaLnBrk="1" latinLnBrk="0" hangingPunct="1">
        <a:lnSpc>
          <a:spcPct val="90000"/>
        </a:lnSpc>
        <a:spcBef>
          <a:spcPct val="0"/>
        </a:spcBef>
        <a:buNone/>
        <a:defRPr sz="4000" b="1" kern="1200">
          <a:solidFill>
            <a:schemeClr val="bg2"/>
          </a:solidFill>
          <a:latin typeface="Inter" panose="020B0502030000000004" pitchFamily="34" charset="0"/>
          <a:ea typeface="Inter" panose="020B0502030000000004" pitchFamily="34" charset="0"/>
          <a:cs typeface="+mj-cs"/>
        </a:defRPr>
      </a:lvl1pPr>
    </p:titleStyle>
    <p:bodyStyle>
      <a:lvl1pPr marL="266700" indent="-266700" algn="l" defTabSz="914400" rtl="0" eaLnBrk="1" latinLnBrk="0" hangingPunct="1">
        <a:lnSpc>
          <a:spcPct val="120000"/>
        </a:lnSpc>
        <a:spcBef>
          <a:spcPts val="1000"/>
        </a:spcBef>
        <a:buFont typeface="Arial" panose="020B0604020202020204" pitchFamily="34" charset="0"/>
        <a:buChar char="•"/>
        <a:defRPr sz="2400" kern="1200">
          <a:solidFill>
            <a:schemeClr val="bg2"/>
          </a:solidFill>
          <a:latin typeface="Inter" panose="020B0502030000000004" pitchFamily="34" charset="0"/>
          <a:ea typeface="Inter" panose="020B0502030000000004" pitchFamily="34" charset="0"/>
          <a:cs typeface="+mn-cs"/>
        </a:defRPr>
      </a:lvl1pPr>
      <a:lvl2pPr marL="536575" indent="-269875" algn="l" defTabSz="914400" rtl="0" eaLnBrk="1" latinLnBrk="0" hangingPunct="1">
        <a:lnSpc>
          <a:spcPct val="120000"/>
        </a:lnSpc>
        <a:spcBef>
          <a:spcPts val="500"/>
        </a:spcBef>
        <a:buFont typeface="Arial" panose="020B0604020202020204" pitchFamily="34" charset="0"/>
        <a:buChar char="•"/>
        <a:defRPr sz="2000" kern="1200">
          <a:solidFill>
            <a:schemeClr val="bg2"/>
          </a:solidFill>
          <a:latin typeface="Inter" panose="020B0502030000000004" pitchFamily="34" charset="0"/>
          <a:ea typeface="Inter" panose="020B0502030000000004" pitchFamily="34" charset="0"/>
          <a:cs typeface="+mn-cs"/>
        </a:defRPr>
      </a:lvl2pPr>
      <a:lvl3pPr marL="808038" indent="-266700" algn="l" defTabSz="914400" rtl="0" eaLnBrk="1" latinLnBrk="0" hangingPunct="1">
        <a:lnSpc>
          <a:spcPct val="120000"/>
        </a:lnSpc>
        <a:spcBef>
          <a:spcPts val="500"/>
        </a:spcBef>
        <a:buFont typeface="Arial" panose="020B0604020202020204" pitchFamily="34" charset="0"/>
        <a:buChar char="•"/>
        <a:defRPr sz="1800" kern="1200">
          <a:solidFill>
            <a:schemeClr val="bg2"/>
          </a:solidFill>
          <a:latin typeface="Inter" panose="020B0502030000000004" pitchFamily="34" charset="0"/>
          <a:ea typeface="Inter" panose="020B0502030000000004" pitchFamily="34" charset="0"/>
          <a:cs typeface="+mn-cs"/>
        </a:defRPr>
      </a:lvl3pPr>
      <a:lvl4pPr marL="808038" indent="-266700" algn="l" defTabSz="914400" rtl="0" eaLnBrk="1" latinLnBrk="0" hangingPunct="1">
        <a:lnSpc>
          <a:spcPct val="120000"/>
        </a:lnSpc>
        <a:spcBef>
          <a:spcPts val="500"/>
        </a:spcBef>
        <a:buFont typeface="Arial" panose="020B0604020202020204" pitchFamily="34" charset="0"/>
        <a:buChar char="•"/>
        <a:defRPr sz="1800" kern="1200">
          <a:solidFill>
            <a:schemeClr val="bg2"/>
          </a:solidFill>
          <a:latin typeface="Inter" panose="020B0502030000000004" pitchFamily="34" charset="0"/>
          <a:ea typeface="Inter" panose="020B0502030000000004" pitchFamily="34" charset="0"/>
          <a:cs typeface="+mn-cs"/>
        </a:defRPr>
      </a:lvl4pPr>
      <a:lvl5pPr marL="808038" indent="-266700" algn="l" defTabSz="914400" rtl="0" eaLnBrk="1" latinLnBrk="0" hangingPunct="1">
        <a:lnSpc>
          <a:spcPct val="120000"/>
        </a:lnSpc>
        <a:spcBef>
          <a:spcPts val="500"/>
        </a:spcBef>
        <a:buFont typeface="Arial" panose="020B0604020202020204" pitchFamily="34" charset="0"/>
        <a:buChar char="•"/>
        <a:defRPr sz="1800" kern="1200">
          <a:solidFill>
            <a:schemeClr val="bg2"/>
          </a:solidFill>
          <a:latin typeface="Inter" panose="020B0502030000000004" pitchFamily="34" charset="0"/>
          <a:ea typeface="Inter" panose="020B05020300000000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guide id="2" pos="7151" userDrawn="1">
          <p15:clr>
            <a:srgbClr val="F26B43"/>
          </p15:clr>
        </p15:guide>
        <p15:guide id="3" orient="horz" pos="1321" userDrawn="1">
          <p15:clr>
            <a:srgbClr val="F26B43"/>
          </p15:clr>
        </p15:guide>
        <p15:guide id="4" orient="horz" pos="459" userDrawn="1">
          <p15:clr>
            <a:srgbClr val="F26B43"/>
          </p15:clr>
        </p15:guide>
        <p15:guide id="5" orient="horz" pos="390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F5D7184-0BEB-43CD-BE6F-C413484FFC22}"/>
              </a:ext>
            </a:extLst>
          </p:cNvPr>
          <p:cNvSpPr/>
          <p:nvPr/>
        </p:nvSpPr>
        <p:spPr>
          <a:xfrm rot="16200000">
            <a:off x="11933047" y="358624"/>
            <a:ext cx="6401" cy="1217"/>
          </a:xfrm>
          <a:custGeom>
            <a:avLst/>
            <a:gdLst>
              <a:gd name="connsiteX0" fmla="*/ 6401 w 6401"/>
              <a:gd name="connsiteY0" fmla="*/ 1218 h 1217"/>
              <a:gd name="connsiteX1" fmla="*/ 0 w 6401"/>
              <a:gd name="connsiteY1" fmla="*/ 0 h 1217"/>
              <a:gd name="connsiteX2" fmla="*/ 6401 w 6401"/>
              <a:gd name="connsiteY2" fmla="*/ 1218 h 1217"/>
            </a:gdLst>
            <a:ahLst/>
            <a:cxnLst>
              <a:cxn ang="0">
                <a:pos x="connsiteX0" y="connsiteY0"/>
              </a:cxn>
              <a:cxn ang="0">
                <a:pos x="connsiteX1" y="connsiteY1"/>
              </a:cxn>
              <a:cxn ang="0">
                <a:pos x="connsiteX2" y="connsiteY2"/>
              </a:cxn>
            </a:cxnLst>
            <a:rect l="l" t="t" r="r" b="b"/>
            <a:pathLst>
              <a:path w="6401" h="1217">
                <a:moveTo>
                  <a:pt x="6401" y="1218"/>
                </a:moveTo>
                <a:cubicBezTo>
                  <a:pt x="4320" y="575"/>
                  <a:pt x="2172" y="166"/>
                  <a:pt x="0" y="0"/>
                </a:cubicBezTo>
                <a:cubicBezTo>
                  <a:pt x="2177" y="131"/>
                  <a:pt x="4328" y="540"/>
                  <a:pt x="6401" y="1218"/>
                </a:cubicBezTo>
                <a:close/>
              </a:path>
            </a:pathLst>
          </a:custGeom>
          <a:solidFill>
            <a:srgbClr val="11133C">
              <a:alpha val="55000"/>
            </a:srgbClr>
          </a:solidFill>
          <a:ln w="264" cap="flat">
            <a:noFill/>
            <a:prstDash val="solid"/>
            <a:miter/>
          </a:ln>
        </p:spPr>
        <p:txBody>
          <a:bodyPr rtlCol="0" anchor="ctr"/>
          <a:lstStyle/>
          <a:p>
            <a:endParaRPr lang="nb-NO" noProof="0"/>
          </a:p>
        </p:txBody>
      </p:sp>
      <p:grpSp>
        <p:nvGrpSpPr>
          <p:cNvPr id="11" name="Group 10">
            <a:extLst>
              <a:ext uri="{FF2B5EF4-FFF2-40B4-BE49-F238E27FC236}">
                <a16:creationId xmlns:a16="http://schemas.microsoft.com/office/drawing/2014/main" id="{EA39CE61-C786-4C3B-A697-6BF51CA7E57B}"/>
              </a:ext>
            </a:extLst>
          </p:cNvPr>
          <p:cNvGrpSpPr/>
          <p:nvPr userDrawn="1"/>
        </p:nvGrpSpPr>
        <p:grpSpPr>
          <a:xfrm>
            <a:off x="11870514" y="244569"/>
            <a:ext cx="151518" cy="609202"/>
            <a:chOff x="11870514" y="244569"/>
            <a:chExt cx="151518" cy="609202"/>
          </a:xfrm>
        </p:grpSpPr>
        <p:sp>
          <p:nvSpPr>
            <p:cNvPr id="8" name="Freeform: Shape 7">
              <a:extLst>
                <a:ext uri="{FF2B5EF4-FFF2-40B4-BE49-F238E27FC236}">
                  <a16:creationId xmlns:a16="http://schemas.microsoft.com/office/drawing/2014/main" id="{3DDF71CE-A61C-4C1F-BD9F-ECE9E194A253}"/>
                </a:ext>
              </a:extLst>
            </p:cNvPr>
            <p:cNvSpPr/>
            <p:nvPr/>
          </p:nvSpPr>
          <p:spPr>
            <a:xfrm rot="16200000">
              <a:off x="11641672" y="473411"/>
              <a:ext cx="609202" cy="151518"/>
            </a:xfrm>
            <a:custGeom>
              <a:avLst/>
              <a:gdLst>
                <a:gd name="connsiteX0" fmla="*/ 413946 w 609202"/>
                <a:gd name="connsiteY0" fmla="*/ 49664 h 151518"/>
                <a:gd name="connsiteX1" fmla="*/ 384494 w 609202"/>
                <a:gd name="connsiteY1" fmla="*/ 125217 h 151518"/>
                <a:gd name="connsiteX2" fmla="*/ 354820 w 609202"/>
                <a:gd name="connsiteY2" fmla="*/ 49664 h 151518"/>
                <a:gd name="connsiteX3" fmla="*/ 331666 w 609202"/>
                <a:gd name="connsiteY3" fmla="*/ 49664 h 151518"/>
                <a:gd name="connsiteX4" fmla="*/ 372910 w 609202"/>
                <a:gd name="connsiteY4" fmla="*/ 147314 h 151518"/>
                <a:gd name="connsiteX5" fmla="*/ 393955 w 609202"/>
                <a:gd name="connsiteY5" fmla="*/ 147314 h 151518"/>
                <a:gd name="connsiteX6" fmla="*/ 435214 w 609202"/>
                <a:gd name="connsiteY6" fmla="*/ 49665 h 151518"/>
                <a:gd name="connsiteX7" fmla="*/ 297359 w 609202"/>
                <a:gd name="connsiteY7" fmla="*/ 49664 h 151518"/>
                <a:gd name="connsiteX8" fmla="*/ 297359 w 609202"/>
                <a:gd name="connsiteY8" fmla="*/ 101215 h 151518"/>
                <a:gd name="connsiteX9" fmla="*/ 272528 w 609202"/>
                <a:gd name="connsiteY9" fmla="*/ 130474 h 151518"/>
                <a:gd name="connsiteX10" fmla="*/ 247695 w 609202"/>
                <a:gd name="connsiteY10" fmla="*/ 101215 h 151518"/>
                <a:gd name="connsiteX11" fmla="*/ 247695 w 609202"/>
                <a:gd name="connsiteY11" fmla="*/ 49664 h 151518"/>
                <a:gd name="connsiteX12" fmla="*/ 227067 w 609202"/>
                <a:gd name="connsiteY12" fmla="*/ 49664 h 151518"/>
                <a:gd name="connsiteX13" fmla="*/ 227067 w 609202"/>
                <a:gd name="connsiteY13" fmla="*/ 102060 h 151518"/>
                <a:gd name="connsiteX14" fmla="*/ 272528 w 609202"/>
                <a:gd name="connsiteY14" fmla="*/ 149408 h 151518"/>
                <a:gd name="connsiteX15" fmla="*/ 317989 w 609202"/>
                <a:gd name="connsiteY15" fmla="*/ 102060 h 151518"/>
                <a:gd name="connsiteX16" fmla="*/ 317989 w 609202"/>
                <a:gd name="connsiteY16" fmla="*/ 49664 h 151518"/>
                <a:gd name="connsiteX17" fmla="*/ 162877 w 609202"/>
                <a:gd name="connsiteY17" fmla="*/ 47347 h 151518"/>
                <a:gd name="connsiteX18" fmla="*/ 140599 w 609202"/>
                <a:gd name="connsiteY18" fmla="*/ 52442 h 151518"/>
                <a:gd name="connsiteX19" fmla="*/ 112797 w 609202"/>
                <a:gd name="connsiteY19" fmla="*/ 97428 h 151518"/>
                <a:gd name="connsiteX20" fmla="*/ 156150 w 609202"/>
                <a:gd name="connsiteY20" fmla="*/ 151519 h 151518"/>
                <a:gd name="connsiteX21" fmla="*/ 168567 w 609202"/>
                <a:gd name="connsiteY21" fmla="*/ 144568 h 151518"/>
                <a:gd name="connsiteX22" fmla="*/ 197603 w 609202"/>
                <a:gd name="connsiteY22" fmla="*/ 119528 h 151518"/>
                <a:gd name="connsiteX23" fmla="*/ 212335 w 609202"/>
                <a:gd name="connsiteY23" fmla="*/ 96596 h 151518"/>
                <a:gd name="connsiteX24" fmla="*/ 162879 w 609202"/>
                <a:gd name="connsiteY24" fmla="*/ 47348 h 151518"/>
                <a:gd name="connsiteX25" fmla="*/ 184768 w 609202"/>
                <a:gd name="connsiteY25" fmla="*/ 112799 h 151518"/>
                <a:gd name="connsiteX26" fmla="*/ 168567 w 609202"/>
                <a:gd name="connsiteY26" fmla="*/ 129419 h 151518"/>
                <a:gd name="connsiteX27" fmla="*/ 161200 w 609202"/>
                <a:gd name="connsiteY27" fmla="*/ 133844 h 151518"/>
                <a:gd name="connsiteX28" fmla="*/ 132373 w 609202"/>
                <a:gd name="connsiteY28" fmla="*/ 100591 h 151518"/>
                <a:gd name="connsiteX29" fmla="*/ 162671 w 609202"/>
                <a:gd name="connsiteY29" fmla="*/ 70070 h 151518"/>
                <a:gd name="connsiteX30" fmla="*/ 192557 w 609202"/>
                <a:gd name="connsiteY30" fmla="*/ 100182 h 151518"/>
                <a:gd name="connsiteX31" fmla="*/ 192557 w 609202"/>
                <a:gd name="connsiteY31" fmla="*/ 100182 h 151518"/>
                <a:gd name="connsiteX32" fmla="*/ 192553 w 609202"/>
                <a:gd name="connsiteY32" fmla="*/ 100589 h 151518"/>
                <a:gd name="connsiteX33" fmla="*/ 184772 w 609202"/>
                <a:gd name="connsiteY33" fmla="*/ 112797 h 151518"/>
                <a:gd name="connsiteX34" fmla="*/ 51342 w 609202"/>
                <a:gd name="connsiteY34" fmla="*/ 47347 h 151518"/>
                <a:gd name="connsiteX35" fmla="*/ 20198 w 609202"/>
                <a:gd name="connsiteY35" fmla="*/ 59555 h 151518"/>
                <a:gd name="connsiteX36" fmla="*/ 19991 w 609202"/>
                <a:gd name="connsiteY36" fmla="*/ 0 h 151518"/>
                <a:gd name="connsiteX37" fmla="*/ 0 w 609202"/>
                <a:gd name="connsiteY37" fmla="*/ 0 h 151518"/>
                <a:gd name="connsiteX38" fmla="*/ 0 w 609202"/>
                <a:gd name="connsiteY38" fmla="*/ 147315 h 151518"/>
                <a:gd name="connsiteX39" fmla="*/ 20630 w 609202"/>
                <a:gd name="connsiteY39" fmla="*/ 147315 h 151518"/>
                <a:gd name="connsiteX40" fmla="*/ 20630 w 609202"/>
                <a:gd name="connsiteY40" fmla="*/ 137422 h 151518"/>
                <a:gd name="connsiteX41" fmla="*/ 51344 w 609202"/>
                <a:gd name="connsiteY41" fmla="*/ 149200 h 151518"/>
                <a:gd name="connsiteX42" fmla="*/ 100175 w 609202"/>
                <a:gd name="connsiteY42" fmla="*/ 98273 h 151518"/>
                <a:gd name="connsiteX43" fmla="*/ 51342 w 609202"/>
                <a:gd name="connsiteY43" fmla="*/ 47347 h 151518"/>
                <a:gd name="connsiteX44" fmla="*/ 49664 w 609202"/>
                <a:gd name="connsiteY44" fmla="*/ 130266 h 151518"/>
                <a:gd name="connsiteX45" fmla="*/ 20198 w 609202"/>
                <a:gd name="connsiteY45" fmla="*/ 98275 h 151518"/>
                <a:gd name="connsiteX46" fmla="*/ 49664 w 609202"/>
                <a:gd name="connsiteY46" fmla="*/ 66284 h 151518"/>
                <a:gd name="connsiteX47" fmla="*/ 79131 w 609202"/>
                <a:gd name="connsiteY47" fmla="*/ 98276 h 151518"/>
                <a:gd name="connsiteX48" fmla="*/ 49662 w 609202"/>
                <a:gd name="connsiteY48" fmla="*/ 130264 h 151518"/>
                <a:gd name="connsiteX49" fmla="*/ 609203 w 609202"/>
                <a:gd name="connsiteY49" fmla="*/ 49664 h 151518"/>
                <a:gd name="connsiteX50" fmla="*/ 579321 w 609202"/>
                <a:gd name="connsiteY50" fmla="*/ 49664 h 151518"/>
                <a:gd name="connsiteX51" fmla="*/ 579099 w 609202"/>
                <a:gd name="connsiteY51" fmla="*/ 0 h 151518"/>
                <a:gd name="connsiteX52" fmla="*/ 559107 w 609202"/>
                <a:gd name="connsiteY52" fmla="*/ 0 h 151518"/>
                <a:gd name="connsiteX53" fmla="*/ 559107 w 609202"/>
                <a:gd name="connsiteY53" fmla="*/ 49664 h 151518"/>
                <a:gd name="connsiteX54" fmla="*/ 545369 w 609202"/>
                <a:gd name="connsiteY54" fmla="*/ 49664 h 151518"/>
                <a:gd name="connsiteX55" fmla="*/ 545369 w 609202"/>
                <a:gd name="connsiteY55" fmla="*/ 67545 h 151518"/>
                <a:gd name="connsiteX56" fmla="*/ 559107 w 609202"/>
                <a:gd name="connsiteY56" fmla="*/ 67545 h 151518"/>
                <a:gd name="connsiteX57" fmla="*/ 559107 w 609202"/>
                <a:gd name="connsiteY57" fmla="*/ 147314 h 151518"/>
                <a:gd name="connsiteX58" fmla="*/ 579529 w 609202"/>
                <a:gd name="connsiteY58" fmla="*/ 147314 h 151518"/>
                <a:gd name="connsiteX59" fmla="*/ 579321 w 609202"/>
                <a:gd name="connsiteY59" fmla="*/ 67545 h 151518"/>
                <a:gd name="connsiteX60" fmla="*/ 609203 w 609202"/>
                <a:gd name="connsiteY60" fmla="*/ 67545 h 15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9202" h="151518">
                  <a:moveTo>
                    <a:pt x="413946" y="49664"/>
                  </a:moveTo>
                  <a:lnTo>
                    <a:pt x="384494" y="125217"/>
                  </a:lnTo>
                  <a:lnTo>
                    <a:pt x="354820" y="49664"/>
                  </a:lnTo>
                  <a:lnTo>
                    <a:pt x="331666" y="49664"/>
                  </a:lnTo>
                  <a:lnTo>
                    <a:pt x="372910" y="147314"/>
                  </a:lnTo>
                  <a:lnTo>
                    <a:pt x="393955" y="147314"/>
                  </a:lnTo>
                  <a:lnTo>
                    <a:pt x="435214" y="49665"/>
                  </a:lnTo>
                  <a:close/>
                  <a:moveTo>
                    <a:pt x="297359" y="49664"/>
                  </a:moveTo>
                  <a:lnTo>
                    <a:pt x="297359" y="101215"/>
                  </a:lnTo>
                  <a:cubicBezTo>
                    <a:pt x="297359" y="119735"/>
                    <a:pt x="288314" y="130474"/>
                    <a:pt x="272528" y="130474"/>
                  </a:cubicBezTo>
                  <a:cubicBezTo>
                    <a:pt x="256742" y="130474"/>
                    <a:pt x="247695" y="119735"/>
                    <a:pt x="247695" y="101215"/>
                  </a:cubicBezTo>
                  <a:lnTo>
                    <a:pt x="247695" y="49664"/>
                  </a:lnTo>
                  <a:lnTo>
                    <a:pt x="227067" y="49664"/>
                  </a:lnTo>
                  <a:lnTo>
                    <a:pt x="227067" y="102060"/>
                  </a:lnTo>
                  <a:cubicBezTo>
                    <a:pt x="227067" y="131111"/>
                    <a:pt x="244533" y="149408"/>
                    <a:pt x="272528" y="149408"/>
                  </a:cubicBezTo>
                  <a:cubicBezTo>
                    <a:pt x="300523" y="149408"/>
                    <a:pt x="317989" y="131111"/>
                    <a:pt x="317989" y="102060"/>
                  </a:cubicBezTo>
                  <a:lnTo>
                    <a:pt x="317989" y="49664"/>
                  </a:lnTo>
                  <a:close/>
                  <a:moveTo>
                    <a:pt x="162877" y="47347"/>
                  </a:moveTo>
                  <a:cubicBezTo>
                    <a:pt x="155160" y="47330"/>
                    <a:pt x="147541" y="49072"/>
                    <a:pt x="140599" y="52442"/>
                  </a:cubicBezTo>
                  <a:cubicBezTo>
                    <a:pt x="123437" y="60827"/>
                    <a:pt x="112621" y="78328"/>
                    <a:pt x="112797" y="97428"/>
                  </a:cubicBezTo>
                  <a:cubicBezTo>
                    <a:pt x="112797" y="122482"/>
                    <a:pt x="136159" y="151519"/>
                    <a:pt x="156150" y="151519"/>
                  </a:cubicBezTo>
                  <a:cubicBezTo>
                    <a:pt x="161205" y="151479"/>
                    <a:pt x="165890" y="148857"/>
                    <a:pt x="168567" y="144568"/>
                  </a:cubicBezTo>
                  <a:cubicBezTo>
                    <a:pt x="176781" y="132150"/>
                    <a:pt x="185200" y="125009"/>
                    <a:pt x="197603" y="119528"/>
                  </a:cubicBezTo>
                  <a:cubicBezTo>
                    <a:pt x="209187" y="114478"/>
                    <a:pt x="212335" y="109428"/>
                    <a:pt x="212335" y="96596"/>
                  </a:cubicBezTo>
                  <a:cubicBezTo>
                    <a:pt x="212335" y="68809"/>
                    <a:pt x="190667" y="47348"/>
                    <a:pt x="162879" y="47348"/>
                  </a:cubicBezTo>
                  <a:close/>
                  <a:moveTo>
                    <a:pt x="184768" y="112799"/>
                  </a:moveTo>
                  <a:cubicBezTo>
                    <a:pt x="176348" y="118057"/>
                    <a:pt x="171938" y="122483"/>
                    <a:pt x="168567" y="129419"/>
                  </a:cubicBezTo>
                  <a:cubicBezTo>
                    <a:pt x="167173" y="132194"/>
                    <a:pt x="164305" y="133917"/>
                    <a:pt x="161200" y="133844"/>
                  </a:cubicBezTo>
                  <a:cubicBezTo>
                    <a:pt x="147729" y="133844"/>
                    <a:pt x="132373" y="116156"/>
                    <a:pt x="132373" y="100591"/>
                  </a:cubicBezTo>
                  <a:cubicBezTo>
                    <a:pt x="132373" y="83125"/>
                    <a:pt x="145204" y="70070"/>
                    <a:pt x="162671" y="70070"/>
                  </a:cubicBezTo>
                  <a:cubicBezTo>
                    <a:pt x="179239" y="70133"/>
                    <a:pt x="192619" y="83614"/>
                    <a:pt x="192557" y="100182"/>
                  </a:cubicBezTo>
                  <a:lnTo>
                    <a:pt x="192557" y="100182"/>
                  </a:lnTo>
                  <a:cubicBezTo>
                    <a:pt x="192556" y="100317"/>
                    <a:pt x="192554" y="100452"/>
                    <a:pt x="192553" y="100589"/>
                  </a:cubicBezTo>
                  <a:cubicBezTo>
                    <a:pt x="192553" y="106053"/>
                    <a:pt x="190667" y="109217"/>
                    <a:pt x="184772" y="112797"/>
                  </a:cubicBezTo>
                  <a:close/>
                  <a:moveTo>
                    <a:pt x="51342" y="47347"/>
                  </a:moveTo>
                  <a:cubicBezTo>
                    <a:pt x="39770" y="47223"/>
                    <a:pt x="28603" y="51600"/>
                    <a:pt x="20198" y="59555"/>
                  </a:cubicBezTo>
                  <a:lnTo>
                    <a:pt x="19991" y="0"/>
                  </a:lnTo>
                  <a:lnTo>
                    <a:pt x="0" y="0"/>
                  </a:lnTo>
                  <a:lnTo>
                    <a:pt x="0" y="147315"/>
                  </a:lnTo>
                  <a:lnTo>
                    <a:pt x="20630" y="147315"/>
                  </a:lnTo>
                  <a:lnTo>
                    <a:pt x="20630" y="137422"/>
                  </a:lnTo>
                  <a:cubicBezTo>
                    <a:pt x="29061" y="145007"/>
                    <a:pt x="40002" y="149203"/>
                    <a:pt x="51344" y="149200"/>
                  </a:cubicBezTo>
                  <a:cubicBezTo>
                    <a:pt x="79130" y="149200"/>
                    <a:pt x="100175" y="127100"/>
                    <a:pt x="100175" y="98273"/>
                  </a:cubicBezTo>
                  <a:cubicBezTo>
                    <a:pt x="100175" y="69445"/>
                    <a:pt x="79130" y="47347"/>
                    <a:pt x="51342" y="47347"/>
                  </a:cubicBezTo>
                  <a:close/>
                  <a:moveTo>
                    <a:pt x="49664" y="130266"/>
                  </a:moveTo>
                  <a:cubicBezTo>
                    <a:pt x="32822" y="130266"/>
                    <a:pt x="20198" y="116587"/>
                    <a:pt x="20198" y="98275"/>
                  </a:cubicBezTo>
                  <a:cubicBezTo>
                    <a:pt x="20198" y="79962"/>
                    <a:pt x="32822" y="66284"/>
                    <a:pt x="49664" y="66284"/>
                  </a:cubicBezTo>
                  <a:cubicBezTo>
                    <a:pt x="66505" y="66284"/>
                    <a:pt x="79131" y="79962"/>
                    <a:pt x="79131" y="98276"/>
                  </a:cubicBezTo>
                  <a:cubicBezTo>
                    <a:pt x="79131" y="116590"/>
                    <a:pt x="66505" y="130264"/>
                    <a:pt x="49662" y="130264"/>
                  </a:cubicBezTo>
                  <a:close/>
                  <a:moveTo>
                    <a:pt x="609203" y="49664"/>
                  </a:moveTo>
                  <a:lnTo>
                    <a:pt x="579321" y="49664"/>
                  </a:lnTo>
                  <a:lnTo>
                    <a:pt x="579099" y="0"/>
                  </a:lnTo>
                  <a:lnTo>
                    <a:pt x="559107" y="0"/>
                  </a:lnTo>
                  <a:lnTo>
                    <a:pt x="559107" y="49664"/>
                  </a:lnTo>
                  <a:lnTo>
                    <a:pt x="545369" y="49664"/>
                  </a:lnTo>
                  <a:lnTo>
                    <a:pt x="545369" y="67545"/>
                  </a:lnTo>
                  <a:lnTo>
                    <a:pt x="559107" y="67545"/>
                  </a:lnTo>
                  <a:lnTo>
                    <a:pt x="559107" y="147314"/>
                  </a:lnTo>
                  <a:lnTo>
                    <a:pt x="579529" y="147314"/>
                  </a:lnTo>
                  <a:lnTo>
                    <a:pt x="579321" y="67545"/>
                  </a:lnTo>
                  <a:lnTo>
                    <a:pt x="609203" y="67545"/>
                  </a:lnTo>
                  <a:close/>
                </a:path>
              </a:pathLst>
            </a:custGeom>
            <a:solidFill>
              <a:schemeClr val="tx2"/>
            </a:solidFill>
            <a:ln w="26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42535C0-4705-4AD0-8E1C-3597C4727ED2}"/>
                </a:ext>
              </a:extLst>
            </p:cNvPr>
            <p:cNvSpPr/>
            <p:nvPr/>
          </p:nvSpPr>
          <p:spPr>
            <a:xfrm rot="16200000">
              <a:off x="11921301" y="313678"/>
              <a:ext cx="96119" cy="101875"/>
            </a:xfrm>
            <a:custGeom>
              <a:avLst/>
              <a:gdLst>
                <a:gd name="connsiteX0" fmla="*/ 95810 w 96119"/>
                <a:gd name="connsiteY0" fmla="*/ 56965 h 101875"/>
                <a:gd name="connsiteX1" fmla="*/ 20362 w 96119"/>
                <a:gd name="connsiteY1" fmla="*/ 56965 h 101875"/>
                <a:gd name="connsiteX2" fmla="*/ 34212 w 96119"/>
                <a:gd name="connsiteY2" fmla="*/ 79118 h 101875"/>
                <a:gd name="connsiteX3" fmla="*/ 48915 w 96119"/>
                <a:gd name="connsiteY3" fmla="*/ 82727 h 101875"/>
                <a:gd name="connsiteX4" fmla="*/ 73366 w 96119"/>
                <a:gd name="connsiteY4" fmla="*/ 75426 h 101875"/>
                <a:gd name="connsiteX5" fmla="*/ 79556 w 96119"/>
                <a:gd name="connsiteY5" fmla="*/ 69472 h 101875"/>
                <a:gd name="connsiteX6" fmla="*/ 93354 w 96119"/>
                <a:gd name="connsiteY6" fmla="*/ 82930 h 101875"/>
                <a:gd name="connsiteX7" fmla="*/ 83867 w 96119"/>
                <a:gd name="connsiteY7" fmla="*/ 91638 h 101875"/>
                <a:gd name="connsiteX8" fmla="*/ 46091 w 96119"/>
                <a:gd name="connsiteY8" fmla="*/ 101759 h 101875"/>
                <a:gd name="connsiteX9" fmla="*/ 16168 w 96119"/>
                <a:gd name="connsiteY9" fmla="*/ 89716 h 101875"/>
                <a:gd name="connsiteX10" fmla="*/ 506 w 96119"/>
                <a:gd name="connsiteY10" fmla="*/ 58160 h 101875"/>
                <a:gd name="connsiteX11" fmla="*/ 5248 w 96119"/>
                <a:gd name="connsiteY11" fmla="*/ 26756 h 101875"/>
                <a:gd name="connsiteX12" fmla="*/ 40827 w 96119"/>
                <a:gd name="connsiteY12" fmla="*/ 738 h 101875"/>
                <a:gd name="connsiteX13" fmla="*/ 70343 w 96119"/>
                <a:gd name="connsiteY13" fmla="*/ 4817 h 101875"/>
                <a:gd name="connsiteX14" fmla="*/ 94209 w 96119"/>
                <a:gd name="connsiteY14" fmla="*/ 35590 h 101875"/>
                <a:gd name="connsiteX15" fmla="*/ 95810 w 96119"/>
                <a:gd name="connsiteY15" fmla="*/ 56965 h 101875"/>
                <a:gd name="connsiteX16" fmla="*/ 20776 w 96119"/>
                <a:gd name="connsiteY16" fmla="*/ 40423 h 101875"/>
                <a:gd name="connsiteX17" fmla="*/ 74793 w 96119"/>
                <a:gd name="connsiteY17" fmla="*/ 40423 h 101875"/>
                <a:gd name="connsiteX18" fmla="*/ 50253 w 96119"/>
                <a:gd name="connsiteY18" fmla="*/ 17857 h 101875"/>
                <a:gd name="connsiteX19" fmla="*/ 20776 w 96119"/>
                <a:gd name="connsiteY19" fmla="*/ 40423 h 10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6119" h="101875">
                  <a:moveTo>
                    <a:pt x="95810" y="56965"/>
                  </a:moveTo>
                  <a:lnTo>
                    <a:pt x="20362" y="56965"/>
                  </a:lnTo>
                  <a:cubicBezTo>
                    <a:pt x="21886" y="66442"/>
                    <a:pt x="25653" y="74318"/>
                    <a:pt x="34212" y="79118"/>
                  </a:cubicBezTo>
                  <a:cubicBezTo>
                    <a:pt x="38729" y="81545"/>
                    <a:pt x="43788" y="82786"/>
                    <a:pt x="48915" y="82727"/>
                  </a:cubicBezTo>
                  <a:cubicBezTo>
                    <a:pt x="57811" y="82850"/>
                    <a:pt x="66195" y="81075"/>
                    <a:pt x="73366" y="75426"/>
                  </a:cubicBezTo>
                  <a:cubicBezTo>
                    <a:pt x="75532" y="73550"/>
                    <a:pt x="77598" y="71563"/>
                    <a:pt x="79556" y="69472"/>
                  </a:cubicBezTo>
                  <a:lnTo>
                    <a:pt x="93354" y="82930"/>
                  </a:lnTo>
                  <a:cubicBezTo>
                    <a:pt x="90598" y="86246"/>
                    <a:pt x="87407" y="89175"/>
                    <a:pt x="83867" y="91638"/>
                  </a:cubicBezTo>
                  <a:cubicBezTo>
                    <a:pt x="72486" y="99593"/>
                    <a:pt x="59751" y="102519"/>
                    <a:pt x="46091" y="101759"/>
                  </a:cubicBezTo>
                  <a:cubicBezTo>
                    <a:pt x="35014" y="101373"/>
                    <a:pt x="24424" y="97111"/>
                    <a:pt x="16168" y="89716"/>
                  </a:cubicBezTo>
                  <a:cubicBezTo>
                    <a:pt x="6826" y="81316"/>
                    <a:pt x="1889" y="70591"/>
                    <a:pt x="506" y="58160"/>
                  </a:cubicBezTo>
                  <a:cubicBezTo>
                    <a:pt x="-933" y="47454"/>
                    <a:pt x="712" y="36560"/>
                    <a:pt x="5248" y="26756"/>
                  </a:cubicBezTo>
                  <a:cubicBezTo>
                    <a:pt x="12466" y="11681"/>
                    <a:pt x="24591" y="3239"/>
                    <a:pt x="40827" y="738"/>
                  </a:cubicBezTo>
                  <a:cubicBezTo>
                    <a:pt x="50850" y="-1030"/>
                    <a:pt x="61175" y="397"/>
                    <a:pt x="70343" y="4817"/>
                  </a:cubicBezTo>
                  <a:cubicBezTo>
                    <a:pt x="83187" y="11156"/>
                    <a:pt x="90642" y="21889"/>
                    <a:pt x="94209" y="35590"/>
                  </a:cubicBezTo>
                  <a:cubicBezTo>
                    <a:pt x="95990" y="42566"/>
                    <a:pt x="96532" y="49801"/>
                    <a:pt x="95810" y="56965"/>
                  </a:cubicBezTo>
                  <a:close/>
                  <a:moveTo>
                    <a:pt x="20776" y="40423"/>
                  </a:moveTo>
                  <a:lnTo>
                    <a:pt x="74793" y="40423"/>
                  </a:lnTo>
                  <a:cubicBezTo>
                    <a:pt x="73059" y="28002"/>
                    <a:pt x="62776" y="18546"/>
                    <a:pt x="50253" y="17857"/>
                  </a:cubicBezTo>
                  <a:cubicBezTo>
                    <a:pt x="34544" y="16956"/>
                    <a:pt x="23456" y="25443"/>
                    <a:pt x="20776" y="40423"/>
                  </a:cubicBezTo>
                  <a:close/>
                </a:path>
              </a:pathLst>
            </a:custGeom>
            <a:solidFill>
              <a:schemeClr val="tx2"/>
            </a:solidFill>
            <a:ln w="264" cap="flat">
              <a:noFill/>
              <a:prstDash val="solid"/>
              <a:miter/>
            </a:ln>
          </p:spPr>
          <p:txBody>
            <a:bodyPr rtlCol="0" anchor="ctr"/>
            <a:lstStyle/>
            <a:p>
              <a:endParaRPr lang="en-US"/>
            </a:p>
          </p:txBody>
        </p:sp>
      </p:grpSp>
      <p:sp>
        <p:nvSpPr>
          <p:cNvPr id="3" name="Text Placeholder 2">
            <a:extLst>
              <a:ext uri="{FF2B5EF4-FFF2-40B4-BE49-F238E27FC236}">
                <a16:creationId xmlns:a16="http://schemas.microsoft.com/office/drawing/2014/main" id="{F5889EA2-F8DD-4E46-A5E8-853F0C99A2B0}"/>
              </a:ext>
            </a:extLst>
          </p:cNvPr>
          <p:cNvSpPr>
            <a:spLocks noGrp="1"/>
          </p:cNvSpPr>
          <p:nvPr>
            <p:ph type="body" idx="1"/>
          </p:nvPr>
        </p:nvSpPr>
        <p:spPr>
          <a:xfrm>
            <a:off x="839787" y="2097088"/>
            <a:ext cx="10512425" cy="4103687"/>
          </a:xfrm>
          <a:prstGeom prst="rect">
            <a:avLst/>
          </a:prstGeom>
        </p:spPr>
        <p:txBody>
          <a:bodyPr vert="horz" lIns="0" tIns="0" rIns="0" bIns="0" rtlCol="0">
            <a:normAutofit/>
          </a:body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a:p>
            <a:pPr lvl="1"/>
            <a:r>
              <a:rPr lang="nb-NO" noProof="0"/>
              <a:t>Second </a:t>
            </a:r>
            <a:r>
              <a:rPr lang="nb-NO" noProof="0" err="1"/>
              <a:t>level</a:t>
            </a:r>
            <a:endParaRPr lang="nb-NO" noProof="0"/>
          </a:p>
          <a:p>
            <a:pPr lvl="2"/>
            <a:r>
              <a:rPr lang="nb-NO" noProof="0"/>
              <a:t>Third </a:t>
            </a:r>
            <a:r>
              <a:rPr lang="nb-NO" noProof="0" err="1"/>
              <a:t>level</a:t>
            </a:r>
            <a:endParaRPr lang="nb-NO" noProof="0"/>
          </a:p>
          <a:p>
            <a:pPr lvl="3"/>
            <a:r>
              <a:rPr lang="nb-NO" noProof="0" err="1"/>
              <a:t>Fourth</a:t>
            </a:r>
            <a:r>
              <a:rPr lang="nb-NO" noProof="0"/>
              <a:t> </a:t>
            </a:r>
            <a:r>
              <a:rPr lang="nb-NO" noProof="0" err="1"/>
              <a:t>level</a:t>
            </a:r>
            <a:endParaRPr lang="nb-NO" noProof="0"/>
          </a:p>
          <a:p>
            <a:pPr lvl="4"/>
            <a:r>
              <a:rPr lang="nb-NO" noProof="0"/>
              <a:t>Fifth </a:t>
            </a:r>
            <a:r>
              <a:rPr lang="nb-NO" noProof="0" err="1"/>
              <a:t>level</a:t>
            </a:r>
            <a:endParaRPr lang="nb-NO" noProof="0"/>
          </a:p>
        </p:txBody>
      </p:sp>
      <p:sp>
        <p:nvSpPr>
          <p:cNvPr id="5" name="Title Placeholder 1">
            <a:extLst>
              <a:ext uri="{FF2B5EF4-FFF2-40B4-BE49-F238E27FC236}">
                <a16:creationId xmlns:a16="http://schemas.microsoft.com/office/drawing/2014/main" id="{1640073E-9FC2-E643-A841-E98A5CAF0F00}"/>
              </a:ext>
            </a:extLst>
          </p:cNvPr>
          <p:cNvSpPr>
            <a:spLocks noGrp="1"/>
          </p:cNvSpPr>
          <p:nvPr>
            <p:ph type="title"/>
          </p:nvPr>
        </p:nvSpPr>
        <p:spPr>
          <a:xfrm>
            <a:off x="839788" y="728663"/>
            <a:ext cx="10512425" cy="1183958"/>
          </a:xfrm>
          <a:prstGeom prst="rect">
            <a:avLst/>
          </a:prstGeom>
        </p:spPr>
        <p:txBody>
          <a:bodyPr vert="horz" lIns="0" tIns="0" rIns="0" bIns="0" rtlCol="0" anchor="t" anchorCtr="0">
            <a:normAutofit/>
          </a:body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13" name="Slide Number Placeholder 12">
            <a:extLst>
              <a:ext uri="{FF2B5EF4-FFF2-40B4-BE49-F238E27FC236}">
                <a16:creationId xmlns:a16="http://schemas.microsoft.com/office/drawing/2014/main" id="{A317C70E-FBD8-445A-A26D-A26FB52104BD}"/>
              </a:ext>
            </a:extLst>
          </p:cNvPr>
          <p:cNvSpPr>
            <a:spLocks noGrp="1"/>
          </p:cNvSpPr>
          <p:nvPr>
            <p:ph type="sldNum" sz="quarter" idx="4"/>
          </p:nvPr>
        </p:nvSpPr>
        <p:spPr>
          <a:xfrm>
            <a:off x="10568940" y="6200776"/>
            <a:ext cx="784860" cy="394335"/>
          </a:xfrm>
          <a:prstGeom prst="rect">
            <a:avLst/>
          </a:prstGeom>
        </p:spPr>
        <p:txBody>
          <a:bodyPr vert="horz" lIns="0" tIns="0" rIns="0" bIns="0" rtlCol="0" anchor="ctr"/>
          <a:lstStyle>
            <a:lvl1pPr algn="r">
              <a:defRPr sz="1000">
                <a:solidFill>
                  <a:schemeClr val="bg1">
                    <a:lumMod val="50000"/>
                  </a:schemeClr>
                </a:solidFill>
              </a:defRPr>
            </a:lvl1pPr>
          </a:lstStyle>
          <a:p>
            <a:fld id="{261FDEBC-E42D-42D0-B9CA-24127F1B2280}" type="slidenum">
              <a:rPr lang="nb-NO" noProof="0" smtClean="0"/>
              <a:pPr/>
              <a:t>‹#›</a:t>
            </a:fld>
            <a:endParaRPr lang="nb-NO" noProof="0"/>
          </a:p>
        </p:txBody>
      </p:sp>
    </p:spTree>
    <p:extLst>
      <p:ext uri="{BB962C8B-B14F-4D97-AF65-F5344CB8AC3E}">
        <p14:creationId xmlns:p14="http://schemas.microsoft.com/office/powerpoint/2010/main" val="1220520348"/>
      </p:ext>
    </p:extLst>
  </p:cSld>
  <p:clrMap bg1="lt1" tx1="dk1" bg2="lt2" tx2="dk2" accent1="accent1" accent2="accent2" accent3="accent3" accent4="accent4" accent5="accent5" accent6="accent6" hlink="hlink" folHlink="folHlink"/>
  <p:sldLayoutIdLst>
    <p:sldLayoutId id="2147483825" r:id="rId1"/>
    <p:sldLayoutId id="2147483827" r:id="rId2"/>
    <p:sldLayoutId id="2147483822" r:id="rId3"/>
    <p:sldLayoutId id="2147483831" r:id="rId4"/>
    <p:sldLayoutId id="2147483832" r:id="rId5"/>
    <p:sldLayoutId id="2147483830" r:id="rId6"/>
    <p:sldLayoutId id="2147483771" r:id="rId7"/>
    <p:sldLayoutId id="2147483778" r:id="rId8"/>
    <p:sldLayoutId id="2147483773" r:id="rId9"/>
    <p:sldLayoutId id="2147483774" r:id="rId10"/>
    <p:sldLayoutId id="2147483776" r:id="rId11"/>
    <p:sldLayoutId id="2147483777" r:id="rId12"/>
    <p:sldLayoutId id="2147483826" r:id="rId13"/>
    <p:sldLayoutId id="2147483834" r:id="rId14"/>
    <p:sldLayoutId id="2147483835" r:id="rId15"/>
    <p:sldLayoutId id="2147483836" r:id="rId16"/>
    <p:sldLayoutId id="2147483837" r:id="rId17"/>
    <p:sldLayoutId id="2147483838" r:id="rId18"/>
    <p:sldLayoutId id="2147483839" r:id="rId19"/>
    <p:sldLayoutId id="2147483840" r:id="rId20"/>
    <p:sldLayoutId id="2147483841" r:id="rId21"/>
    <p:sldLayoutId id="2147483842" r:id="rId22"/>
    <p:sldLayoutId id="2147483843" r:id="rId23"/>
    <p:sldLayoutId id="2147483844" r:id="rId24"/>
    <p:sldLayoutId id="2147483828" r:id="rId25"/>
    <p:sldLayoutId id="2147483829" r:id="rId26"/>
  </p:sldLayoutIdLst>
  <p:hf hdr="0" dt="0"/>
  <p:txStyles>
    <p:titleStyle>
      <a:lvl1pPr algn="l" defTabSz="914400" rtl="0" eaLnBrk="1" latinLnBrk="0" hangingPunct="1">
        <a:lnSpc>
          <a:spcPct val="90000"/>
        </a:lnSpc>
        <a:spcBef>
          <a:spcPct val="0"/>
        </a:spcBef>
        <a:buNone/>
        <a:defRPr sz="4000" b="1" kern="1200">
          <a:solidFill>
            <a:schemeClr val="tx2"/>
          </a:solidFill>
          <a:latin typeface="Inter" panose="020B0502030000000004" pitchFamily="34" charset="0"/>
          <a:ea typeface="Inter" panose="020B0502030000000004" pitchFamily="34" charset="0"/>
          <a:cs typeface="+mj-cs"/>
        </a:defRPr>
      </a:lvl1pPr>
    </p:titleStyle>
    <p:bodyStyle>
      <a:lvl1pPr marL="266700" indent="-266700" algn="l" defTabSz="914400" rtl="0" eaLnBrk="1" latinLnBrk="0" hangingPunct="1">
        <a:lnSpc>
          <a:spcPct val="120000"/>
        </a:lnSpc>
        <a:spcBef>
          <a:spcPts val="1000"/>
        </a:spcBef>
        <a:buFont typeface="Arial" panose="020B0604020202020204" pitchFamily="34" charset="0"/>
        <a:buChar char="•"/>
        <a:defRPr sz="2400" kern="1200">
          <a:solidFill>
            <a:schemeClr val="tx2"/>
          </a:solidFill>
          <a:latin typeface="Inter" panose="020B0502030000000004" pitchFamily="34" charset="0"/>
          <a:ea typeface="Inter" panose="020B0502030000000004" pitchFamily="34" charset="0"/>
          <a:cs typeface="+mn-cs"/>
        </a:defRPr>
      </a:lvl1pPr>
      <a:lvl2pPr marL="536575" indent="-269875" algn="l" defTabSz="914400" rtl="0" eaLnBrk="1" latinLnBrk="0" hangingPunct="1">
        <a:lnSpc>
          <a:spcPct val="120000"/>
        </a:lnSpc>
        <a:spcBef>
          <a:spcPts val="500"/>
        </a:spcBef>
        <a:buFont typeface="Arial" panose="020B0604020202020204" pitchFamily="34" charset="0"/>
        <a:buChar char="•"/>
        <a:defRPr sz="2000" kern="1200">
          <a:solidFill>
            <a:schemeClr val="tx2"/>
          </a:solidFill>
          <a:latin typeface="Inter" panose="020B0502030000000004" pitchFamily="34" charset="0"/>
          <a:ea typeface="Inter" panose="020B0502030000000004" pitchFamily="34" charset="0"/>
          <a:cs typeface="+mn-cs"/>
        </a:defRPr>
      </a:lvl2pPr>
      <a:lvl3pPr marL="808038" indent="-266700" algn="l" defTabSz="914400" rtl="0" eaLnBrk="1" latinLnBrk="0" hangingPunct="1">
        <a:lnSpc>
          <a:spcPct val="120000"/>
        </a:lnSpc>
        <a:spcBef>
          <a:spcPts val="500"/>
        </a:spcBef>
        <a:buFont typeface="Arial" panose="020B0604020202020204" pitchFamily="34" charset="0"/>
        <a:buChar char="•"/>
        <a:defRPr sz="1800" kern="1200">
          <a:solidFill>
            <a:schemeClr val="tx2"/>
          </a:solidFill>
          <a:latin typeface="Inter" panose="020B0502030000000004" pitchFamily="34" charset="0"/>
          <a:ea typeface="Inter" panose="020B0502030000000004" pitchFamily="34" charset="0"/>
          <a:cs typeface="+mn-cs"/>
        </a:defRPr>
      </a:lvl3pPr>
      <a:lvl4pPr marL="808038" indent="-266700" algn="l" defTabSz="914400" rtl="0" eaLnBrk="1" latinLnBrk="0" hangingPunct="1">
        <a:lnSpc>
          <a:spcPct val="120000"/>
        </a:lnSpc>
        <a:spcBef>
          <a:spcPts val="500"/>
        </a:spcBef>
        <a:buFont typeface="Arial" panose="020B0604020202020204" pitchFamily="34" charset="0"/>
        <a:buChar char="•"/>
        <a:defRPr sz="1800" kern="1200">
          <a:solidFill>
            <a:schemeClr val="tx2"/>
          </a:solidFill>
          <a:latin typeface="Inter" panose="020B0502030000000004" pitchFamily="34" charset="0"/>
          <a:ea typeface="Inter" panose="020B0502030000000004" pitchFamily="34" charset="0"/>
          <a:cs typeface="+mn-cs"/>
        </a:defRPr>
      </a:lvl4pPr>
      <a:lvl5pPr marL="808038" indent="-266700" algn="l" defTabSz="914400" rtl="0" eaLnBrk="1" latinLnBrk="0" hangingPunct="1">
        <a:lnSpc>
          <a:spcPct val="120000"/>
        </a:lnSpc>
        <a:spcBef>
          <a:spcPts val="500"/>
        </a:spcBef>
        <a:buFont typeface="Arial" panose="020B0604020202020204" pitchFamily="34" charset="0"/>
        <a:buChar char="•"/>
        <a:defRPr sz="1800" kern="1200">
          <a:solidFill>
            <a:schemeClr val="tx2"/>
          </a:solidFill>
          <a:latin typeface="Inter" panose="020B0502030000000004" pitchFamily="34" charset="0"/>
          <a:ea typeface="Inter" panose="020B05020300000000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guide id="2" pos="7151" userDrawn="1">
          <p15:clr>
            <a:srgbClr val="F26B43"/>
          </p15:clr>
        </p15:guide>
        <p15:guide id="3" orient="horz" pos="1321" userDrawn="1">
          <p15:clr>
            <a:srgbClr val="F26B43"/>
          </p15:clr>
        </p15:guide>
        <p15:guide id="4" orient="horz" pos="459" userDrawn="1">
          <p15:clr>
            <a:srgbClr val="F26B43"/>
          </p15:clr>
        </p15:guide>
        <p15:guide id="5" orient="horz" pos="3906"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F5D7184-0BEB-43CD-BE6F-C413484FFC22}"/>
              </a:ext>
            </a:extLst>
          </p:cNvPr>
          <p:cNvSpPr/>
          <p:nvPr/>
        </p:nvSpPr>
        <p:spPr>
          <a:xfrm rot="16200000">
            <a:off x="11933047" y="358624"/>
            <a:ext cx="6401" cy="1217"/>
          </a:xfrm>
          <a:custGeom>
            <a:avLst/>
            <a:gdLst>
              <a:gd name="connsiteX0" fmla="*/ 6401 w 6401"/>
              <a:gd name="connsiteY0" fmla="*/ 1218 h 1217"/>
              <a:gd name="connsiteX1" fmla="*/ 0 w 6401"/>
              <a:gd name="connsiteY1" fmla="*/ 0 h 1217"/>
              <a:gd name="connsiteX2" fmla="*/ 6401 w 6401"/>
              <a:gd name="connsiteY2" fmla="*/ 1218 h 1217"/>
            </a:gdLst>
            <a:ahLst/>
            <a:cxnLst>
              <a:cxn ang="0">
                <a:pos x="connsiteX0" y="connsiteY0"/>
              </a:cxn>
              <a:cxn ang="0">
                <a:pos x="connsiteX1" y="connsiteY1"/>
              </a:cxn>
              <a:cxn ang="0">
                <a:pos x="connsiteX2" y="connsiteY2"/>
              </a:cxn>
            </a:cxnLst>
            <a:rect l="l" t="t" r="r" b="b"/>
            <a:pathLst>
              <a:path w="6401" h="1217">
                <a:moveTo>
                  <a:pt x="6401" y="1218"/>
                </a:moveTo>
                <a:cubicBezTo>
                  <a:pt x="4320" y="575"/>
                  <a:pt x="2172" y="166"/>
                  <a:pt x="0" y="0"/>
                </a:cubicBezTo>
                <a:cubicBezTo>
                  <a:pt x="2177" y="131"/>
                  <a:pt x="4328" y="540"/>
                  <a:pt x="6401" y="1218"/>
                </a:cubicBezTo>
                <a:close/>
              </a:path>
            </a:pathLst>
          </a:custGeom>
          <a:solidFill>
            <a:srgbClr val="11133C">
              <a:alpha val="55000"/>
            </a:srgbClr>
          </a:solidFill>
          <a:ln w="264" cap="flat">
            <a:noFill/>
            <a:prstDash val="solid"/>
            <a:miter/>
          </a:ln>
        </p:spPr>
        <p:txBody>
          <a:bodyPr rtlCol="0" anchor="ctr"/>
          <a:lstStyle/>
          <a:p>
            <a:endParaRPr lang="en-US"/>
          </a:p>
        </p:txBody>
      </p:sp>
      <p:grpSp>
        <p:nvGrpSpPr>
          <p:cNvPr id="11" name="Group 10">
            <a:extLst>
              <a:ext uri="{FF2B5EF4-FFF2-40B4-BE49-F238E27FC236}">
                <a16:creationId xmlns:a16="http://schemas.microsoft.com/office/drawing/2014/main" id="{EA39CE61-C786-4C3B-A697-6BF51CA7E57B}"/>
              </a:ext>
            </a:extLst>
          </p:cNvPr>
          <p:cNvGrpSpPr/>
          <p:nvPr userDrawn="1"/>
        </p:nvGrpSpPr>
        <p:grpSpPr>
          <a:xfrm>
            <a:off x="11870514" y="244569"/>
            <a:ext cx="151518" cy="609202"/>
            <a:chOff x="11870514" y="244569"/>
            <a:chExt cx="151518" cy="609202"/>
          </a:xfrm>
        </p:grpSpPr>
        <p:sp>
          <p:nvSpPr>
            <p:cNvPr id="8" name="Freeform: Shape 7">
              <a:extLst>
                <a:ext uri="{FF2B5EF4-FFF2-40B4-BE49-F238E27FC236}">
                  <a16:creationId xmlns:a16="http://schemas.microsoft.com/office/drawing/2014/main" id="{3DDF71CE-A61C-4C1F-BD9F-ECE9E194A253}"/>
                </a:ext>
              </a:extLst>
            </p:cNvPr>
            <p:cNvSpPr/>
            <p:nvPr/>
          </p:nvSpPr>
          <p:spPr>
            <a:xfrm rot="16200000">
              <a:off x="11641672" y="473411"/>
              <a:ext cx="609202" cy="151518"/>
            </a:xfrm>
            <a:custGeom>
              <a:avLst/>
              <a:gdLst>
                <a:gd name="connsiteX0" fmla="*/ 413946 w 609202"/>
                <a:gd name="connsiteY0" fmla="*/ 49664 h 151518"/>
                <a:gd name="connsiteX1" fmla="*/ 384494 w 609202"/>
                <a:gd name="connsiteY1" fmla="*/ 125217 h 151518"/>
                <a:gd name="connsiteX2" fmla="*/ 354820 w 609202"/>
                <a:gd name="connsiteY2" fmla="*/ 49664 h 151518"/>
                <a:gd name="connsiteX3" fmla="*/ 331666 w 609202"/>
                <a:gd name="connsiteY3" fmla="*/ 49664 h 151518"/>
                <a:gd name="connsiteX4" fmla="*/ 372910 w 609202"/>
                <a:gd name="connsiteY4" fmla="*/ 147314 h 151518"/>
                <a:gd name="connsiteX5" fmla="*/ 393955 w 609202"/>
                <a:gd name="connsiteY5" fmla="*/ 147314 h 151518"/>
                <a:gd name="connsiteX6" fmla="*/ 435214 w 609202"/>
                <a:gd name="connsiteY6" fmla="*/ 49665 h 151518"/>
                <a:gd name="connsiteX7" fmla="*/ 297359 w 609202"/>
                <a:gd name="connsiteY7" fmla="*/ 49664 h 151518"/>
                <a:gd name="connsiteX8" fmla="*/ 297359 w 609202"/>
                <a:gd name="connsiteY8" fmla="*/ 101215 h 151518"/>
                <a:gd name="connsiteX9" fmla="*/ 272528 w 609202"/>
                <a:gd name="connsiteY9" fmla="*/ 130474 h 151518"/>
                <a:gd name="connsiteX10" fmla="*/ 247695 w 609202"/>
                <a:gd name="connsiteY10" fmla="*/ 101215 h 151518"/>
                <a:gd name="connsiteX11" fmla="*/ 247695 w 609202"/>
                <a:gd name="connsiteY11" fmla="*/ 49664 h 151518"/>
                <a:gd name="connsiteX12" fmla="*/ 227067 w 609202"/>
                <a:gd name="connsiteY12" fmla="*/ 49664 h 151518"/>
                <a:gd name="connsiteX13" fmla="*/ 227067 w 609202"/>
                <a:gd name="connsiteY13" fmla="*/ 102060 h 151518"/>
                <a:gd name="connsiteX14" fmla="*/ 272528 w 609202"/>
                <a:gd name="connsiteY14" fmla="*/ 149408 h 151518"/>
                <a:gd name="connsiteX15" fmla="*/ 317989 w 609202"/>
                <a:gd name="connsiteY15" fmla="*/ 102060 h 151518"/>
                <a:gd name="connsiteX16" fmla="*/ 317989 w 609202"/>
                <a:gd name="connsiteY16" fmla="*/ 49664 h 151518"/>
                <a:gd name="connsiteX17" fmla="*/ 162877 w 609202"/>
                <a:gd name="connsiteY17" fmla="*/ 47347 h 151518"/>
                <a:gd name="connsiteX18" fmla="*/ 140599 w 609202"/>
                <a:gd name="connsiteY18" fmla="*/ 52442 h 151518"/>
                <a:gd name="connsiteX19" fmla="*/ 112797 w 609202"/>
                <a:gd name="connsiteY19" fmla="*/ 97428 h 151518"/>
                <a:gd name="connsiteX20" fmla="*/ 156150 w 609202"/>
                <a:gd name="connsiteY20" fmla="*/ 151519 h 151518"/>
                <a:gd name="connsiteX21" fmla="*/ 168567 w 609202"/>
                <a:gd name="connsiteY21" fmla="*/ 144568 h 151518"/>
                <a:gd name="connsiteX22" fmla="*/ 197603 w 609202"/>
                <a:gd name="connsiteY22" fmla="*/ 119528 h 151518"/>
                <a:gd name="connsiteX23" fmla="*/ 212335 w 609202"/>
                <a:gd name="connsiteY23" fmla="*/ 96596 h 151518"/>
                <a:gd name="connsiteX24" fmla="*/ 162879 w 609202"/>
                <a:gd name="connsiteY24" fmla="*/ 47348 h 151518"/>
                <a:gd name="connsiteX25" fmla="*/ 184768 w 609202"/>
                <a:gd name="connsiteY25" fmla="*/ 112799 h 151518"/>
                <a:gd name="connsiteX26" fmla="*/ 168567 w 609202"/>
                <a:gd name="connsiteY26" fmla="*/ 129419 h 151518"/>
                <a:gd name="connsiteX27" fmla="*/ 161200 w 609202"/>
                <a:gd name="connsiteY27" fmla="*/ 133844 h 151518"/>
                <a:gd name="connsiteX28" fmla="*/ 132373 w 609202"/>
                <a:gd name="connsiteY28" fmla="*/ 100591 h 151518"/>
                <a:gd name="connsiteX29" fmla="*/ 162671 w 609202"/>
                <a:gd name="connsiteY29" fmla="*/ 70070 h 151518"/>
                <a:gd name="connsiteX30" fmla="*/ 192557 w 609202"/>
                <a:gd name="connsiteY30" fmla="*/ 100182 h 151518"/>
                <a:gd name="connsiteX31" fmla="*/ 192557 w 609202"/>
                <a:gd name="connsiteY31" fmla="*/ 100182 h 151518"/>
                <a:gd name="connsiteX32" fmla="*/ 192553 w 609202"/>
                <a:gd name="connsiteY32" fmla="*/ 100589 h 151518"/>
                <a:gd name="connsiteX33" fmla="*/ 184772 w 609202"/>
                <a:gd name="connsiteY33" fmla="*/ 112797 h 151518"/>
                <a:gd name="connsiteX34" fmla="*/ 51342 w 609202"/>
                <a:gd name="connsiteY34" fmla="*/ 47347 h 151518"/>
                <a:gd name="connsiteX35" fmla="*/ 20198 w 609202"/>
                <a:gd name="connsiteY35" fmla="*/ 59555 h 151518"/>
                <a:gd name="connsiteX36" fmla="*/ 19991 w 609202"/>
                <a:gd name="connsiteY36" fmla="*/ 0 h 151518"/>
                <a:gd name="connsiteX37" fmla="*/ 0 w 609202"/>
                <a:gd name="connsiteY37" fmla="*/ 0 h 151518"/>
                <a:gd name="connsiteX38" fmla="*/ 0 w 609202"/>
                <a:gd name="connsiteY38" fmla="*/ 147315 h 151518"/>
                <a:gd name="connsiteX39" fmla="*/ 20630 w 609202"/>
                <a:gd name="connsiteY39" fmla="*/ 147315 h 151518"/>
                <a:gd name="connsiteX40" fmla="*/ 20630 w 609202"/>
                <a:gd name="connsiteY40" fmla="*/ 137422 h 151518"/>
                <a:gd name="connsiteX41" fmla="*/ 51344 w 609202"/>
                <a:gd name="connsiteY41" fmla="*/ 149200 h 151518"/>
                <a:gd name="connsiteX42" fmla="*/ 100175 w 609202"/>
                <a:gd name="connsiteY42" fmla="*/ 98273 h 151518"/>
                <a:gd name="connsiteX43" fmla="*/ 51342 w 609202"/>
                <a:gd name="connsiteY43" fmla="*/ 47347 h 151518"/>
                <a:gd name="connsiteX44" fmla="*/ 49664 w 609202"/>
                <a:gd name="connsiteY44" fmla="*/ 130266 h 151518"/>
                <a:gd name="connsiteX45" fmla="*/ 20198 w 609202"/>
                <a:gd name="connsiteY45" fmla="*/ 98275 h 151518"/>
                <a:gd name="connsiteX46" fmla="*/ 49664 w 609202"/>
                <a:gd name="connsiteY46" fmla="*/ 66284 h 151518"/>
                <a:gd name="connsiteX47" fmla="*/ 79131 w 609202"/>
                <a:gd name="connsiteY47" fmla="*/ 98276 h 151518"/>
                <a:gd name="connsiteX48" fmla="*/ 49662 w 609202"/>
                <a:gd name="connsiteY48" fmla="*/ 130264 h 151518"/>
                <a:gd name="connsiteX49" fmla="*/ 609203 w 609202"/>
                <a:gd name="connsiteY49" fmla="*/ 49664 h 151518"/>
                <a:gd name="connsiteX50" fmla="*/ 579321 w 609202"/>
                <a:gd name="connsiteY50" fmla="*/ 49664 h 151518"/>
                <a:gd name="connsiteX51" fmla="*/ 579099 w 609202"/>
                <a:gd name="connsiteY51" fmla="*/ 0 h 151518"/>
                <a:gd name="connsiteX52" fmla="*/ 559107 w 609202"/>
                <a:gd name="connsiteY52" fmla="*/ 0 h 151518"/>
                <a:gd name="connsiteX53" fmla="*/ 559107 w 609202"/>
                <a:gd name="connsiteY53" fmla="*/ 49664 h 151518"/>
                <a:gd name="connsiteX54" fmla="*/ 545369 w 609202"/>
                <a:gd name="connsiteY54" fmla="*/ 49664 h 151518"/>
                <a:gd name="connsiteX55" fmla="*/ 545369 w 609202"/>
                <a:gd name="connsiteY55" fmla="*/ 67545 h 151518"/>
                <a:gd name="connsiteX56" fmla="*/ 559107 w 609202"/>
                <a:gd name="connsiteY56" fmla="*/ 67545 h 151518"/>
                <a:gd name="connsiteX57" fmla="*/ 559107 w 609202"/>
                <a:gd name="connsiteY57" fmla="*/ 147314 h 151518"/>
                <a:gd name="connsiteX58" fmla="*/ 579529 w 609202"/>
                <a:gd name="connsiteY58" fmla="*/ 147314 h 151518"/>
                <a:gd name="connsiteX59" fmla="*/ 579321 w 609202"/>
                <a:gd name="connsiteY59" fmla="*/ 67545 h 151518"/>
                <a:gd name="connsiteX60" fmla="*/ 609203 w 609202"/>
                <a:gd name="connsiteY60" fmla="*/ 67545 h 15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9202" h="151518">
                  <a:moveTo>
                    <a:pt x="413946" y="49664"/>
                  </a:moveTo>
                  <a:lnTo>
                    <a:pt x="384494" y="125217"/>
                  </a:lnTo>
                  <a:lnTo>
                    <a:pt x="354820" y="49664"/>
                  </a:lnTo>
                  <a:lnTo>
                    <a:pt x="331666" y="49664"/>
                  </a:lnTo>
                  <a:lnTo>
                    <a:pt x="372910" y="147314"/>
                  </a:lnTo>
                  <a:lnTo>
                    <a:pt x="393955" y="147314"/>
                  </a:lnTo>
                  <a:lnTo>
                    <a:pt x="435214" y="49665"/>
                  </a:lnTo>
                  <a:close/>
                  <a:moveTo>
                    <a:pt x="297359" y="49664"/>
                  </a:moveTo>
                  <a:lnTo>
                    <a:pt x="297359" y="101215"/>
                  </a:lnTo>
                  <a:cubicBezTo>
                    <a:pt x="297359" y="119735"/>
                    <a:pt x="288314" y="130474"/>
                    <a:pt x="272528" y="130474"/>
                  </a:cubicBezTo>
                  <a:cubicBezTo>
                    <a:pt x="256742" y="130474"/>
                    <a:pt x="247695" y="119735"/>
                    <a:pt x="247695" y="101215"/>
                  </a:cubicBezTo>
                  <a:lnTo>
                    <a:pt x="247695" y="49664"/>
                  </a:lnTo>
                  <a:lnTo>
                    <a:pt x="227067" y="49664"/>
                  </a:lnTo>
                  <a:lnTo>
                    <a:pt x="227067" y="102060"/>
                  </a:lnTo>
                  <a:cubicBezTo>
                    <a:pt x="227067" y="131111"/>
                    <a:pt x="244533" y="149408"/>
                    <a:pt x="272528" y="149408"/>
                  </a:cubicBezTo>
                  <a:cubicBezTo>
                    <a:pt x="300523" y="149408"/>
                    <a:pt x="317989" y="131111"/>
                    <a:pt x="317989" y="102060"/>
                  </a:cubicBezTo>
                  <a:lnTo>
                    <a:pt x="317989" y="49664"/>
                  </a:lnTo>
                  <a:close/>
                  <a:moveTo>
                    <a:pt x="162877" y="47347"/>
                  </a:moveTo>
                  <a:cubicBezTo>
                    <a:pt x="155160" y="47330"/>
                    <a:pt x="147541" y="49072"/>
                    <a:pt x="140599" y="52442"/>
                  </a:cubicBezTo>
                  <a:cubicBezTo>
                    <a:pt x="123437" y="60827"/>
                    <a:pt x="112621" y="78328"/>
                    <a:pt x="112797" y="97428"/>
                  </a:cubicBezTo>
                  <a:cubicBezTo>
                    <a:pt x="112797" y="122482"/>
                    <a:pt x="136159" y="151519"/>
                    <a:pt x="156150" y="151519"/>
                  </a:cubicBezTo>
                  <a:cubicBezTo>
                    <a:pt x="161205" y="151479"/>
                    <a:pt x="165890" y="148857"/>
                    <a:pt x="168567" y="144568"/>
                  </a:cubicBezTo>
                  <a:cubicBezTo>
                    <a:pt x="176781" y="132150"/>
                    <a:pt x="185200" y="125009"/>
                    <a:pt x="197603" y="119528"/>
                  </a:cubicBezTo>
                  <a:cubicBezTo>
                    <a:pt x="209187" y="114478"/>
                    <a:pt x="212335" y="109428"/>
                    <a:pt x="212335" y="96596"/>
                  </a:cubicBezTo>
                  <a:cubicBezTo>
                    <a:pt x="212335" y="68809"/>
                    <a:pt x="190667" y="47348"/>
                    <a:pt x="162879" y="47348"/>
                  </a:cubicBezTo>
                  <a:close/>
                  <a:moveTo>
                    <a:pt x="184768" y="112799"/>
                  </a:moveTo>
                  <a:cubicBezTo>
                    <a:pt x="176348" y="118057"/>
                    <a:pt x="171938" y="122483"/>
                    <a:pt x="168567" y="129419"/>
                  </a:cubicBezTo>
                  <a:cubicBezTo>
                    <a:pt x="167173" y="132194"/>
                    <a:pt x="164305" y="133917"/>
                    <a:pt x="161200" y="133844"/>
                  </a:cubicBezTo>
                  <a:cubicBezTo>
                    <a:pt x="147729" y="133844"/>
                    <a:pt x="132373" y="116156"/>
                    <a:pt x="132373" y="100591"/>
                  </a:cubicBezTo>
                  <a:cubicBezTo>
                    <a:pt x="132373" y="83125"/>
                    <a:pt x="145204" y="70070"/>
                    <a:pt x="162671" y="70070"/>
                  </a:cubicBezTo>
                  <a:cubicBezTo>
                    <a:pt x="179239" y="70133"/>
                    <a:pt x="192619" y="83614"/>
                    <a:pt x="192557" y="100182"/>
                  </a:cubicBezTo>
                  <a:lnTo>
                    <a:pt x="192557" y="100182"/>
                  </a:lnTo>
                  <a:cubicBezTo>
                    <a:pt x="192556" y="100317"/>
                    <a:pt x="192554" y="100452"/>
                    <a:pt x="192553" y="100589"/>
                  </a:cubicBezTo>
                  <a:cubicBezTo>
                    <a:pt x="192553" y="106053"/>
                    <a:pt x="190667" y="109217"/>
                    <a:pt x="184772" y="112797"/>
                  </a:cubicBezTo>
                  <a:close/>
                  <a:moveTo>
                    <a:pt x="51342" y="47347"/>
                  </a:moveTo>
                  <a:cubicBezTo>
                    <a:pt x="39770" y="47223"/>
                    <a:pt x="28603" y="51600"/>
                    <a:pt x="20198" y="59555"/>
                  </a:cubicBezTo>
                  <a:lnTo>
                    <a:pt x="19991" y="0"/>
                  </a:lnTo>
                  <a:lnTo>
                    <a:pt x="0" y="0"/>
                  </a:lnTo>
                  <a:lnTo>
                    <a:pt x="0" y="147315"/>
                  </a:lnTo>
                  <a:lnTo>
                    <a:pt x="20630" y="147315"/>
                  </a:lnTo>
                  <a:lnTo>
                    <a:pt x="20630" y="137422"/>
                  </a:lnTo>
                  <a:cubicBezTo>
                    <a:pt x="29061" y="145007"/>
                    <a:pt x="40002" y="149203"/>
                    <a:pt x="51344" y="149200"/>
                  </a:cubicBezTo>
                  <a:cubicBezTo>
                    <a:pt x="79130" y="149200"/>
                    <a:pt x="100175" y="127100"/>
                    <a:pt x="100175" y="98273"/>
                  </a:cubicBezTo>
                  <a:cubicBezTo>
                    <a:pt x="100175" y="69445"/>
                    <a:pt x="79130" y="47347"/>
                    <a:pt x="51342" y="47347"/>
                  </a:cubicBezTo>
                  <a:close/>
                  <a:moveTo>
                    <a:pt x="49664" y="130266"/>
                  </a:moveTo>
                  <a:cubicBezTo>
                    <a:pt x="32822" y="130266"/>
                    <a:pt x="20198" y="116587"/>
                    <a:pt x="20198" y="98275"/>
                  </a:cubicBezTo>
                  <a:cubicBezTo>
                    <a:pt x="20198" y="79962"/>
                    <a:pt x="32822" y="66284"/>
                    <a:pt x="49664" y="66284"/>
                  </a:cubicBezTo>
                  <a:cubicBezTo>
                    <a:pt x="66505" y="66284"/>
                    <a:pt x="79131" y="79962"/>
                    <a:pt x="79131" y="98276"/>
                  </a:cubicBezTo>
                  <a:cubicBezTo>
                    <a:pt x="79131" y="116590"/>
                    <a:pt x="66505" y="130264"/>
                    <a:pt x="49662" y="130264"/>
                  </a:cubicBezTo>
                  <a:close/>
                  <a:moveTo>
                    <a:pt x="609203" y="49664"/>
                  </a:moveTo>
                  <a:lnTo>
                    <a:pt x="579321" y="49664"/>
                  </a:lnTo>
                  <a:lnTo>
                    <a:pt x="579099" y="0"/>
                  </a:lnTo>
                  <a:lnTo>
                    <a:pt x="559107" y="0"/>
                  </a:lnTo>
                  <a:lnTo>
                    <a:pt x="559107" y="49664"/>
                  </a:lnTo>
                  <a:lnTo>
                    <a:pt x="545369" y="49664"/>
                  </a:lnTo>
                  <a:lnTo>
                    <a:pt x="545369" y="67545"/>
                  </a:lnTo>
                  <a:lnTo>
                    <a:pt x="559107" y="67545"/>
                  </a:lnTo>
                  <a:lnTo>
                    <a:pt x="559107" y="147314"/>
                  </a:lnTo>
                  <a:lnTo>
                    <a:pt x="579529" y="147314"/>
                  </a:lnTo>
                  <a:lnTo>
                    <a:pt x="579321" y="67545"/>
                  </a:lnTo>
                  <a:lnTo>
                    <a:pt x="609203" y="67545"/>
                  </a:lnTo>
                  <a:close/>
                </a:path>
              </a:pathLst>
            </a:custGeom>
            <a:solidFill>
              <a:schemeClr val="tx2"/>
            </a:solidFill>
            <a:ln w="26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42535C0-4705-4AD0-8E1C-3597C4727ED2}"/>
                </a:ext>
              </a:extLst>
            </p:cNvPr>
            <p:cNvSpPr/>
            <p:nvPr/>
          </p:nvSpPr>
          <p:spPr>
            <a:xfrm rot="16200000">
              <a:off x="11921301" y="313678"/>
              <a:ext cx="96119" cy="101875"/>
            </a:xfrm>
            <a:custGeom>
              <a:avLst/>
              <a:gdLst>
                <a:gd name="connsiteX0" fmla="*/ 95810 w 96119"/>
                <a:gd name="connsiteY0" fmla="*/ 56965 h 101875"/>
                <a:gd name="connsiteX1" fmla="*/ 20362 w 96119"/>
                <a:gd name="connsiteY1" fmla="*/ 56965 h 101875"/>
                <a:gd name="connsiteX2" fmla="*/ 34212 w 96119"/>
                <a:gd name="connsiteY2" fmla="*/ 79118 h 101875"/>
                <a:gd name="connsiteX3" fmla="*/ 48915 w 96119"/>
                <a:gd name="connsiteY3" fmla="*/ 82727 h 101875"/>
                <a:gd name="connsiteX4" fmla="*/ 73366 w 96119"/>
                <a:gd name="connsiteY4" fmla="*/ 75426 h 101875"/>
                <a:gd name="connsiteX5" fmla="*/ 79556 w 96119"/>
                <a:gd name="connsiteY5" fmla="*/ 69472 h 101875"/>
                <a:gd name="connsiteX6" fmla="*/ 93354 w 96119"/>
                <a:gd name="connsiteY6" fmla="*/ 82930 h 101875"/>
                <a:gd name="connsiteX7" fmla="*/ 83867 w 96119"/>
                <a:gd name="connsiteY7" fmla="*/ 91638 h 101875"/>
                <a:gd name="connsiteX8" fmla="*/ 46091 w 96119"/>
                <a:gd name="connsiteY8" fmla="*/ 101759 h 101875"/>
                <a:gd name="connsiteX9" fmla="*/ 16168 w 96119"/>
                <a:gd name="connsiteY9" fmla="*/ 89716 h 101875"/>
                <a:gd name="connsiteX10" fmla="*/ 506 w 96119"/>
                <a:gd name="connsiteY10" fmla="*/ 58160 h 101875"/>
                <a:gd name="connsiteX11" fmla="*/ 5248 w 96119"/>
                <a:gd name="connsiteY11" fmla="*/ 26756 h 101875"/>
                <a:gd name="connsiteX12" fmla="*/ 40827 w 96119"/>
                <a:gd name="connsiteY12" fmla="*/ 738 h 101875"/>
                <a:gd name="connsiteX13" fmla="*/ 70343 w 96119"/>
                <a:gd name="connsiteY13" fmla="*/ 4817 h 101875"/>
                <a:gd name="connsiteX14" fmla="*/ 94209 w 96119"/>
                <a:gd name="connsiteY14" fmla="*/ 35590 h 101875"/>
                <a:gd name="connsiteX15" fmla="*/ 95810 w 96119"/>
                <a:gd name="connsiteY15" fmla="*/ 56965 h 101875"/>
                <a:gd name="connsiteX16" fmla="*/ 20776 w 96119"/>
                <a:gd name="connsiteY16" fmla="*/ 40423 h 101875"/>
                <a:gd name="connsiteX17" fmla="*/ 74793 w 96119"/>
                <a:gd name="connsiteY17" fmla="*/ 40423 h 101875"/>
                <a:gd name="connsiteX18" fmla="*/ 50253 w 96119"/>
                <a:gd name="connsiteY18" fmla="*/ 17857 h 101875"/>
                <a:gd name="connsiteX19" fmla="*/ 20776 w 96119"/>
                <a:gd name="connsiteY19" fmla="*/ 40423 h 10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6119" h="101875">
                  <a:moveTo>
                    <a:pt x="95810" y="56965"/>
                  </a:moveTo>
                  <a:lnTo>
                    <a:pt x="20362" y="56965"/>
                  </a:lnTo>
                  <a:cubicBezTo>
                    <a:pt x="21886" y="66442"/>
                    <a:pt x="25653" y="74318"/>
                    <a:pt x="34212" y="79118"/>
                  </a:cubicBezTo>
                  <a:cubicBezTo>
                    <a:pt x="38729" y="81545"/>
                    <a:pt x="43788" y="82786"/>
                    <a:pt x="48915" y="82727"/>
                  </a:cubicBezTo>
                  <a:cubicBezTo>
                    <a:pt x="57811" y="82850"/>
                    <a:pt x="66195" y="81075"/>
                    <a:pt x="73366" y="75426"/>
                  </a:cubicBezTo>
                  <a:cubicBezTo>
                    <a:pt x="75532" y="73550"/>
                    <a:pt x="77598" y="71563"/>
                    <a:pt x="79556" y="69472"/>
                  </a:cubicBezTo>
                  <a:lnTo>
                    <a:pt x="93354" y="82930"/>
                  </a:lnTo>
                  <a:cubicBezTo>
                    <a:pt x="90598" y="86246"/>
                    <a:pt x="87407" y="89175"/>
                    <a:pt x="83867" y="91638"/>
                  </a:cubicBezTo>
                  <a:cubicBezTo>
                    <a:pt x="72486" y="99593"/>
                    <a:pt x="59751" y="102519"/>
                    <a:pt x="46091" y="101759"/>
                  </a:cubicBezTo>
                  <a:cubicBezTo>
                    <a:pt x="35014" y="101373"/>
                    <a:pt x="24424" y="97111"/>
                    <a:pt x="16168" y="89716"/>
                  </a:cubicBezTo>
                  <a:cubicBezTo>
                    <a:pt x="6826" y="81316"/>
                    <a:pt x="1889" y="70591"/>
                    <a:pt x="506" y="58160"/>
                  </a:cubicBezTo>
                  <a:cubicBezTo>
                    <a:pt x="-933" y="47454"/>
                    <a:pt x="712" y="36560"/>
                    <a:pt x="5248" y="26756"/>
                  </a:cubicBezTo>
                  <a:cubicBezTo>
                    <a:pt x="12466" y="11681"/>
                    <a:pt x="24591" y="3239"/>
                    <a:pt x="40827" y="738"/>
                  </a:cubicBezTo>
                  <a:cubicBezTo>
                    <a:pt x="50850" y="-1030"/>
                    <a:pt x="61175" y="397"/>
                    <a:pt x="70343" y="4817"/>
                  </a:cubicBezTo>
                  <a:cubicBezTo>
                    <a:pt x="83187" y="11156"/>
                    <a:pt x="90642" y="21889"/>
                    <a:pt x="94209" y="35590"/>
                  </a:cubicBezTo>
                  <a:cubicBezTo>
                    <a:pt x="95990" y="42566"/>
                    <a:pt x="96532" y="49801"/>
                    <a:pt x="95810" y="56965"/>
                  </a:cubicBezTo>
                  <a:close/>
                  <a:moveTo>
                    <a:pt x="20776" y="40423"/>
                  </a:moveTo>
                  <a:lnTo>
                    <a:pt x="74793" y="40423"/>
                  </a:lnTo>
                  <a:cubicBezTo>
                    <a:pt x="73059" y="28002"/>
                    <a:pt x="62776" y="18546"/>
                    <a:pt x="50253" y="17857"/>
                  </a:cubicBezTo>
                  <a:cubicBezTo>
                    <a:pt x="34544" y="16956"/>
                    <a:pt x="23456" y="25443"/>
                    <a:pt x="20776" y="40423"/>
                  </a:cubicBezTo>
                  <a:close/>
                </a:path>
              </a:pathLst>
            </a:custGeom>
            <a:solidFill>
              <a:schemeClr val="tx2"/>
            </a:solidFill>
            <a:ln w="264" cap="flat">
              <a:noFill/>
              <a:prstDash val="solid"/>
              <a:miter/>
            </a:ln>
          </p:spPr>
          <p:txBody>
            <a:bodyPr rtlCol="0" anchor="ctr"/>
            <a:lstStyle/>
            <a:p>
              <a:endParaRPr lang="en-US"/>
            </a:p>
          </p:txBody>
        </p:sp>
      </p:grpSp>
      <p:sp>
        <p:nvSpPr>
          <p:cNvPr id="3" name="Text Placeholder 2">
            <a:extLst>
              <a:ext uri="{FF2B5EF4-FFF2-40B4-BE49-F238E27FC236}">
                <a16:creationId xmlns:a16="http://schemas.microsoft.com/office/drawing/2014/main" id="{F5889EA2-F8DD-4E46-A5E8-853F0C99A2B0}"/>
              </a:ext>
            </a:extLst>
          </p:cNvPr>
          <p:cNvSpPr>
            <a:spLocks noGrp="1"/>
          </p:cNvSpPr>
          <p:nvPr>
            <p:ph type="body" idx="1"/>
          </p:nvPr>
        </p:nvSpPr>
        <p:spPr>
          <a:xfrm>
            <a:off x="839787" y="2097088"/>
            <a:ext cx="10512425" cy="4103687"/>
          </a:xfrm>
          <a:prstGeom prst="rect">
            <a:avLst/>
          </a:prstGeom>
        </p:spPr>
        <p:txBody>
          <a:bodyPr vert="horz" lIns="0" tIns="0" rIns="0" bIns="0" rtlCol="0">
            <a:normAutofit/>
          </a:bodyPr>
          <a:lstStyle/>
          <a:p>
            <a:pPr lvl="0"/>
            <a:r>
              <a:rPr lang="nb-NO" noProof="0" err="1"/>
              <a:t>Click</a:t>
            </a:r>
            <a:r>
              <a:rPr lang="nb-NO" noProof="0"/>
              <a:t> to </a:t>
            </a:r>
            <a:r>
              <a:rPr lang="nb-NO" noProof="0" err="1"/>
              <a:t>edit</a:t>
            </a:r>
            <a:r>
              <a:rPr lang="nb-NO" noProof="0"/>
              <a:t> Master </a:t>
            </a:r>
            <a:r>
              <a:rPr lang="nb-NO" noProof="0" err="1"/>
              <a:t>text</a:t>
            </a:r>
            <a:r>
              <a:rPr lang="nb-NO" noProof="0"/>
              <a:t> styles</a:t>
            </a:r>
          </a:p>
          <a:p>
            <a:pPr lvl="1"/>
            <a:r>
              <a:rPr lang="nb-NO" noProof="0"/>
              <a:t>Second </a:t>
            </a:r>
            <a:r>
              <a:rPr lang="nb-NO" noProof="0" err="1"/>
              <a:t>level</a:t>
            </a:r>
            <a:endParaRPr lang="nb-NO" noProof="0"/>
          </a:p>
          <a:p>
            <a:pPr lvl="2"/>
            <a:r>
              <a:rPr lang="nb-NO" noProof="0"/>
              <a:t>Third </a:t>
            </a:r>
            <a:r>
              <a:rPr lang="nb-NO" noProof="0" err="1"/>
              <a:t>level</a:t>
            </a:r>
            <a:endParaRPr lang="nb-NO" noProof="0"/>
          </a:p>
          <a:p>
            <a:pPr lvl="3"/>
            <a:r>
              <a:rPr lang="nb-NO" noProof="0" err="1"/>
              <a:t>Fourth</a:t>
            </a:r>
            <a:r>
              <a:rPr lang="nb-NO" noProof="0"/>
              <a:t> </a:t>
            </a:r>
            <a:r>
              <a:rPr lang="nb-NO" noProof="0" err="1"/>
              <a:t>level</a:t>
            </a:r>
            <a:endParaRPr lang="nb-NO" noProof="0"/>
          </a:p>
          <a:p>
            <a:pPr lvl="4"/>
            <a:r>
              <a:rPr lang="nb-NO" noProof="0"/>
              <a:t>Fifth </a:t>
            </a:r>
            <a:r>
              <a:rPr lang="nb-NO" noProof="0" err="1"/>
              <a:t>level</a:t>
            </a:r>
            <a:endParaRPr lang="nb-NO" noProof="0"/>
          </a:p>
        </p:txBody>
      </p:sp>
      <p:sp>
        <p:nvSpPr>
          <p:cNvPr id="5" name="Title Placeholder 1">
            <a:extLst>
              <a:ext uri="{FF2B5EF4-FFF2-40B4-BE49-F238E27FC236}">
                <a16:creationId xmlns:a16="http://schemas.microsoft.com/office/drawing/2014/main" id="{1640073E-9FC2-E643-A841-E98A5CAF0F00}"/>
              </a:ext>
            </a:extLst>
          </p:cNvPr>
          <p:cNvSpPr>
            <a:spLocks noGrp="1"/>
          </p:cNvSpPr>
          <p:nvPr>
            <p:ph type="title"/>
          </p:nvPr>
        </p:nvSpPr>
        <p:spPr>
          <a:xfrm>
            <a:off x="839788" y="728663"/>
            <a:ext cx="10512425" cy="1183958"/>
          </a:xfrm>
          <a:prstGeom prst="rect">
            <a:avLst/>
          </a:prstGeom>
        </p:spPr>
        <p:txBody>
          <a:bodyPr vert="horz" lIns="0" tIns="0" rIns="0" bIns="0" rtlCol="0" anchor="t" anchorCtr="0">
            <a:normAutofit/>
          </a:bodyPr>
          <a:lstStyle/>
          <a:p>
            <a:r>
              <a:rPr lang="nb-NO" noProof="0" err="1"/>
              <a:t>Click</a:t>
            </a:r>
            <a:r>
              <a:rPr lang="nb-NO" noProof="0"/>
              <a:t> to </a:t>
            </a:r>
            <a:r>
              <a:rPr lang="nb-NO" noProof="0" err="1"/>
              <a:t>edit</a:t>
            </a:r>
            <a:r>
              <a:rPr lang="nb-NO" noProof="0"/>
              <a:t> Master </a:t>
            </a:r>
            <a:r>
              <a:rPr lang="nb-NO" noProof="0" err="1"/>
              <a:t>title</a:t>
            </a:r>
            <a:r>
              <a:rPr lang="nb-NO" noProof="0"/>
              <a:t> style</a:t>
            </a:r>
          </a:p>
        </p:txBody>
      </p:sp>
      <p:sp>
        <p:nvSpPr>
          <p:cNvPr id="13" name="Slide Number Placeholder 12">
            <a:extLst>
              <a:ext uri="{FF2B5EF4-FFF2-40B4-BE49-F238E27FC236}">
                <a16:creationId xmlns:a16="http://schemas.microsoft.com/office/drawing/2014/main" id="{A317C70E-FBD8-445A-A26D-A26FB52104BD}"/>
              </a:ext>
            </a:extLst>
          </p:cNvPr>
          <p:cNvSpPr>
            <a:spLocks noGrp="1"/>
          </p:cNvSpPr>
          <p:nvPr>
            <p:ph type="sldNum" sz="quarter" idx="4"/>
          </p:nvPr>
        </p:nvSpPr>
        <p:spPr>
          <a:xfrm>
            <a:off x="10568940" y="6200776"/>
            <a:ext cx="784860" cy="394335"/>
          </a:xfrm>
          <a:prstGeom prst="rect">
            <a:avLst/>
          </a:prstGeom>
        </p:spPr>
        <p:txBody>
          <a:bodyPr vert="horz" lIns="0" tIns="0" rIns="0" bIns="0" rtlCol="0" anchor="ctr"/>
          <a:lstStyle>
            <a:lvl1pPr algn="r">
              <a:defRPr sz="1000">
                <a:solidFill>
                  <a:schemeClr val="bg1">
                    <a:lumMod val="50000"/>
                  </a:schemeClr>
                </a:solidFill>
              </a:defRPr>
            </a:lvl1pPr>
          </a:lstStyle>
          <a:p>
            <a:fld id="{261FDEBC-E42D-42D0-B9CA-24127F1B2280}" type="slidenum">
              <a:rPr lang="nb-NO" noProof="0" smtClean="0"/>
              <a:pPr/>
              <a:t>‹#›</a:t>
            </a:fld>
            <a:endParaRPr lang="nb-NO" noProof="0"/>
          </a:p>
        </p:txBody>
      </p:sp>
    </p:spTree>
    <p:extLst>
      <p:ext uri="{BB962C8B-B14F-4D97-AF65-F5344CB8AC3E}">
        <p14:creationId xmlns:p14="http://schemas.microsoft.com/office/powerpoint/2010/main" val="1755854085"/>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 id="2147483857" r:id="rId12"/>
    <p:sldLayoutId id="2147483858" r:id="rId13"/>
    <p:sldLayoutId id="2147483859" r:id="rId14"/>
    <p:sldLayoutId id="2147483860" r:id="rId15"/>
    <p:sldLayoutId id="2147483861" r:id="rId16"/>
    <p:sldLayoutId id="2147483862" r:id="rId17"/>
    <p:sldLayoutId id="2147483863" r:id="rId18"/>
    <p:sldLayoutId id="2147483864" r:id="rId19"/>
    <p:sldLayoutId id="2147483865" r:id="rId20"/>
    <p:sldLayoutId id="2147483866" r:id="rId21"/>
    <p:sldLayoutId id="2147483867" r:id="rId22"/>
    <p:sldLayoutId id="2147483868" r:id="rId23"/>
    <p:sldLayoutId id="2147483869" r:id="rId24"/>
    <p:sldLayoutId id="2147483870" r:id="rId25"/>
    <p:sldLayoutId id="2147483871" r:id="rId26"/>
  </p:sldLayoutIdLst>
  <p:hf hdr="0" dt="0"/>
  <p:txStyles>
    <p:titleStyle>
      <a:lvl1pPr algn="l" defTabSz="914400" rtl="0" eaLnBrk="1" latinLnBrk="0" hangingPunct="1">
        <a:lnSpc>
          <a:spcPct val="90000"/>
        </a:lnSpc>
        <a:spcBef>
          <a:spcPct val="0"/>
        </a:spcBef>
        <a:buNone/>
        <a:defRPr sz="4000" b="1" kern="1200">
          <a:solidFill>
            <a:schemeClr val="tx2"/>
          </a:solidFill>
          <a:latin typeface="Inter" panose="020B0502030000000004" pitchFamily="34" charset="0"/>
          <a:ea typeface="Inter" panose="020B0502030000000004" pitchFamily="34" charset="0"/>
          <a:cs typeface="+mj-cs"/>
        </a:defRPr>
      </a:lvl1pPr>
    </p:titleStyle>
    <p:bodyStyle>
      <a:lvl1pPr marL="266700" indent="-266700" algn="l" defTabSz="914400" rtl="0" eaLnBrk="1" latinLnBrk="0" hangingPunct="1">
        <a:lnSpc>
          <a:spcPct val="120000"/>
        </a:lnSpc>
        <a:spcBef>
          <a:spcPts val="1000"/>
        </a:spcBef>
        <a:buFont typeface="Arial" panose="020B0604020202020204" pitchFamily="34" charset="0"/>
        <a:buChar char="•"/>
        <a:defRPr sz="2400" kern="1200">
          <a:solidFill>
            <a:schemeClr val="tx2"/>
          </a:solidFill>
          <a:latin typeface="Inter" panose="020B0502030000000004" pitchFamily="34" charset="0"/>
          <a:ea typeface="Inter" panose="020B0502030000000004" pitchFamily="34" charset="0"/>
          <a:cs typeface="+mn-cs"/>
        </a:defRPr>
      </a:lvl1pPr>
      <a:lvl2pPr marL="536575" indent="-269875" algn="l" defTabSz="914400" rtl="0" eaLnBrk="1" latinLnBrk="0" hangingPunct="1">
        <a:lnSpc>
          <a:spcPct val="120000"/>
        </a:lnSpc>
        <a:spcBef>
          <a:spcPts val="500"/>
        </a:spcBef>
        <a:buFont typeface="Arial" panose="020B0604020202020204" pitchFamily="34" charset="0"/>
        <a:buChar char="•"/>
        <a:defRPr sz="2000" kern="1200">
          <a:solidFill>
            <a:schemeClr val="tx2"/>
          </a:solidFill>
          <a:latin typeface="Inter" panose="020B0502030000000004" pitchFamily="34" charset="0"/>
          <a:ea typeface="Inter" panose="020B0502030000000004" pitchFamily="34" charset="0"/>
          <a:cs typeface="+mn-cs"/>
        </a:defRPr>
      </a:lvl2pPr>
      <a:lvl3pPr marL="808038" indent="-266700" algn="l" defTabSz="914400" rtl="0" eaLnBrk="1" latinLnBrk="0" hangingPunct="1">
        <a:lnSpc>
          <a:spcPct val="120000"/>
        </a:lnSpc>
        <a:spcBef>
          <a:spcPts val="500"/>
        </a:spcBef>
        <a:buFont typeface="Arial" panose="020B0604020202020204" pitchFamily="34" charset="0"/>
        <a:buChar char="•"/>
        <a:defRPr sz="1800" kern="1200">
          <a:solidFill>
            <a:schemeClr val="tx2"/>
          </a:solidFill>
          <a:latin typeface="Inter" panose="020B0502030000000004" pitchFamily="34" charset="0"/>
          <a:ea typeface="Inter" panose="020B0502030000000004" pitchFamily="34" charset="0"/>
          <a:cs typeface="+mn-cs"/>
        </a:defRPr>
      </a:lvl3pPr>
      <a:lvl4pPr marL="808038" indent="-266700" algn="l" defTabSz="914400" rtl="0" eaLnBrk="1" latinLnBrk="0" hangingPunct="1">
        <a:lnSpc>
          <a:spcPct val="120000"/>
        </a:lnSpc>
        <a:spcBef>
          <a:spcPts val="500"/>
        </a:spcBef>
        <a:buFont typeface="Arial" panose="020B0604020202020204" pitchFamily="34" charset="0"/>
        <a:buChar char="•"/>
        <a:defRPr sz="1800" kern="1200">
          <a:solidFill>
            <a:schemeClr val="tx2"/>
          </a:solidFill>
          <a:latin typeface="Inter" panose="020B0502030000000004" pitchFamily="34" charset="0"/>
          <a:ea typeface="Inter" panose="020B0502030000000004" pitchFamily="34" charset="0"/>
          <a:cs typeface="+mn-cs"/>
        </a:defRPr>
      </a:lvl4pPr>
      <a:lvl5pPr marL="808038" indent="-266700" algn="l" defTabSz="914400" rtl="0" eaLnBrk="1" latinLnBrk="0" hangingPunct="1">
        <a:lnSpc>
          <a:spcPct val="120000"/>
        </a:lnSpc>
        <a:spcBef>
          <a:spcPts val="500"/>
        </a:spcBef>
        <a:buFont typeface="Arial" panose="020B0604020202020204" pitchFamily="34" charset="0"/>
        <a:buChar char="•"/>
        <a:defRPr sz="1800" kern="1200">
          <a:solidFill>
            <a:schemeClr val="tx2"/>
          </a:solidFill>
          <a:latin typeface="Inter" panose="020B0502030000000004" pitchFamily="34" charset="0"/>
          <a:ea typeface="Inter" panose="020B05020300000000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guide id="2" pos="7151" userDrawn="1">
          <p15:clr>
            <a:srgbClr val="F26B43"/>
          </p15:clr>
        </p15:guide>
        <p15:guide id="3" orient="horz" pos="1321" userDrawn="1">
          <p15:clr>
            <a:srgbClr val="F26B43"/>
          </p15:clr>
        </p15:guide>
        <p15:guide id="4" orient="horz" pos="459" userDrawn="1">
          <p15:clr>
            <a:srgbClr val="F26B43"/>
          </p15:clr>
        </p15:guide>
        <p15:guide id="5" orient="horz" pos="390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hyperlink" Target="https://facebook.github.io/prophet/"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trondheimbysykkel.no/apne-data/historisk" TargetMode="External"/><Relationship Id="rId2" Type="http://schemas.openxmlformats.org/officeDocument/2006/relationships/hyperlink" Target="https://github.com/jensmorten/sykkelprofet/blob/main/README.md" TargetMode="Externa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hyperlink" Target="https://www.kaggle.com/code/manovirat/timeseries-using-prophet-hyperparameter-tuning?scriptVersionId=29321702&amp;cellId=49" TargetMode="External"/><Relationship Id="rId4" Type="http://schemas.openxmlformats.org/officeDocument/2006/relationships/hyperlink" Target="https://facebook.github.io/prophe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tel 2">
            <a:extLst>
              <a:ext uri="{FF2B5EF4-FFF2-40B4-BE49-F238E27FC236}">
                <a16:creationId xmlns:a16="http://schemas.microsoft.com/office/drawing/2014/main" id="{0082468F-E5E4-0243-8E9A-A62B53C3AFB5}"/>
              </a:ext>
            </a:extLst>
          </p:cNvPr>
          <p:cNvSpPr>
            <a:spLocks noGrp="1"/>
          </p:cNvSpPr>
          <p:nvPr>
            <p:ph type="title"/>
          </p:nvPr>
        </p:nvSpPr>
        <p:spPr/>
        <p:txBody>
          <a:bodyPr>
            <a:normAutofit/>
          </a:bodyPr>
          <a:lstStyle/>
          <a:p>
            <a:r>
              <a:rPr lang="nb-NO" noProof="0" dirty="0"/>
              <a:t>Kodekveld</a:t>
            </a:r>
            <a:br>
              <a:rPr lang="nb-NO" noProof="0" dirty="0"/>
            </a:br>
            <a:r>
              <a:rPr lang="nb-NO" sz="1600" noProof="0" dirty="0"/>
              <a:t>Bli sykkelprofet i egen by</a:t>
            </a:r>
            <a:endParaRPr lang="nb-NO" noProof="0" dirty="0"/>
          </a:p>
        </p:txBody>
      </p:sp>
      <p:sp>
        <p:nvSpPr>
          <p:cNvPr id="6" name="Text Placeholder 5">
            <a:extLst>
              <a:ext uri="{FF2B5EF4-FFF2-40B4-BE49-F238E27FC236}">
                <a16:creationId xmlns:a16="http://schemas.microsoft.com/office/drawing/2014/main" id="{0939316C-40AC-260B-B2BA-2865DC8918C7}"/>
              </a:ext>
            </a:extLst>
          </p:cNvPr>
          <p:cNvSpPr>
            <a:spLocks noGrp="1"/>
          </p:cNvSpPr>
          <p:nvPr>
            <p:ph type="body" sz="quarter" idx="11"/>
          </p:nvPr>
        </p:nvSpPr>
        <p:spPr/>
        <p:txBody>
          <a:bodyPr>
            <a:normAutofit fontScale="77500" lnSpcReduction="20000"/>
          </a:bodyPr>
          <a:lstStyle/>
          <a:p>
            <a:r>
              <a:rPr lang="nb-NO" dirty="0"/>
              <a:t>Jens Morten Nilsen </a:t>
            </a:r>
          </a:p>
          <a:p>
            <a:r>
              <a:rPr lang="nb-NO" dirty="0"/>
              <a:t>Gunhild Elisabeth Berget </a:t>
            </a:r>
          </a:p>
          <a:p>
            <a:r>
              <a:rPr lang="nb-NO" dirty="0"/>
              <a:t>Terje Brasethvik</a:t>
            </a:r>
          </a:p>
        </p:txBody>
      </p:sp>
    </p:spTree>
    <p:extLst>
      <p:ext uri="{BB962C8B-B14F-4D97-AF65-F5344CB8AC3E}">
        <p14:creationId xmlns:p14="http://schemas.microsoft.com/office/powerpoint/2010/main" val="28091253"/>
      </p:ext>
    </p:extLst>
  </p:cSld>
  <p:clrMapOvr>
    <a:masterClrMapping/>
  </p:clrMapOvr>
  <mc:AlternateContent xmlns:mc="http://schemas.openxmlformats.org/markup-compatibility/2006" xmlns:p14="http://schemas.microsoft.com/office/powerpoint/2010/main">
    <mc:Choice Requires="p14">
      <p:transition spd="slow" p14:dur="2000" advTm="1046"/>
    </mc:Choice>
    <mc:Fallback xmlns="">
      <p:transition spd="slow" advTm="104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F5CA26E-4BBA-EC05-24A3-0EDF5DD4FB41}"/>
              </a:ext>
            </a:extLst>
          </p:cNvPr>
          <p:cNvSpPr txBox="1"/>
          <p:nvPr/>
        </p:nvSpPr>
        <p:spPr>
          <a:xfrm>
            <a:off x="1257565" y="890047"/>
            <a:ext cx="6093068" cy="769441"/>
          </a:xfrm>
          <a:prstGeom prst="rect">
            <a:avLst/>
          </a:prstGeom>
          <a:noFill/>
        </p:spPr>
        <p:txBody>
          <a:bodyPr wrap="square">
            <a:spAutoFit/>
          </a:bodyPr>
          <a:lstStyle/>
          <a:p>
            <a:r>
              <a:rPr lang="en-US" sz="4400" b="1" dirty="0" err="1">
                <a:solidFill>
                  <a:schemeClr val="bg2"/>
                </a:solidFill>
              </a:rPr>
              <a:t>Kodekveld</a:t>
            </a:r>
            <a:r>
              <a:rPr lang="en-US" sz="4400" b="1" dirty="0">
                <a:solidFill>
                  <a:schemeClr val="bg2"/>
                </a:solidFill>
              </a:rPr>
              <a:t> - agenda</a:t>
            </a:r>
          </a:p>
        </p:txBody>
      </p:sp>
      <p:sp>
        <p:nvSpPr>
          <p:cNvPr id="8" name="TextBox 7">
            <a:extLst>
              <a:ext uri="{FF2B5EF4-FFF2-40B4-BE49-F238E27FC236}">
                <a16:creationId xmlns:a16="http://schemas.microsoft.com/office/drawing/2014/main" id="{32FCF7E7-6ADF-9DED-9EDA-E6CA4991602D}"/>
              </a:ext>
            </a:extLst>
          </p:cNvPr>
          <p:cNvSpPr txBox="1"/>
          <p:nvPr/>
        </p:nvSpPr>
        <p:spPr>
          <a:xfrm>
            <a:off x="1359165" y="2093542"/>
            <a:ext cx="6836972" cy="3874411"/>
          </a:xfrm>
          <a:prstGeom prst="rect">
            <a:avLst/>
          </a:prstGeom>
          <a:noFill/>
        </p:spPr>
        <p:txBody>
          <a:bodyPr wrap="none" lIns="0" tIns="0" rIns="0" bIns="0" rtlCol="0">
            <a:noAutofit/>
          </a:bodyPr>
          <a:lstStyle/>
          <a:p>
            <a:pPr marL="285750" indent="-285750" algn="l">
              <a:buFont typeface="Arial" panose="020B0604020202020204" pitchFamily="34" charset="0"/>
              <a:buChar char="•"/>
            </a:pPr>
            <a:r>
              <a:rPr lang="en-US" dirty="0">
                <a:solidFill>
                  <a:schemeClr val="bg2"/>
                </a:solidFill>
              </a:rPr>
              <a:t>Pizza (1600-1630)</a:t>
            </a:r>
          </a:p>
          <a:p>
            <a:pPr algn="l"/>
            <a:endParaRPr lang="en-US" dirty="0">
              <a:solidFill>
                <a:schemeClr val="bg2"/>
              </a:solidFill>
            </a:endParaRPr>
          </a:p>
          <a:p>
            <a:pPr marL="285750" indent="-285750" algn="l">
              <a:buFont typeface="Arial" panose="020B0604020202020204" pitchFamily="34" charset="0"/>
              <a:buChar char="•"/>
            </a:pPr>
            <a:r>
              <a:rPr lang="en-US" dirty="0">
                <a:solidFill>
                  <a:schemeClr val="bg2"/>
                </a:solidFill>
              </a:rPr>
              <a:t>Intro (1630-1700) </a:t>
            </a:r>
          </a:p>
          <a:p>
            <a:pPr marL="742950" lvl="1" indent="-285750">
              <a:buFont typeface="Arial" panose="020B0604020202020204" pitchFamily="34" charset="0"/>
              <a:buChar char="•"/>
            </a:pPr>
            <a:r>
              <a:rPr lang="en-US" dirty="0">
                <a:solidFill>
                  <a:schemeClr val="bg2"/>
                </a:solidFill>
              </a:rPr>
              <a:t>Om </a:t>
            </a:r>
            <a:r>
              <a:rPr lang="en-US" dirty="0" err="1">
                <a:solidFill>
                  <a:schemeClr val="bg2"/>
                </a:solidFill>
              </a:rPr>
              <a:t>prediksjon</a:t>
            </a:r>
            <a:r>
              <a:rPr lang="en-US" dirty="0">
                <a:solidFill>
                  <a:schemeClr val="bg2"/>
                </a:solidFill>
              </a:rPr>
              <a:t> </a:t>
            </a:r>
          </a:p>
          <a:p>
            <a:pPr marL="742950" lvl="1" indent="-285750">
              <a:buFont typeface="Arial" panose="020B0604020202020204" pitchFamily="34" charset="0"/>
              <a:buChar char="•"/>
            </a:pPr>
            <a:r>
              <a:rPr lang="en-US" dirty="0" err="1">
                <a:solidFill>
                  <a:schemeClr val="bg2"/>
                </a:solidFill>
              </a:rPr>
              <a:t>Datasett</a:t>
            </a:r>
            <a:r>
              <a:rPr lang="en-US" dirty="0">
                <a:solidFill>
                  <a:schemeClr val="bg2"/>
                </a:solidFill>
              </a:rPr>
              <a:t>: </a:t>
            </a:r>
            <a:r>
              <a:rPr lang="en-US" dirty="0" err="1">
                <a:solidFill>
                  <a:schemeClr val="bg2"/>
                </a:solidFill>
              </a:rPr>
              <a:t>bysykkel</a:t>
            </a:r>
            <a:r>
              <a:rPr lang="en-US" dirty="0">
                <a:solidFill>
                  <a:schemeClr val="bg2"/>
                </a:solidFill>
              </a:rPr>
              <a:t> </a:t>
            </a:r>
            <a:r>
              <a:rPr lang="en-US" dirty="0" err="1">
                <a:solidFill>
                  <a:schemeClr val="bg2"/>
                </a:solidFill>
              </a:rPr>
              <a:t>i</a:t>
            </a:r>
            <a:r>
              <a:rPr lang="en-US" dirty="0">
                <a:solidFill>
                  <a:schemeClr val="bg2"/>
                </a:solidFill>
              </a:rPr>
              <a:t> Trondheim</a:t>
            </a:r>
          </a:p>
          <a:p>
            <a:pPr marL="742950" lvl="1" indent="-285750">
              <a:buFont typeface="Arial" panose="020B0604020202020204" pitchFamily="34" charset="0"/>
              <a:buChar char="•"/>
            </a:pPr>
            <a:r>
              <a:rPr lang="en-US" dirty="0">
                <a:solidFill>
                  <a:schemeClr val="bg2"/>
                </a:solidFill>
              </a:rPr>
              <a:t>Modell: Prophet</a:t>
            </a:r>
          </a:p>
          <a:p>
            <a:pPr lvl="1"/>
            <a:endParaRPr lang="en-US" dirty="0">
              <a:solidFill>
                <a:schemeClr val="bg2"/>
              </a:solidFill>
            </a:endParaRPr>
          </a:p>
          <a:p>
            <a:pPr marL="285750" indent="-285750">
              <a:buFont typeface="Arial" panose="020B0604020202020204" pitchFamily="34" charset="0"/>
              <a:buChar char="•"/>
            </a:pPr>
            <a:r>
              <a:rPr lang="en-US" dirty="0" err="1">
                <a:solidFill>
                  <a:schemeClr val="bg2"/>
                </a:solidFill>
              </a:rPr>
              <a:t>Konkurranse</a:t>
            </a:r>
            <a:r>
              <a:rPr lang="en-US" dirty="0">
                <a:solidFill>
                  <a:schemeClr val="bg2"/>
                </a:solidFill>
              </a:rPr>
              <a:t>. Lag din </a:t>
            </a:r>
            <a:r>
              <a:rPr lang="en-US" dirty="0" err="1">
                <a:solidFill>
                  <a:schemeClr val="bg2"/>
                </a:solidFill>
              </a:rPr>
              <a:t>modell</a:t>
            </a:r>
            <a:r>
              <a:rPr lang="en-US" dirty="0">
                <a:solidFill>
                  <a:schemeClr val="bg2"/>
                </a:solidFill>
              </a:rPr>
              <a:t>! 1700-1845</a:t>
            </a:r>
          </a:p>
          <a:p>
            <a:pPr marL="285750" indent="-285750">
              <a:buFont typeface="Arial" panose="020B0604020202020204" pitchFamily="34" charset="0"/>
              <a:buChar char="•"/>
            </a:pPr>
            <a:endParaRPr lang="en-US" dirty="0">
              <a:solidFill>
                <a:schemeClr val="bg2"/>
              </a:solidFill>
            </a:endParaRPr>
          </a:p>
          <a:p>
            <a:pPr marL="285750" indent="-285750">
              <a:buFont typeface="Arial" panose="020B0604020202020204" pitchFamily="34" charset="0"/>
              <a:buChar char="•"/>
            </a:pPr>
            <a:r>
              <a:rPr lang="en-US" dirty="0" err="1">
                <a:solidFill>
                  <a:schemeClr val="bg2"/>
                </a:solidFill>
              </a:rPr>
              <a:t>Avslutning</a:t>
            </a:r>
            <a:r>
              <a:rPr lang="en-US" dirty="0">
                <a:solidFill>
                  <a:schemeClr val="bg2"/>
                </a:solidFill>
              </a:rPr>
              <a:t> </a:t>
            </a:r>
            <a:r>
              <a:rPr lang="en-US" dirty="0" err="1">
                <a:solidFill>
                  <a:schemeClr val="bg2"/>
                </a:solidFill>
              </a:rPr>
              <a:t>og</a:t>
            </a:r>
            <a:r>
              <a:rPr lang="en-US" dirty="0">
                <a:solidFill>
                  <a:schemeClr val="bg2"/>
                </a:solidFill>
              </a:rPr>
              <a:t> premiering 1845-1900</a:t>
            </a:r>
          </a:p>
          <a:p>
            <a:pPr marL="285750" indent="-285750">
              <a:buFont typeface="Arial" panose="020B0604020202020204" pitchFamily="34" charset="0"/>
              <a:buChar char="•"/>
            </a:pPr>
            <a:endParaRPr lang="en-US" dirty="0">
              <a:solidFill>
                <a:schemeClr val="bg2"/>
              </a:solidFill>
            </a:endParaRPr>
          </a:p>
          <a:p>
            <a:pPr marL="285750" indent="-285750">
              <a:buFont typeface="Arial" panose="020B0604020202020204" pitchFamily="34" charset="0"/>
              <a:buChar char="•"/>
            </a:pPr>
            <a:r>
              <a:rPr lang="en-US" dirty="0">
                <a:solidFill>
                  <a:schemeClr val="bg2"/>
                </a:solidFill>
              </a:rPr>
              <a:t>Etter </a:t>
            </a:r>
            <a:r>
              <a:rPr lang="en-US" dirty="0" err="1">
                <a:solidFill>
                  <a:schemeClr val="bg2"/>
                </a:solidFill>
              </a:rPr>
              <a:t>kodekvelden</a:t>
            </a:r>
            <a:r>
              <a:rPr lang="en-US" dirty="0">
                <a:solidFill>
                  <a:schemeClr val="bg2"/>
                </a:solidFill>
              </a:rPr>
              <a:t>: Lage “live” </a:t>
            </a:r>
            <a:r>
              <a:rPr lang="en-US" dirty="0" err="1">
                <a:solidFill>
                  <a:schemeClr val="bg2"/>
                </a:solidFill>
              </a:rPr>
              <a:t>modell</a:t>
            </a:r>
            <a:r>
              <a:rPr lang="en-US" dirty="0">
                <a:solidFill>
                  <a:schemeClr val="bg2"/>
                </a:solidFill>
              </a:rPr>
              <a:t> </a:t>
            </a:r>
            <a:r>
              <a:rPr lang="en-US" dirty="0" err="1">
                <a:solidFill>
                  <a:schemeClr val="bg2"/>
                </a:solidFill>
              </a:rPr>
              <a:t>som</a:t>
            </a:r>
            <a:r>
              <a:rPr lang="en-US" dirty="0">
                <a:solidFill>
                  <a:schemeClr val="bg2"/>
                </a:solidFill>
              </a:rPr>
              <a:t> </a:t>
            </a:r>
            <a:r>
              <a:rPr lang="en-US" dirty="0" err="1">
                <a:solidFill>
                  <a:schemeClr val="bg2"/>
                </a:solidFill>
              </a:rPr>
              <a:t>predikerer</a:t>
            </a:r>
            <a:r>
              <a:rPr lang="en-US" dirty="0">
                <a:solidFill>
                  <a:schemeClr val="bg2"/>
                </a:solidFill>
              </a:rPr>
              <a:t> </a:t>
            </a:r>
            <a:r>
              <a:rPr lang="en-US" dirty="0" err="1">
                <a:solidFill>
                  <a:schemeClr val="bg2"/>
                </a:solidFill>
              </a:rPr>
              <a:t>neste</a:t>
            </a:r>
            <a:endParaRPr lang="en-US" dirty="0">
              <a:solidFill>
                <a:schemeClr val="bg2"/>
              </a:solidFill>
            </a:endParaRPr>
          </a:p>
          <a:p>
            <a:pPr lvl="1"/>
            <a:r>
              <a:rPr lang="en-US" dirty="0" err="1">
                <a:solidFill>
                  <a:schemeClr val="bg2"/>
                </a:solidFill>
              </a:rPr>
              <a:t>dag</a:t>
            </a:r>
            <a:r>
              <a:rPr lang="en-US" dirty="0">
                <a:solidFill>
                  <a:schemeClr val="bg2"/>
                </a:solidFill>
              </a:rPr>
              <a:t> (uke?) for 2026-sesongen. </a:t>
            </a:r>
          </a:p>
          <a:p>
            <a:pPr marL="285750" indent="-285750">
              <a:buFont typeface="Arial" panose="020B0604020202020204" pitchFamily="34" charset="0"/>
              <a:buChar char="•"/>
            </a:pPr>
            <a:endParaRPr lang="en-US" b="1" dirty="0">
              <a:solidFill>
                <a:schemeClr val="bg2"/>
              </a:solidFill>
            </a:endParaRPr>
          </a:p>
          <a:p>
            <a:pPr marL="285750" indent="-285750">
              <a:buFont typeface="Arial" panose="020B0604020202020204" pitchFamily="34" charset="0"/>
              <a:buChar char="•"/>
            </a:pPr>
            <a:endParaRPr lang="en-US" b="1" dirty="0">
              <a:solidFill>
                <a:schemeClr val="bg2"/>
              </a:solidFill>
            </a:endParaRPr>
          </a:p>
        </p:txBody>
      </p:sp>
      <p:pic>
        <p:nvPicPr>
          <p:cNvPr id="3076" name="Picture 4" descr="Agenda Icons - Free SVG &amp; PNG Agenda Images - Noun Project">
            <a:extLst>
              <a:ext uri="{FF2B5EF4-FFF2-40B4-BE49-F238E27FC236}">
                <a16:creationId xmlns:a16="http://schemas.microsoft.com/office/drawing/2014/main" id="{A6EA4DD5-5432-B68E-274D-86938D8065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7750" y="609600"/>
            <a:ext cx="2520950" cy="2520950"/>
          </a:xfrm>
          <a:prstGeom prst="rect">
            <a:avLst/>
          </a:prstGeom>
          <a:solidFill>
            <a:schemeClr val="bg2"/>
          </a:solidFill>
        </p:spPr>
      </p:pic>
    </p:spTree>
    <p:extLst>
      <p:ext uri="{BB962C8B-B14F-4D97-AF65-F5344CB8AC3E}">
        <p14:creationId xmlns:p14="http://schemas.microsoft.com/office/powerpoint/2010/main" val="3256090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BA1A1-19B6-16D1-0692-200683DD1E72}"/>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925957EF-91DB-5317-02B7-F8F91E0A2115}"/>
              </a:ext>
            </a:extLst>
          </p:cNvPr>
          <p:cNvSpPr>
            <a:spLocks noGrp="1"/>
          </p:cNvSpPr>
          <p:nvPr>
            <p:ph type="title"/>
          </p:nvPr>
        </p:nvSpPr>
        <p:spPr/>
        <p:txBody>
          <a:bodyPr/>
          <a:lstStyle/>
          <a:p>
            <a:pPr algn="ctr"/>
            <a:r>
              <a:rPr lang="nb-NO" dirty="0">
                <a:latin typeface="Inter"/>
                <a:ea typeface="Inter"/>
                <a:cs typeface="Inter"/>
              </a:rPr>
              <a:t>Prediksjon </a:t>
            </a:r>
            <a:r>
              <a:rPr lang="nb-NO">
                <a:latin typeface="Inter"/>
                <a:ea typeface="Inter"/>
                <a:cs typeface="Inter"/>
              </a:rPr>
              <a:t>– menneskelig superkraft!</a:t>
            </a:r>
            <a:endParaRPr lang="nb-NO">
              <a:cs typeface="Inter" panose="020B0502030000000004" pitchFamily="34" charset="0"/>
            </a:endParaRPr>
          </a:p>
        </p:txBody>
      </p:sp>
      <p:pic>
        <p:nvPicPr>
          <p:cNvPr id="3" name="Bilde 2" descr="Et bilde som inneholder sfære, ball, vann, utendørs&#10;&#10;KI-generert innhold kan være feil.">
            <a:extLst>
              <a:ext uri="{FF2B5EF4-FFF2-40B4-BE49-F238E27FC236}">
                <a16:creationId xmlns:a16="http://schemas.microsoft.com/office/drawing/2014/main" id="{368B6BBD-2DEF-3F25-C465-0A0131B2B7A8}"/>
              </a:ext>
            </a:extLst>
          </p:cNvPr>
          <p:cNvPicPr>
            <a:picLocks noChangeAspect="1"/>
          </p:cNvPicPr>
          <p:nvPr/>
        </p:nvPicPr>
        <p:blipFill>
          <a:blip r:embed="rId2"/>
          <a:stretch>
            <a:fillRect/>
          </a:stretch>
        </p:blipFill>
        <p:spPr>
          <a:xfrm>
            <a:off x="3507662" y="2762585"/>
            <a:ext cx="5183364" cy="3458751"/>
          </a:xfrm>
          <a:prstGeom prst="rect">
            <a:avLst/>
          </a:prstGeom>
        </p:spPr>
      </p:pic>
      <p:sp>
        <p:nvSpPr>
          <p:cNvPr id="4" name="TekstSylinder 3">
            <a:extLst>
              <a:ext uri="{FF2B5EF4-FFF2-40B4-BE49-F238E27FC236}">
                <a16:creationId xmlns:a16="http://schemas.microsoft.com/office/drawing/2014/main" id="{EFA65786-0FAC-80D7-F694-0E3CDCDD9B57}"/>
              </a:ext>
            </a:extLst>
          </p:cNvPr>
          <p:cNvSpPr txBox="1"/>
          <p:nvPr/>
        </p:nvSpPr>
        <p:spPr>
          <a:xfrm>
            <a:off x="1933339" y="1757009"/>
            <a:ext cx="8927365"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nb-NO" sz="2000">
                <a:solidFill>
                  <a:schemeClr val="bg2"/>
                </a:solidFill>
                <a:ea typeface="Inter"/>
                <a:cs typeface="Inter"/>
              </a:rPr>
              <a:t>Mennesker er ekstremt gode til å bruke erfaring for å forutse fremtiden! </a:t>
            </a:r>
          </a:p>
        </p:txBody>
      </p:sp>
    </p:spTree>
    <p:extLst>
      <p:ext uri="{BB962C8B-B14F-4D97-AF65-F5344CB8AC3E}">
        <p14:creationId xmlns:p14="http://schemas.microsoft.com/office/powerpoint/2010/main" val="4075295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AA4E5-AC12-AE95-6E1E-8278409A035D}"/>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4CE0CD94-1B12-F425-FCA3-818D392F9714}"/>
              </a:ext>
            </a:extLst>
          </p:cNvPr>
          <p:cNvSpPr>
            <a:spLocks noGrp="1"/>
          </p:cNvSpPr>
          <p:nvPr>
            <p:ph type="title"/>
          </p:nvPr>
        </p:nvSpPr>
        <p:spPr/>
        <p:txBody>
          <a:bodyPr/>
          <a:lstStyle/>
          <a:p>
            <a:pPr algn="ctr"/>
            <a:r>
              <a:rPr lang="nb-NO">
                <a:latin typeface="Inter"/>
                <a:ea typeface="Inter"/>
                <a:cs typeface="Inter"/>
              </a:rPr>
              <a:t>Prediksjon – menneskelig superkraft!</a:t>
            </a:r>
            <a:endParaRPr lang="nb-NO">
              <a:cs typeface="Inter" panose="020B0502030000000004" pitchFamily="34" charset="0"/>
            </a:endParaRPr>
          </a:p>
        </p:txBody>
      </p:sp>
      <p:sp>
        <p:nvSpPr>
          <p:cNvPr id="4" name="TekstSylinder 3">
            <a:extLst>
              <a:ext uri="{FF2B5EF4-FFF2-40B4-BE49-F238E27FC236}">
                <a16:creationId xmlns:a16="http://schemas.microsoft.com/office/drawing/2014/main" id="{1E705950-A667-9F16-D102-037683377402}"/>
              </a:ext>
            </a:extLst>
          </p:cNvPr>
          <p:cNvSpPr txBox="1"/>
          <p:nvPr/>
        </p:nvSpPr>
        <p:spPr>
          <a:xfrm>
            <a:off x="1933339" y="1757009"/>
            <a:ext cx="8927365"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nb-NO" sz="2000">
                <a:solidFill>
                  <a:schemeClr val="bg2"/>
                </a:solidFill>
                <a:ea typeface="Inter"/>
                <a:cs typeface="Inter"/>
              </a:rPr>
              <a:t>Mennesker er ekstremt gode til å bruke erfaring for å forutse fremtiden! </a:t>
            </a:r>
          </a:p>
        </p:txBody>
      </p:sp>
      <p:pic>
        <p:nvPicPr>
          <p:cNvPr id="5" name="Bilde 4" descr="Et bilde som inneholder utendørs, natur, storm, sky&#10;&#10;KI-generert innhold kan være feil.">
            <a:extLst>
              <a:ext uri="{FF2B5EF4-FFF2-40B4-BE49-F238E27FC236}">
                <a16:creationId xmlns:a16="http://schemas.microsoft.com/office/drawing/2014/main" id="{8BEB64EA-EBE5-0696-7175-DAAD0D9FCF45}"/>
              </a:ext>
            </a:extLst>
          </p:cNvPr>
          <p:cNvPicPr>
            <a:picLocks noChangeAspect="1"/>
          </p:cNvPicPr>
          <p:nvPr/>
        </p:nvPicPr>
        <p:blipFill>
          <a:blip r:embed="rId2"/>
          <a:stretch>
            <a:fillRect/>
          </a:stretch>
        </p:blipFill>
        <p:spPr>
          <a:xfrm>
            <a:off x="672068" y="2772451"/>
            <a:ext cx="4753971" cy="3035917"/>
          </a:xfrm>
          <a:prstGeom prst="rect">
            <a:avLst/>
          </a:prstGeom>
        </p:spPr>
      </p:pic>
      <p:cxnSp>
        <p:nvCxnSpPr>
          <p:cNvPr id="7" name="Rett pilkobling 6">
            <a:extLst>
              <a:ext uri="{FF2B5EF4-FFF2-40B4-BE49-F238E27FC236}">
                <a16:creationId xmlns:a16="http://schemas.microsoft.com/office/drawing/2014/main" id="{D6FE6FCA-DE96-01BB-7004-FEE14AB1646C}"/>
              </a:ext>
            </a:extLst>
          </p:cNvPr>
          <p:cNvCxnSpPr/>
          <p:nvPr/>
        </p:nvCxnSpPr>
        <p:spPr>
          <a:xfrm>
            <a:off x="5513696" y="4336576"/>
            <a:ext cx="1329517" cy="4548"/>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2879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AFA61-5A87-A05E-B6E3-ECFAC56A0205}"/>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4731D592-8FCB-D0E7-D34B-1362EA38139A}"/>
              </a:ext>
            </a:extLst>
          </p:cNvPr>
          <p:cNvSpPr>
            <a:spLocks noGrp="1"/>
          </p:cNvSpPr>
          <p:nvPr>
            <p:ph type="title"/>
          </p:nvPr>
        </p:nvSpPr>
        <p:spPr/>
        <p:txBody>
          <a:bodyPr/>
          <a:lstStyle/>
          <a:p>
            <a:pPr algn="ctr"/>
            <a:r>
              <a:rPr lang="nb-NO">
                <a:latin typeface="Inter"/>
                <a:ea typeface="Inter"/>
                <a:cs typeface="Inter"/>
              </a:rPr>
              <a:t>Prediksjon – menneskelig superkraft!</a:t>
            </a:r>
            <a:endParaRPr lang="nb-NO">
              <a:cs typeface="Inter" panose="020B0502030000000004" pitchFamily="34" charset="0"/>
            </a:endParaRPr>
          </a:p>
        </p:txBody>
      </p:sp>
      <p:sp>
        <p:nvSpPr>
          <p:cNvPr id="4" name="TekstSylinder 3">
            <a:extLst>
              <a:ext uri="{FF2B5EF4-FFF2-40B4-BE49-F238E27FC236}">
                <a16:creationId xmlns:a16="http://schemas.microsoft.com/office/drawing/2014/main" id="{629450DF-D0E1-2979-F6F8-FC8E3DA27050}"/>
              </a:ext>
            </a:extLst>
          </p:cNvPr>
          <p:cNvSpPr txBox="1"/>
          <p:nvPr/>
        </p:nvSpPr>
        <p:spPr>
          <a:xfrm>
            <a:off x="1933339" y="1757009"/>
            <a:ext cx="8927365"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nb-NO" sz="2000">
                <a:solidFill>
                  <a:schemeClr val="bg2"/>
                </a:solidFill>
                <a:ea typeface="Inter"/>
                <a:cs typeface="Inter"/>
              </a:rPr>
              <a:t>Mennesker er ekstremt gode til å bruke erfaring for å forutse fremtiden! </a:t>
            </a:r>
          </a:p>
        </p:txBody>
      </p:sp>
      <p:pic>
        <p:nvPicPr>
          <p:cNvPr id="5" name="Bilde 4" descr="Et bilde som inneholder utendørs, natur, storm, sky&#10;&#10;KI-generert innhold kan være feil.">
            <a:extLst>
              <a:ext uri="{FF2B5EF4-FFF2-40B4-BE49-F238E27FC236}">
                <a16:creationId xmlns:a16="http://schemas.microsoft.com/office/drawing/2014/main" id="{42F4E9DC-E3C2-3CE1-C272-7F4832D07B2A}"/>
              </a:ext>
            </a:extLst>
          </p:cNvPr>
          <p:cNvPicPr>
            <a:picLocks noChangeAspect="1"/>
          </p:cNvPicPr>
          <p:nvPr/>
        </p:nvPicPr>
        <p:blipFill>
          <a:blip r:embed="rId2"/>
          <a:stretch>
            <a:fillRect/>
          </a:stretch>
        </p:blipFill>
        <p:spPr>
          <a:xfrm>
            <a:off x="672068" y="2772451"/>
            <a:ext cx="4753971" cy="3035917"/>
          </a:xfrm>
          <a:prstGeom prst="rect">
            <a:avLst/>
          </a:prstGeom>
        </p:spPr>
      </p:pic>
      <p:pic>
        <p:nvPicPr>
          <p:cNvPr id="6" name="Bilde 5" descr="Et bilde som inneholder Menneskeansikt, person, utendørs, paraply&#10;&#10;KI-generert innhold kan være feil.">
            <a:extLst>
              <a:ext uri="{FF2B5EF4-FFF2-40B4-BE49-F238E27FC236}">
                <a16:creationId xmlns:a16="http://schemas.microsoft.com/office/drawing/2014/main" id="{9B0F1810-A6C9-E32E-13F2-F53F17ADDF35}"/>
              </a:ext>
            </a:extLst>
          </p:cNvPr>
          <p:cNvPicPr>
            <a:picLocks noChangeAspect="1"/>
          </p:cNvPicPr>
          <p:nvPr/>
        </p:nvPicPr>
        <p:blipFill>
          <a:blip r:embed="rId3"/>
          <a:stretch>
            <a:fillRect/>
          </a:stretch>
        </p:blipFill>
        <p:spPr>
          <a:xfrm>
            <a:off x="6947780" y="2772834"/>
            <a:ext cx="4611162" cy="3033889"/>
          </a:xfrm>
          <a:prstGeom prst="rect">
            <a:avLst/>
          </a:prstGeom>
        </p:spPr>
      </p:pic>
      <p:cxnSp>
        <p:nvCxnSpPr>
          <p:cNvPr id="7" name="Rett pilkobling 6">
            <a:extLst>
              <a:ext uri="{FF2B5EF4-FFF2-40B4-BE49-F238E27FC236}">
                <a16:creationId xmlns:a16="http://schemas.microsoft.com/office/drawing/2014/main" id="{9DC8C951-99A9-E540-B11B-E5E0E83F9D08}"/>
              </a:ext>
            </a:extLst>
          </p:cNvPr>
          <p:cNvCxnSpPr/>
          <p:nvPr/>
        </p:nvCxnSpPr>
        <p:spPr>
          <a:xfrm>
            <a:off x="5513696" y="4336576"/>
            <a:ext cx="1329517" cy="4548"/>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2357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7A792-8DDF-30D9-13C2-33FDFBBA8D29}"/>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4930F609-F393-4B03-76A1-7E1D13C6861C}"/>
              </a:ext>
            </a:extLst>
          </p:cNvPr>
          <p:cNvSpPr>
            <a:spLocks noGrp="1"/>
          </p:cNvSpPr>
          <p:nvPr>
            <p:ph type="title"/>
          </p:nvPr>
        </p:nvSpPr>
        <p:spPr/>
        <p:txBody>
          <a:bodyPr/>
          <a:lstStyle/>
          <a:p>
            <a:r>
              <a:rPr lang="nb-NO">
                <a:latin typeface="Inter"/>
                <a:ea typeface="Inter"/>
                <a:cs typeface="Inter"/>
              </a:rPr>
              <a:t>Prediksjon = Intelligens?</a:t>
            </a:r>
            <a:endParaRPr lang="nb-NO"/>
          </a:p>
        </p:txBody>
      </p:sp>
      <p:sp>
        <p:nvSpPr>
          <p:cNvPr id="5" name="TekstSylinder 4">
            <a:extLst>
              <a:ext uri="{FF2B5EF4-FFF2-40B4-BE49-F238E27FC236}">
                <a16:creationId xmlns:a16="http://schemas.microsoft.com/office/drawing/2014/main" id="{9EB49BFD-CBB3-2BC9-23EB-E46A906DFF7D}"/>
              </a:ext>
            </a:extLst>
          </p:cNvPr>
          <p:cNvSpPr txBox="1"/>
          <p:nvPr/>
        </p:nvSpPr>
        <p:spPr>
          <a:xfrm>
            <a:off x="839544" y="2398697"/>
            <a:ext cx="5386532" cy="246221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nb-NO" sz="1600">
                <a:solidFill>
                  <a:schemeClr val="bg2"/>
                </a:solidFill>
                <a:ea typeface="+mn-lt"/>
                <a:cs typeface="+mn-lt"/>
              </a:rPr>
              <a:t>En populær teori i kognitiv vitenskap er at </a:t>
            </a:r>
            <a:r>
              <a:rPr lang="nb-NO" sz="1600" b="1">
                <a:solidFill>
                  <a:schemeClr val="bg2"/>
                </a:solidFill>
                <a:ea typeface="+mn-lt"/>
                <a:cs typeface="+mn-lt"/>
              </a:rPr>
              <a:t>hjernen er en prediksjonsmaskin.</a:t>
            </a:r>
            <a:endParaRPr lang="nb-NO" sz="1600">
              <a:solidFill>
                <a:schemeClr val="bg2"/>
              </a:solidFill>
              <a:ea typeface="Inter"/>
              <a:cs typeface="Inter"/>
            </a:endParaRPr>
          </a:p>
          <a:p>
            <a:endParaRPr lang="nb-NO" sz="1600" b="1">
              <a:solidFill>
                <a:schemeClr val="bg2"/>
              </a:solidFill>
              <a:ea typeface="Inter"/>
              <a:cs typeface="Inter"/>
            </a:endParaRPr>
          </a:p>
          <a:p>
            <a:r>
              <a:rPr lang="nb-NO" sz="1600">
                <a:solidFill>
                  <a:schemeClr val="bg2"/>
                </a:solidFill>
                <a:ea typeface="Inter"/>
                <a:cs typeface="Inter"/>
              </a:rPr>
              <a:t>Hjernen: </a:t>
            </a:r>
          </a:p>
          <a:p>
            <a:pPr marL="285750" indent="-285750">
              <a:buFont typeface="Arial"/>
              <a:buChar char="•"/>
            </a:pPr>
            <a:r>
              <a:rPr lang="nb-NO" sz="1600">
                <a:solidFill>
                  <a:schemeClr val="bg2"/>
                </a:solidFill>
                <a:ea typeface="Inter"/>
                <a:cs typeface="Inter"/>
              </a:rPr>
              <a:t>Lager en modell av verden</a:t>
            </a:r>
          </a:p>
          <a:p>
            <a:pPr marL="285750" indent="-285750">
              <a:buFont typeface="Arial"/>
              <a:buChar char="•"/>
            </a:pPr>
            <a:r>
              <a:rPr lang="nb-NO" sz="1600">
                <a:solidFill>
                  <a:schemeClr val="bg2"/>
                </a:solidFill>
                <a:ea typeface="Inter"/>
                <a:cs typeface="Inter"/>
              </a:rPr>
              <a:t>Gjetter hva som vil skje</a:t>
            </a:r>
          </a:p>
          <a:p>
            <a:pPr marL="285750" indent="-285750">
              <a:buFont typeface="Arial"/>
              <a:buChar char="•"/>
            </a:pPr>
            <a:r>
              <a:rPr lang="nb-NO" sz="1600">
                <a:solidFill>
                  <a:schemeClr val="bg2"/>
                </a:solidFill>
                <a:ea typeface="Inter"/>
                <a:cs typeface="Inter"/>
              </a:rPr>
              <a:t>Oppdaterer modellen når den tar feil (læring)</a:t>
            </a:r>
          </a:p>
          <a:p>
            <a:endParaRPr lang="nb-NO" sz="1600">
              <a:solidFill>
                <a:schemeClr val="bg2"/>
              </a:solidFill>
              <a:ea typeface="Inter"/>
              <a:cs typeface="Inter"/>
            </a:endParaRPr>
          </a:p>
          <a:p>
            <a:r>
              <a:rPr lang="nb-NO" sz="1600">
                <a:solidFill>
                  <a:schemeClr val="bg2"/>
                </a:solidFill>
                <a:ea typeface="Inter"/>
                <a:cs typeface="Inter"/>
              </a:rPr>
              <a:t>Kalles </a:t>
            </a:r>
            <a:r>
              <a:rPr lang="nb-NO" sz="1600" b="1" i="1" err="1">
                <a:solidFill>
                  <a:schemeClr val="bg2"/>
                </a:solidFill>
                <a:ea typeface="Inter"/>
                <a:cs typeface="Inter"/>
              </a:rPr>
              <a:t>predictive</a:t>
            </a:r>
            <a:r>
              <a:rPr lang="nb-NO" sz="1600" b="1" i="1">
                <a:solidFill>
                  <a:schemeClr val="bg2"/>
                </a:solidFill>
                <a:ea typeface="Inter"/>
                <a:cs typeface="Inter"/>
              </a:rPr>
              <a:t> </a:t>
            </a:r>
            <a:r>
              <a:rPr lang="nb-NO" sz="1600" b="1" i="1" err="1">
                <a:solidFill>
                  <a:schemeClr val="bg2"/>
                </a:solidFill>
                <a:ea typeface="Inter"/>
                <a:cs typeface="Inter"/>
              </a:rPr>
              <a:t>processing</a:t>
            </a:r>
            <a:r>
              <a:rPr lang="nb-NO" sz="1600" b="1" i="1">
                <a:solidFill>
                  <a:schemeClr val="bg2"/>
                </a:solidFill>
                <a:ea typeface="Inter"/>
                <a:cs typeface="Inter"/>
              </a:rPr>
              <a:t> </a:t>
            </a:r>
            <a:r>
              <a:rPr lang="nb-NO" sz="1600" b="1">
                <a:solidFill>
                  <a:schemeClr val="bg2"/>
                </a:solidFill>
                <a:ea typeface="Inter"/>
                <a:cs typeface="Inter"/>
              </a:rPr>
              <a:t>i nevrovitenskap.</a:t>
            </a:r>
          </a:p>
          <a:p>
            <a:endParaRPr lang="nb-NO" sz="1600">
              <a:solidFill>
                <a:schemeClr val="bg2"/>
              </a:solidFill>
              <a:ea typeface="Inter"/>
              <a:cs typeface="Inter"/>
            </a:endParaRPr>
          </a:p>
        </p:txBody>
      </p:sp>
      <p:pic>
        <p:nvPicPr>
          <p:cNvPr id="3" name="Bilde 2" descr="Et bilde som inneholder tekst, skjermbilde, Font, design&#10;&#10;KI-generert innhold kan være feil.">
            <a:extLst>
              <a:ext uri="{FF2B5EF4-FFF2-40B4-BE49-F238E27FC236}">
                <a16:creationId xmlns:a16="http://schemas.microsoft.com/office/drawing/2014/main" id="{F47EE053-43B6-0726-28FC-F5523439C2CA}"/>
              </a:ext>
            </a:extLst>
          </p:cNvPr>
          <p:cNvPicPr>
            <a:picLocks noChangeAspect="1"/>
          </p:cNvPicPr>
          <p:nvPr/>
        </p:nvPicPr>
        <p:blipFill>
          <a:blip r:embed="rId2"/>
          <a:stretch>
            <a:fillRect/>
          </a:stretch>
        </p:blipFill>
        <p:spPr>
          <a:xfrm>
            <a:off x="6220262" y="2193848"/>
            <a:ext cx="5533030" cy="2870468"/>
          </a:xfrm>
          <a:prstGeom prst="rect">
            <a:avLst/>
          </a:prstGeom>
        </p:spPr>
      </p:pic>
      <p:sp>
        <p:nvSpPr>
          <p:cNvPr id="4" name="TekstSylinder 3">
            <a:extLst>
              <a:ext uri="{FF2B5EF4-FFF2-40B4-BE49-F238E27FC236}">
                <a16:creationId xmlns:a16="http://schemas.microsoft.com/office/drawing/2014/main" id="{0F6CD21B-C0F3-0AE5-E93D-6660517175F5}"/>
              </a:ext>
            </a:extLst>
          </p:cNvPr>
          <p:cNvSpPr txBox="1"/>
          <p:nvPr/>
        </p:nvSpPr>
        <p:spPr>
          <a:xfrm>
            <a:off x="6221104" y="5089478"/>
            <a:ext cx="5720687" cy="76141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nb-NO" sz="1600" baseline="0">
                <a:solidFill>
                  <a:srgbClr val="F9EAD3"/>
                </a:solidFill>
                <a:latin typeface="Inter"/>
              </a:rPr>
              <a:t>https://maxplanckneuroscience.org/our-brain-is-a-prediction-machine-that-is-always-active/</a:t>
            </a:r>
            <a:endParaRPr lang="nb-NO"/>
          </a:p>
          <a:p>
            <a:pPr algn="l"/>
            <a:endParaRPr lang="nb-NO" sz="1600" err="1">
              <a:solidFill>
                <a:schemeClr val="bg2"/>
              </a:solidFill>
            </a:endParaRPr>
          </a:p>
        </p:txBody>
      </p:sp>
    </p:spTree>
    <p:extLst>
      <p:ext uri="{BB962C8B-B14F-4D97-AF65-F5344CB8AC3E}">
        <p14:creationId xmlns:p14="http://schemas.microsoft.com/office/powerpoint/2010/main" val="4287957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A38D7-5E0D-F568-E9B2-7C51CE6C4EEA}"/>
            </a:ext>
          </a:extLst>
        </p:cNvPr>
        <p:cNvGrpSpPr/>
        <p:nvPr/>
      </p:nvGrpSpPr>
      <p:grpSpPr>
        <a:xfrm>
          <a:off x="0" y="0"/>
          <a:ext cx="0" cy="0"/>
          <a:chOff x="0" y="0"/>
          <a:chExt cx="0" cy="0"/>
        </a:xfrm>
      </p:grpSpPr>
      <p:sp>
        <p:nvSpPr>
          <p:cNvPr id="11" name="Slide Number Placeholder 1">
            <a:extLst>
              <a:ext uri="{FF2B5EF4-FFF2-40B4-BE49-F238E27FC236}">
                <a16:creationId xmlns:a16="http://schemas.microsoft.com/office/drawing/2014/main" id="{CA2AB254-5D23-D9F9-BFE3-23BB3A3F9EA6}"/>
              </a:ext>
            </a:extLst>
          </p:cNvPr>
          <p:cNvSpPr>
            <a:spLocks noGrp="1"/>
          </p:cNvSpPr>
          <p:nvPr>
            <p:ph type="sldNum" sz="quarter" idx="16"/>
          </p:nvPr>
        </p:nvSpPr>
        <p:spPr>
          <a:xfrm>
            <a:off x="10568940" y="6200776"/>
            <a:ext cx="784860" cy="394335"/>
          </a:xfrm>
        </p:spPr>
        <p:txBody>
          <a:bodyPr/>
          <a:lstStyle/>
          <a:p>
            <a:pPr>
              <a:spcAft>
                <a:spcPts val="600"/>
              </a:spcAft>
            </a:pPr>
            <a:fld id="{261FDEBC-E42D-42D0-B9CA-24127F1B2280}" type="slidenum">
              <a:rPr lang="nb-NO" noProof="0" smtClean="0"/>
              <a:pPr>
                <a:spcAft>
                  <a:spcPts val="600"/>
                </a:spcAft>
              </a:pPr>
              <a:t>7</a:t>
            </a:fld>
            <a:endParaRPr lang="nb-NO" noProof="0"/>
          </a:p>
        </p:txBody>
      </p:sp>
      <p:sp>
        <p:nvSpPr>
          <p:cNvPr id="2" name="Tittel 1">
            <a:extLst>
              <a:ext uri="{FF2B5EF4-FFF2-40B4-BE49-F238E27FC236}">
                <a16:creationId xmlns:a16="http://schemas.microsoft.com/office/drawing/2014/main" id="{321FB235-D702-5CEE-A8A4-30708499855F}"/>
              </a:ext>
            </a:extLst>
          </p:cNvPr>
          <p:cNvSpPr>
            <a:spLocks noGrp="1"/>
          </p:cNvSpPr>
          <p:nvPr>
            <p:ph type="title"/>
          </p:nvPr>
        </p:nvSpPr>
        <p:spPr>
          <a:xfrm>
            <a:off x="839788" y="728663"/>
            <a:ext cx="10512425" cy="1183958"/>
          </a:xfrm>
        </p:spPr>
        <p:txBody>
          <a:bodyPr anchor="ctr">
            <a:normAutofit/>
          </a:bodyPr>
          <a:lstStyle/>
          <a:p>
            <a:r>
              <a:rPr lang="nb-NO">
                <a:latin typeface="Inter"/>
                <a:ea typeface="Inter"/>
                <a:cs typeface="Inter"/>
              </a:rPr>
              <a:t>Prediksjon og KI</a:t>
            </a:r>
            <a:endParaRPr lang="nb-NO"/>
          </a:p>
        </p:txBody>
      </p:sp>
      <p:sp>
        <p:nvSpPr>
          <p:cNvPr id="5" name="TekstSylinder 4">
            <a:extLst>
              <a:ext uri="{FF2B5EF4-FFF2-40B4-BE49-F238E27FC236}">
                <a16:creationId xmlns:a16="http://schemas.microsoft.com/office/drawing/2014/main" id="{765FCFBA-28C3-957F-4949-896331B5AB9D}"/>
              </a:ext>
            </a:extLst>
          </p:cNvPr>
          <p:cNvSpPr txBox="1"/>
          <p:nvPr/>
        </p:nvSpPr>
        <p:spPr>
          <a:xfrm>
            <a:off x="839788" y="2097088"/>
            <a:ext cx="5161756" cy="4103687"/>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a:bodyPr>
          <a:lstStyle/>
          <a:p>
            <a:pPr>
              <a:spcBef>
                <a:spcPts val="1000"/>
              </a:spcBef>
            </a:pPr>
            <a:r>
              <a:rPr lang="nb-NO" sz="2000" kern="1200">
                <a:solidFill>
                  <a:schemeClr val="bg2"/>
                </a:solidFill>
              </a:rPr>
              <a:t>Moderne </a:t>
            </a:r>
            <a:r>
              <a:rPr lang="nb-NO" sz="2000">
                <a:solidFill>
                  <a:schemeClr val="bg2"/>
                </a:solidFill>
              </a:rPr>
              <a:t>KI </a:t>
            </a:r>
            <a:r>
              <a:rPr lang="nb-NO" sz="2000" kern="1200">
                <a:solidFill>
                  <a:schemeClr val="bg2"/>
                </a:solidFill>
              </a:rPr>
              <a:t>handler i stor grad om prediksjon</a:t>
            </a:r>
            <a:endParaRPr lang="nb-NO" sz="2000">
              <a:solidFill>
                <a:schemeClr val="bg2"/>
              </a:solidFill>
              <a:ea typeface="Inter"/>
              <a:cs typeface="Inter"/>
            </a:endParaRPr>
          </a:p>
          <a:p>
            <a:pPr marL="266700" indent="-266700">
              <a:spcBef>
                <a:spcPts val="1000"/>
              </a:spcBef>
              <a:buFont typeface="Arial" panose="020B0604020202020204" pitchFamily="34" charset="0"/>
              <a:buChar char="•"/>
            </a:pPr>
            <a:endParaRPr lang="nb-NO" sz="2000" kern="1200">
              <a:solidFill>
                <a:schemeClr val="bg2"/>
              </a:solidFill>
              <a:ea typeface="Inter"/>
              <a:cs typeface="Inter"/>
            </a:endParaRPr>
          </a:p>
          <a:p>
            <a:pPr marL="266700" indent="-266700">
              <a:spcBef>
                <a:spcPts val="1000"/>
              </a:spcBef>
              <a:buFont typeface="Arial" panose="020B0604020202020204" pitchFamily="34" charset="0"/>
              <a:buChar char="•"/>
            </a:pPr>
            <a:r>
              <a:rPr lang="nb-NO" sz="2000" kern="1200">
                <a:solidFill>
                  <a:schemeClr val="bg2"/>
                </a:solidFill>
              </a:rPr>
              <a:t>Språkmodeller predikerer neste ord</a:t>
            </a:r>
            <a:endParaRPr lang="nb-NO" sz="2000" kern="1200">
              <a:solidFill>
                <a:schemeClr val="bg2"/>
              </a:solidFill>
              <a:ea typeface="Inter"/>
              <a:cs typeface="Inter"/>
            </a:endParaRPr>
          </a:p>
          <a:p>
            <a:pPr marL="266700" indent="-266700">
              <a:spcBef>
                <a:spcPts val="1000"/>
              </a:spcBef>
              <a:buFont typeface="Arial" panose="020B0604020202020204" pitchFamily="34" charset="0"/>
              <a:buChar char="•"/>
            </a:pPr>
            <a:r>
              <a:rPr lang="nb-NO" sz="2000" kern="1200">
                <a:solidFill>
                  <a:schemeClr val="bg2"/>
                </a:solidFill>
              </a:rPr>
              <a:t>Selvkjørende bilder predikerer </a:t>
            </a:r>
            <a:r>
              <a:rPr lang="nb-NO" sz="2000">
                <a:solidFill>
                  <a:schemeClr val="bg2"/>
                </a:solidFill>
              </a:rPr>
              <a:t>hva</a:t>
            </a:r>
            <a:r>
              <a:rPr lang="nb-NO" sz="2000" kern="1200">
                <a:solidFill>
                  <a:schemeClr val="bg2"/>
                </a:solidFill>
              </a:rPr>
              <a:t> andre trafikanter gjør</a:t>
            </a:r>
            <a:endParaRPr lang="nb-NO" sz="2000" kern="1200">
              <a:solidFill>
                <a:schemeClr val="bg2"/>
              </a:solidFill>
              <a:ea typeface="Inter"/>
              <a:cs typeface="Inter"/>
            </a:endParaRPr>
          </a:p>
          <a:p>
            <a:pPr marL="266700" indent="-266700">
              <a:spcBef>
                <a:spcPts val="1000"/>
              </a:spcBef>
              <a:buFont typeface="Arial" panose="020B0604020202020204" pitchFamily="34" charset="0"/>
              <a:buChar char="•"/>
            </a:pPr>
            <a:r>
              <a:rPr lang="nb-NO" sz="2000" kern="1200">
                <a:solidFill>
                  <a:schemeClr val="bg2"/>
                </a:solidFill>
              </a:rPr>
              <a:t>Diagnosesystemer predikerer sykdom </a:t>
            </a:r>
            <a:endParaRPr lang="nb-NO" sz="2000" kern="1200">
              <a:solidFill>
                <a:schemeClr val="bg2"/>
              </a:solidFill>
              <a:ea typeface="Inter"/>
              <a:cs typeface="Inter"/>
            </a:endParaRPr>
          </a:p>
          <a:p>
            <a:pPr marL="266700" indent="-266700">
              <a:spcBef>
                <a:spcPts val="1000"/>
              </a:spcBef>
              <a:buFont typeface="Arial" panose="020B0604020202020204" pitchFamily="34" charset="0"/>
              <a:buChar char="•"/>
            </a:pPr>
            <a:endParaRPr lang="en-US" sz="2400" kern="1200">
              <a:solidFill>
                <a:schemeClr val="bg2"/>
              </a:solidFill>
              <a:ea typeface="Inter"/>
              <a:cs typeface="Inter"/>
            </a:endParaRPr>
          </a:p>
          <a:p>
            <a:pPr marL="266700" indent="-266700">
              <a:spcBef>
                <a:spcPts val="1000"/>
              </a:spcBef>
              <a:buFont typeface="Arial" panose="020B0604020202020204" pitchFamily="34" charset="0"/>
              <a:buChar char="•"/>
            </a:pPr>
            <a:endParaRPr lang="en-US" sz="2400" kern="1200">
              <a:solidFill>
                <a:schemeClr val="bg2"/>
              </a:solidFill>
            </a:endParaRPr>
          </a:p>
        </p:txBody>
      </p:sp>
      <p:pic>
        <p:nvPicPr>
          <p:cNvPr id="6" name="Bilde 5" descr="Et bilde som inneholder tegnefilm, leke, maskin, gul&#10;&#10;KI-generert innhold kan være feil.">
            <a:extLst>
              <a:ext uri="{FF2B5EF4-FFF2-40B4-BE49-F238E27FC236}">
                <a16:creationId xmlns:a16="http://schemas.microsoft.com/office/drawing/2014/main" id="{4465F7B5-60DE-F65F-53FE-CF5C714727E5}"/>
              </a:ext>
            </a:extLst>
          </p:cNvPr>
          <p:cNvPicPr>
            <a:picLocks noChangeAspect="1"/>
          </p:cNvPicPr>
          <p:nvPr/>
        </p:nvPicPr>
        <p:blipFill>
          <a:blip r:embed="rId2"/>
          <a:srcRect l="16039" r="3" b="3"/>
          <a:stretch>
            <a:fillRect/>
          </a:stretch>
        </p:blipFill>
        <p:spPr>
          <a:xfrm>
            <a:off x="6456286" y="1713520"/>
            <a:ext cx="5161756" cy="4103687"/>
          </a:xfrm>
          <a:prstGeom prst="rect">
            <a:avLst/>
          </a:prstGeom>
          <a:noFill/>
        </p:spPr>
      </p:pic>
    </p:spTree>
    <p:extLst>
      <p:ext uri="{BB962C8B-B14F-4D97-AF65-F5344CB8AC3E}">
        <p14:creationId xmlns:p14="http://schemas.microsoft.com/office/powerpoint/2010/main" val="2745228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395D2-7B0D-FA3D-B8EB-250D077B4FFE}"/>
            </a:ext>
          </a:extLst>
        </p:cNvPr>
        <p:cNvGrpSpPr/>
        <p:nvPr/>
      </p:nvGrpSpPr>
      <p:grpSpPr>
        <a:xfrm>
          <a:off x="0" y="0"/>
          <a:ext cx="0" cy="0"/>
          <a:chOff x="0" y="0"/>
          <a:chExt cx="0" cy="0"/>
        </a:xfrm>
      </p:grpSpPr>
      <p:sp>
        <p:nvSpPr>
          <p:cNvPr id="11" name="Slide Number Placeholder 1">
            <a:extLst>
              <a:ext uri="{FF2B5EF4-FFF2-40B4-BE49-F238E27FC236}">
                <a16:creationId xmlns:a16="http://schemas.microsoft.com/office/drawing/2014/main" id="{C2A30C5F-DB0B-8718-CD09-0C11F9BBD395}"/>
              </a:ext>
            </a:extLst>
          </p:cNvPr>
          <p:cNvSpPr>
            <a:spLocks noGrp="1"/>
          </p:cNvSpPr>
          <p:nvPr>
            <p:ph type="sldNum" sz="quarter" idx="16"/>
          </p:nvPr>
        </p:nvSpPr>
        <p:spPr>
          <a:xfrm>
            <a:off x="10568940" y="6200776"/>
            <a:ext cx="784860" cy="394335"/>
          </a:xfrm>
        </p:spPr>
        <p:txBody>
          <a:bodyPr/>
          <a:lstStyle/>
          <a:p>
            <a:pPr>
              <a:spcAft>
                <a:spcPts val="600"/>
              </a:spcAft>
            </a:pPr>
            <a:fld id="{261FDEBC-E42D-42D0-B9CA-24127F1B2280}" type="slidenum">
              <a:rPr lang="nb-NO" noProof="0" smtClean="0"/>
              <a:pPr>
                <a:spcAft>
                  <a:spcPts val="600"/>
                </a:spcAft>
              </a:pPr>
              <a:t>8</a:t>
            </a:fld>
            <a:endParaRPr lang="nb-NO" noProof="0"/>
          </a:p>
        </p:txBody>
      </p:sp>
      <p:sp>
        <p:nvSpPr>
          <p:cNvPr id="2" name="Tittel 1">
            <a:extLst>
              <a:ext uri="{FF2B5EF4-FFF2-40B4-BE49-F238E27FC236}">
                <a16:creationId xmlns:a16="http://schemas.microsoft.com/office/drawing/2014/main" id="{5B6183A6-72D5-1A4B-0CC9-64B15896AB07}"/>
              </a:ext>
            </a:extLst>
          </p:cNvPr>
          <p:cNvSpPr>
            <a:spLocks noGrp="1"/>
          </p:cNvSpPr>
          <p:nvPr>
            <p:ph type="title"/>
          </p:nvPr>
        </p:nvSpPr>
        <p:spPr>
          <a:xfrm>
            <a:off x="839788" y="728663"/>
            <a:ext cx="10512425" cy="1183958"/>
          </a:xfrm>
        </p:spPr>
        <p:txBody>
          <a:bodyPr anchor="ctr">
            <a:normAutofit/>
          </a:bodyPr>
          <a:lstStyle/>
          <a:p>
            <a:r>
              <a:rPr lang="nb-NO">
                <a:latin typeface="Inter"/>
                <a:ea typeface="Inter"/>
                <a:cs typeface="Inter"/>
              </a:rPr>
              <a:t>Prediksjon med data</a:t>
            </a:r>
            <a:endParaRPr lang="nb-NO"/>
          </a:p>
        </p:txBody>
      </p:sp>
      <p:sp>
        <p:nvSpPr>
          <p:cNvPr id="4" name="TekstSylinder 3">
            <a:extLst>
              <a:ext uri="{FF2B5EF4-FFF2-40B4-BE49-F238E27FC236}">
                <a16:creationId xmlns:a16="http://schemas.microsoft.com/office/drawing/2014/main" id="{7394621B-9702-BC86-415B-5BBD573DB08D}"/>
              </a:ext>
            </a:extLst>
          </p:cNvPr>
          <p:cNvSpPr txBox="1"/>
          <p:nvPr/>
        </p:nvSpPr>
        <p:spPr>
          <a:xfrm>
            <a:off x="839788" y="2097088"/>
            <a:ext cx="9985798" cy="4103687"/>
          </a:xfrm>
          <a:prstGeom prst="rect">
            <a:avLst/>
          </a:prstGeom>
        </p:spPr>
        <p:txBody>
          <a:bodyPr rot="0" spcFirstLastPara="0" vertOverflow="overflow" horzOverflow="overflow" vert="horz" lIns="0" tIns="0" rIns="0" bIns="0" numCol="1" spcCol="0" rtlCol="0" fromWordArt="0" anchor="t" anchorCtr="0" forceAA="0" compatLnSpc="1">
            <a:prstTxWarp prst="textNoShape">
              <a:avLst/>
            </a:prstTxWarp>
            <a:normAutofit/>
          </a:bodyPr>
          <a:lstStyle/>
          <a:p>
            <a:r>
              <a:rPr lang="nb-NO" sz="2000">
                <a:solidFill>
                  <a:schemeClr val="bg2"/>
                </a:solidFill>
                <a:ea typeface="+mn-lt"/>
                <a:cs typeface="+mn-lt"/>
              </a:rPr>
              <a:t>Vi prøver å finne en funksjon som beskriver mønsteret i dataene vi har tilgjengelig:</a:t>
            </a:r>
            <a:endParaRPr lang="en-US">
              <a:solidFill>
                <a:schemeClr val="bg2"/>
              </a:solidFill>
              <a:ea typeface="+mn-lt"/>
              <a:cs typeface="+mn-lt"/>
            </a:endParaRPr>
          </a:p>
          <a:p>
            <a:endParaRPr lang="nb-NO" sz="2000">
              <a:solidFill>
                <a:schemeClr val="bg2"/>
              </a:solidFill>
              <a:ea typeface="Inter"/>
              <a:cs typeface="Inter"/>
            </a:endParaRPr>
          </a:p>
          <a:p>
            <a:endParaRPr lang="nb-NO" sz="2000" kern="1200">
              <a:solidFill>
                <a:schemeClr val="bg2"/>
              </a:solidFill>
              <a:ea typeface="Inter"/>
              <a:cs typeface="Inter"/>
            </a:endParaRPr>
          </a:p>
          <a:p>
            <a:pPr marL="266700" indent="-266700">
              <a:spcBef>
                <a:spcPts val="1000"/>
              </a:spcBef>
              <a:buFont typeface="Arial" panose="020B0604020202020204" pitchFamily="34" charset="0"/>
              <a:buChar char="•"/>
            </a:pPr>
            <a:endParaRPr lang="en-US" sz="2400">
              <a:solidFill>
                <a:schemeClr val="bg2"/>
              </a:solidFill>
              <a:ea typeface="Inter"/>
              <a:cs typeface="Inter"/>
            </a:endParaRPr>
          </a:p>
          <a:p>
            <a:pPr marL="266700" indent="-266700">
              <a:spcBef>
                <a:spcPts val="1000"/>
              </a:spcBef>
              <a:buFont typeface="Arial" panose="020B0604020202020204" pitchFamily="34" charset="0"/>
              <a:buChar char="•"/>
            </a:pPr>
            <a:endParaRPr lang="en-US" sz="2400">
              <a:solidFill>
                <a:schemeClr val="bg2"/>
              </a:solidFill>
              <a:ea typeface="Inter"/>
              <a:cs typeface="Inter"/>
            </a:endParaRPr>
          </a:p>
        </p:txBody>
      </p:sp>
      <p:pic>
        <p:nvPicPr>
          <p:cNvPr id="9" name="Bilde 8" descr="Et bilde som inneholder tekst, sketch, tegning, diagram&#10;&#10;KI-generert innhold kan være feil.">
            <a:extLst>
              <a:ext uri="{FF2B5EF4-FFF2-40B4-BE49-F238E27FC236}">
                <a16:creationId xmlns:a16="http://schemas.microsoft.com/office/drawing/2014/main" id="{32878A74-0294-D3E2-217A-E47FAF7085BE}"/>
              </a:ext>
            </a:extLst>
          </p:cNvPr>
          <p:cNvPicPr>
            <a:picLocks noChangeAspect="1"/>
          </p:cNvPicPr>
          <p:nvPr/>
        </p:nvPicPr>
        <p:blipFill>
          <a:blip r:embed="rId2"/>
          <a:stretch>
            <a:fillRect/>
          </a:stretch>
        </p:blipFill>
        <p:spPr>
          <a:xfrm>
            <a:off x="2829278" y="2678615"/>
            <a:ext cx="6533445" cy="2954213"/>
          </a:xfrm>
          <a:prstGeom prst="rect">
            <a:avLst/>
          </a:prstGeom>
        </p:spPr>
      </p:pic>
    </p:spTree>
    <p:extLst>
      <p:ext uri="{BB962C8B-B14F-4D97-AF65-F5344CB8AC3E}">
        <p14:creationId xmlns:p14="http://schemas.microsoft.com/office/powerpoint/2010/main" val="3371468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1982F-246C-4342-BF5B-81B695ED0639}"/>
            </a:ext>
          </a:extLst>
        </p:cNvPr>
        <p:cNvGrpSpPr/>
        <p:nvPr/>
      </p:nvGrpSpPr>
      <p:grpSpPr>
        <a:xfrm>
          <a:off x="0" y="0"/>
          <a:ext cx="0" cy="0"/>
          <a:chOff x="0" y="0"/>
          <a:chExt cx="0" cy="0"/>
        </a:xfrm>
      </p:grpSpPr>
      <p:sp>
        <p:nvSpPr>
          <p:cNvPr id="11" name="Slide Number Placeholder 1">
            <a:extLst>
              <a:ext uri="{FF2B5EF4-FFF2-40B4-BE49-F238E27FC236}">
                <a16:creationId xmlns:a16="http://schemas.microsoft.com/office/drawing/2014/main" id="{AA488E2C-863D-CC0D-FD44-41B5546041F8}"/>
              </a:ext>
            </a:extLst>
          </p:cNvPr>
          <p:cNvSpPr>
            <a:spLocks noGrp="1"/>
          </p:cNvSpPr>
          <p:nvPr>
            <p:ph type="sldNum" sz="quarter" idx="16"/>
          </p:nvPr>
        </p:nvSpPr>
        <p:spPr>
          <a:xfrm>
            <a:off x="10568940" y="6200776"/>
            <a:ext cx="784860" cy="394335"/>
          </a:xfrm>
        </p:spPr>
        <p:txBody>
          <a:bodyPr/>
          <a:lstStyle/>
          <a:p>
            <a:pPr>
              <a:spcAft>
                <a:spcPts val="600"/>
              </a:spcAft>
            </a:pPr>
            <a:fld id="{261FDEBC-E42D-42D0-B9CA-24127F1B2280}" type="slidenum">
              <a:rPr lang="nb-NO" noProof="0" smtClean="0"/>
              <a:pPr>
                <a:spcAft>
                  <a:spcPts val="600"/>
                </a:spcAft>
              </a:pPr>
              <a:t>9</a:t>
            </a:fld>
            <a:endParaRPr lang="nb-NO" noProof="0"/>
          </a:p>
        </p:txBody>
      </p:sp>
      <p:sp>
        <p:nvSpPr>
          <p:cNvPr id="2" name="Tittel 1">
            <a:extLst>
              <a:ext uri="{FF2B5EF4-FFF2-40B4-BE49-F238E27FC236}">
                <a16:creationId xmlns:a16="http://schemas.microsoft.com/office/drawing/2014/main" id="{2342980E-934B-BC4C-6159-F49532C6D818}"/>
              </a:ext>
            </a:extLst>
          </p:cNvPr>
          <p:cNvSpPr>
            <a:spLocks noGrp="1"/>
          </p:cNvSpPr>
          <p:nvPr>
            <p:ph type="title"/>
          </p:nvPr>
        </p:nvSpPr>
        <p:spPr>
          <a:xfrm>
            <a:off x="839788" y="728663"/>
            <a:ext cx="10512425" cy="1183958"/>
          </a:xfrm>
        </p:spPr>
        <p:txBody>
          <a:bodyPr anchor="ctr">
            <a:normAutofit/>
          </a:bodyPr>
          <a:lstStyle/>
          <a:p>
            <a:r>
              <a:rPr lang="nb-NO">
                <a:latin typeface="Inter"/>
                <a:ea typeface="Inter"/>
                <a:cs typeface="Inter"/>
              </a:rPr>
              <a:t>Prediksjon med data</a:t>
            </a:r>
            <a:endParaRPr lang="nb-NO"/>
          </a:p>
        </p:txBody>
      </p:sp>
      <p:pic>
        <p:nvPicPr>
          <p:cNvPr id="9" name="Bilde 8" descr="Et bilde som inneholder tekst, sketch, tegning, diagram&#10;&#10;KI-generert innhold kan være feil.">
            <a:extLst>
              <a:ext uri="{FF2B5EF4-FFF2-40B4-BE49-F238E27FC236}">
                <a16:creationId xmlns:a16="http://schemas.microsoft.com/office/drawing/2014/main" id="{3B8C1187-7543-6C94-1928-22DC47F8D159}"/>
              </a:ext>
            </a:extLst>
          </p:cNvPr>
          <p:cNvPicPr>
            <a:picLocks noChangeAspect="1"/>
          </p:cNvPicPr>
          <p:nvPr/>
        </p:nvPicPr>
        <p:blipFill>
          <a:blip r:embed="rId2"/>
          <a:stretch>
            <a:fillRect/>
          </a:stretch>
        </p:blipFill>
        <p:spPr>
          <a:xfrm>
            <a:off x="6462994" y="2746854"/>
            <a:ext cx="5481431" cy="2476542"/>
          </a:xfrm>
          <a:prstGeom prst="rect">
            <a:avLst/>
          </a:prstGeom>
        </p:spPr>
      </p:pic>
      <p:sp>
        <p:nvSpPr>
          <p:cNvPr id="5" name="TekstSylinder 4">
            <a:extLst>
              <a:ext uri="{FF2B5EF4-FFF2-40B4-BE49-F238E27FC236}">
                <a16:creationId xmlns:a16="http://schemas.microsoft.com/office/drawing/2014/main" id="{07005CC2-C589-4C44-D63A-698818D687C6}"/>
              </a:ext>
            </a:extLst>
          </p:cNvPr>
          <p:cNvSpPr txBox="1"/>
          <p:nvPr/>
        </p:nvSpPr>
        <p:spPr>
          <a:xfrm>
            <a:off x="737430" y="2506521"/>
            <a:ext cx="5628054" cy="2494389"/>
          </a:xfrm>
          <a:prstGeom prst="rect">
            <a:avLst/>
          </a:prstGeom>
        </p:spPr>
        <p:txBody>
          <a:bodyPr rot="0" spcFirstLastPara="0" vertOverflow="overflow" horzOverflow="overflow" vert="horz" lIns="0" tIns="0" rIns="0" bIns="0" numCol="1" spcCol="0" rtlCol="0" fromWordArt="0" anchor="t" anchorCtr="0" forceAA="0" compatLnSpc="1">
            <a:prstTxWarp prst="textNoShape">
              <a:avLst/>
            </a:prstTxWarp>
            <a:normAutofit/>
          </a:bodyPr>
          <a:lstStyle/>
          <a:p>
            <a:pPr>
              <a:spcBef>
                <a:spcPts val="1000"/>
              </a:spcBef>
            </a:pPr>
            <a:endParaRPr lang="nb-NO" sz="2000">
              <a:solidFill>
                <a:schemeClr val="bg2"/>
              </a:solidFill>
              <a:ea typeface="Inter"/>
              <a:cs typeface="Inter"/>
            </a:endParaRPr>
          </a:p>
          <a:p>
            <a:pPr marL="266700" indent="-266700">
              <a:spcBef>
                <a:spcPts val="1000"/>
              </a:spcBef>
              <a:buFont typeface="Arial" panose="020B0604020202020204" pitchFamily="34" charset="0"/>
              <a:buChar char="•"/>
            </a:pPr>
            <a:r>
              <a:rPr lang="nb-NO" sz="2000" err="1">
                <a:solidFill>
                  <a:schemeClr val="bg2"/>
                </a:solidFill>
                <a:ea typeface="Inter"/>
                <a:cs typeface="Inter"/>
              </a:rPr>
              <a:t>X</a:t>
            </a:r>
            <a:r>
              <a:rPr lang="nb-NO" sz="2000">
                <a:solidFill>
                  <a:schemeClr val="bg2"/>
                </a:solidFill>
                <a:ea typeface="Inter"/>
                <a:cs typeface="Inter"/>
              </a:rPr>
              <a:t> = informasjon vi kjenner (tid, vær, ukedag)</a:t>
            </a:r>
            <a:endParaRPr lang="nb-NO" sz="2000" kern="1200">
              <a:solidFill>
                <a:schemeClr val="bg2"/>
              </a:solidFill>
              <a:ea typeface="Inter"/>
              <a:cs typeface="Inter"/>
            </a:endParaRPr>
          </a:p>
          <a:p>
            <a:pPr marL="266700" indent="-266700">
              <a:spcBef>
                <a:spcPts val="1000"/>
              </a:spcBef>
              <a:buFont typeface="Arial" panose="020B0604020202020204" pitchFamily="34" charset="0"/>
              <a:buChar char="•"/>
            </a:pPr>
            <a:r>
              <a:rPr lang="nb-NO" sz="2000">
                <a:solidFill>
                  <a:schemeClr val="bg2"/>
                </a:solidFill>
                <a:ea typeface="Inter"/>
                <a:cs typeface="Inter"/>
              </a:rPr>
              <a:t>Y = det vi vil predikere (antall bysykkelturer)</a:t>
            </a:r>
            <a:endParaRPr lang="nb-NO" sz="2000" kern="1200">
              <a:solidFill>
                <a:schemeClr val="bg2"/>
              </a:solidFill>
              <a:ea typeface="Inter"/>
              <a:cs typeface="Inter"/>
            </a:endParaRPr>
          </a:p>
          <a:p>
            <a:pPr marL="266700" indent="-266700">
              <a:spcBef>
                <a:spcPts val="1000"/>
              </a:spcBef>
              <a:buFont typeface="Arial" panose="020B0604020202020204" pitchFamily="34" charset="0"/>
              <a:buChar char="•"/>
            </a:pPr>
            <a:r>
              <a:rPr lang="nb-NO" sz="2000">
                <a:solidFill>
                  <a:schemeClr val="bg2"/>
                </a:solidFill>
                <a:ea typeface="+mn-lt"/>
                <a:cs typeface="+mn-lt"/>
              </a:rPr>
              <a:t>f(</a:t>
            </a:r>
            <a:r>
              <a:rPr lang="nb-NO" sz="2000" err="1">
                <a:solidFill>
                  <a:schemeClr val="bg2"/>
                </a:solidFill>
                <a:ea typeface="+mn-lt"/>
                <a:cs typeface="+mn-lt"/>
              </a:rPr>
              <a:t>X</a:t>
            </a:r>
            <a:r>
              <a:rPr lang="nb-NO" sz="2000">
                <a:solidFill>
                  <a:schemeClr val="bg2"/>
                </a:solidFill>
                <a:ea typeface="+mn-lt"/>
                <a:cs typeface="+mn-lt"/>
              </a:rPr>
              <a:t>) = mønsteret modellen prøver å lære</a:t>
            </a:r>
          </a:p>
          <a:p>
            <a:pPr marL="266700" indent="-266700">
              <a:spcBef>
                <a:spcPts val="1000"/>
              </a:spcBef>
              <a:buFont typeface="Arial" panose="020B0604020202020204" pitchFamily="34" charset="0"/>
              <a:buChar char="•"/>
            </a:pPr>
            <a:r>
              <a:rPr lang="en-US" sz="2000">
                <a:solidFill>
                  <a:schemeClr val="bg2"/>
                </a:solidFill>
                <a:ea typeface="+mn-lt"/>
                <a:cs typeface="+mn-lt"/>
              </a:rPr>
              <a:t>ε = Støy/ting vi </a:t>
            </a:r>
            <a:r>
              <a:rPr lang="en-US" sz="2000" err="1">
                <a:solidFill>
                  <a:schemeClr val="bg2"/>
                </a:solidFill>
                <a:ea typeface="+mn-lt"/>
                <a:cs typeface="+mn-lt"/>
              </a:rPr>
              <a:t>ikke</a:t>
            </a:r>
            <a:r>
              <a:rPr lang="en-US" sz="2000">
                <a:solidFill>
                  <a:schemeClr val="bg2"/>
                </a:solidFill>
                <a:ea typeface="+mn-lt"/>
                <a:cs typeface="+mn-lt"/>
              </a:rPr>
              <a:t> </a:t>
            </a:r>
            <a:r>
              <a:rPr lang="en-US" sz="2000" err="1">
                <a:solidFill>
                  <a:schemeClr val="bg2"/>
                </a:solidFill>
                <a:ea typeface="+mn-lt"/>
                <a:cs typeface="+mn-lt"/>
              </a:rPr>
              <a:t>kan</a:t>
            </a:r>
            <a:r>
              <a:rPr lang="en-US" sz="2000">
                <a:solidFill>
                  <a:schemeClr val="bg2"/>
                </a:solidFill>
                <a:ea typeface="+mn-lt"/>
                <a:cs typeface="+mn-lt"/>
              </a:rPr>
              <a:t> </a:t>
            </a:r>
            <a:r>
              <a:rPr lang="en-US" sz="2000" err="1">
                <a:solidFill>
                  <a:schemeClr val="bg2"/>
                </a:solidFill>
                <a:ea typeface="+mn-lt"/>
                <a:cs typeface="+mn-lt"/>
              </a:rPr>
              <a:t>forklare</a:t>
            </a:r>
            <a:r>
              <a:rPr lang="en-US" sz="2000">
                <a:solidFill>
                  <a:schemeClr val="bg2"/>
                </a:solidFill>
                <a:ea typeface="+mn-lt"/>
                <a:cs typeface="+mn-lt"/>
              </a:rPr>
              <a:t> </a:t>
            </a:r>
            <a:r>
              <a:rPr lang="en-US" sz="2000" err="1">
                <a:solidFill>
                  <a:schemeClr val="bg2"/>
                </a:solidFill>
                <a:ea typeface="+mn-lt"/>
                <a:cs typeface="+mn-lt"/>
              </a:rPr>
              <a:t>perfekt</a:t>
            </a:r>
            <a:endParaRPr lang="nb-NO" sz="2000" err="1">
              <a:solidFill>
                <a:schemeClr val="bg2"/>
              </a:solidFill>
              <a:ea typeface="+mn-lt"/>
              <a:cs typeface="+mn-lt"/>
            </a:endParaRPr>
          </a:p>
          <a:p>
            <a:pPr>
              <a:buFont typeface="Arial" panose="020B0604020202020204" pitchFamily="34" charset="0"/>
              <a:buChar char="•"/>
            </a:pPr>
            <a:endParaRPr lang="en-US">
              <a:solidFill>
                <a:schemeClr val="bg2"/>
              </a:solidFill>
              <a:ea typeface="+mn-lt"/>
              <a:cs typeface="+mn-lt"/>
            </a:endParaRPr>
          </a:p>
          <a:p>
            <a:endParaRPr lang="en-US">
              <a:solidFill>
                <a:schemeClr val="bg2"/>
              </a:solidFill>
              <a:ea typeface="Inter"/>
              <a:cs typeface="Inter"/>
            </a:endParaRPr>
          </a:p>
          <a:p>
            <a:pPr marL="266700" indent="-266700">
              <a:spcBef>
                <a:spcPts val="1000"/>
              </a:spcBef>
              <a:buFont typeface="Arial" panose="020B0604020202020204" pitchFamily="34" charset="0"/>
              <a:buChar char="•"/>
            </a:pPr>
            <a:endParaRPr lang="en-US" sz="2400" kern="1200">
              <a:solidFill>
                <a:schemeClr val="bg2"/>
              </a:solidFill>
              <a:ea typeface="Inter"/>
              <a:cs typeface="Inter"/>
            </a:endParaRPr>
          </a:p>
          <a:p>
            <a:pPr marL="266700" indent="-266700">
              <a:spcBef>
                <a:spcPts val="1000"/>
              </a:spcBef>
              <a:buFont typeface="Arial" panose="020B0604020202020204" pitchFamily="34" charset="0"/>
              <a:buChar char="•"/>
            </a:pPr>
            <a:endParaRPr lang="en-US" sz="2400" kern="1200">
              <a:solidFill>
                <a:schemeClr val="bg2"/>
              </a:solidFill>
            </a:endParaRPr>
          </a:p>
        </p:txBody>
      </p:sp>
    </p:spTree>
    <p:extLst>
      <p:ext uri="{BB962C8B-B14F-4D97-AF65-F5344CB8AC3E}">
        <p14:creationId xmlns:p14="http://schemas.microsoft.com/office/powerpoint/2010/main" val="1004119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1FC0A-9C32-E3EE-E270-2D523F28270E}"/>
            </a:ext>
          </a:extLst>
        </p:cNvPr>
        <p:cNvGrpSpPr/>
        <p:nvPr/>
      </p:nvGrpSpPr>
      <p:grpSpPr>
        <a:xfrm>
          <a:off x="0" y="0"/>
          <a:ext cx="0" cy="0"/>
          <a:chOff x="0" y="0"/>
          <a:chExt cx="0" cy="0"/>
        </a:xfrm>
      </p:grpSpPr>
      <p:sp>
        <p:nvSpPr>
          <p:cNvPr id="11" name="Slide Number Placeholder 1">
            <a:extLst>
              <a:ext uri="{FF2B5EF4-FFF2-40B4-BE49-F238E27FC236}">
                <a16:creationId xmlns:a16="http://schemas.microsoft.com/office/drawing/2014/main" id="{DDC77F1B-D604-64C6-3A72-4FC5B305C04E}"/>
              </a:ext>
            </a:extLst>
          </p:cNvPr>
          <p:cNvSpPr>
            <a:spLocks noGrp="1"/>
          </p:cNvSpPr>
          <p:nvPr>
            <p:ph type="sldNum" sz="quarter" idx="16"/>
          </p:nvPr>
        </p:nvSpPr>
        <p:spPr>
          <a:xfrm>
            <a:off x="10568940" y="6200776"/>
            <a:ext cx="784860" cy="394335"/>
          </a:xfrm>
        </p:spPr>
        <p:txBody>
          <a:bodyPr/>
          <a:lstStyle/>
          <a:p>
            <a:pPr>
              <a:spcAft>
                <a:spcPts val="600"/>
              </a:spcAft>
            </a:pPr>
            <a:fld id="{261FDEBC-E42D-42D0-B9CA-24127F1B2280}" type="slidenum">
              <a:rPr lang="nb-NO" noProof="0" smtClean="0"/>
              <a:pPr>
                <a:spcAft>
                  <a:spcPts val="600"/>
                </a:spcAft>
              </a:pPr>
              <a:t>10</a:t>
            </a:fld>
            <a:endParaRPr lang="nb-NO" noProof="0"/>
          </a:p>
        </p:txBody>
      </p:sp>
      <p:sp>
        <p:nvSpPr>
          <p:cNvPr id="2" name="Tittel 1">
            <a:extLst>
              <a:ext uri="{FF2B5EF4-FFF2-40B4-BE49-F238E27FC236}">
                <a16:creationId xmlns:a16="http://schemas.microsoft.com/office/drawing/2014/main" id="{DD1D5CD7-4384-6901-872E-E1E345257B34}"/>
              </a:ext>
            </a:extLst>
          </p:cNvPr>
          <p:cNvSpPr>
            <a:spLocks noGrp="1"/>
          </p:cNvSpPr>
          <p:nvPr>
            <p:ph type="title"/>
          </p:nvPr>
        </p:nvSpPr>
        <p:spPr>
          <a:xfrm>
            <a:off x="839788" y="728663"/>
            <a:ext cx="10512425" cy="1183958"/>
          </a:xfrm>
        </p:spPr>
        <p:txBody>
          <a:bodyPr anchor="ctr">
            <a:normAutofit/>
          </a:bodyPr>
          <a:lstStyle/>
          <a:p>
            <a:r>
              <a:rPr lang="nb-NO">
                <a:latin typeface="Inter"/>
                <a:ea typeface="Inter"/>
                <a:cs typeface="Inter"/>
              </a:rPr>
              <a:t>Prediksjon med data</a:t>
            </a:r>
            <a:endParaRPr lang="nb-NO"/>
          </a:p>
        </p:txBody>
      </p:sp>
      <p:pic>
        <p:nvPicPr>
          <p:cNvPr id="9" name="Bilde 8" descr="Et bilde som inneholder tekst, sketch, tegning, diagram&#10;&#10;KI-generert innhold kan være feil.">
            <a:extLst>
              <a:ext uri="{FF2B5EF4-FFF2-40B4-BE49-F238E27FC236}">
                <a16:creationId xmlns:a16="http://schemas.microsoft.com/office/drawing/2014/main" id="{2DA25D3D-985D-5505-AF4B-D5E6608DF100}"/>
              </a:ext>
            </a:extLst>
          </p:cNvPr>
          <p:cNvPicPr>
            <a:picLocks noChangeAspect="1"/>
          </p:cNvPicPr>
          <p:nvPr/>
        </p:nvPicPr>
        <p:blipFill>
          <a:blip r:embed="rId2"/>
          <a:stretch>
            <a:fillRect/>
          </a:stretch>
        </p:blipFill>
        <p:spPr>
          <a:xfrm>
            <a:off x="6462994" y="2746854"/>
            <a:ext cx="5481431" cy="2476542"/>
          </a:xfrm>
          <a:prstGeom prst="rect">
            <a:avLst/>
          </a:prstGeom>
        </p:spPr>
      </p:pic>
      <p:sp>
        <p:nvSpPr>
          <p:cNvPr id="5" name="TekstSylinder 4">
            <a:extLst>
              <a:ext uri="{FF2B5EF4-FFF2-40B4-BE49-F238E27FC236}">
                <a16:creationId xmlns:a16="http://schemas.microsoft.com/office/drawing/2014/main" id="{2C992CF7-584D-7353-8506-262DA6540986}"/>
              </a:ext>
            </a:extLst>
          </p:cNvPr>
          <p:cNvSpPr txBox="1"/>
          <p:nvPr/>
        </p:nvSpPr>
        <p:spPr>
          <a:xfrm>
            <a:off x="737430" y="2506521"/>
            <a:ext cx="5628054" cy="2494389"/>
          </a:xfrm>
          <a:prstGeom prst="rect">
            <a:avLst/>
          </a:prstGeom>
        </p:spPr>
        <p:txBody>
          <a:bodyPr rot="0" spcFirstLastPara="0" vertOverflow="overflow" horzOverflow="overflow" vert="horz" lIns="0" tIns="0" rIns="0" bIns="0" numCol="1" spcCol="0" rtlCol="0" fromWordArt="0" anchor="t" anchorCtr="0" forceAA="0" compatLnSpc="1">
            <a:prstTxWarp prst="textNoShape">
              <a:avLst/>
            </a:prstTxWarp>
            <a:normAutofit/>
          </a:bodyPr>
          <a:lstStyle/>
          <a:p>
            <a:pPr>
              <a:spcBef>
                <a:spcPts val="1000"/>
              </a:spcBef>
            </a:pPr>
            <a:endParaRPr lang="nb-NO" sz="2000">
              <a:solidFill>
                <a:schemeClr val="bg2"/>
              </a:solidFill>
              <a:ea typeface="Inter"/>
              <a:cs typeface="Inter"/>
            </a:endParaRPr>
          </a:p>
          <a:p>
            <a:pPr marL="266700" indent="-266700">
              <a:spcBef>
                <a:spcPts val="1000"/>
              </a:spcBef>
              <a:buFont typeface="Arial" panose="020B0604020202020204" pitchFamily="34" charset="0"/>
              <a:buChar char="•"/>
            </a:pPr>
            <a:r>
              <a:rPr lang="nb-NO" sz="2000" err="1">
                <a:solidFill>
                  <a:schemeClr val="bg2"/>
                </a:solidFill>
                <a:ea typeface="Inter"/>
                <a:cs typeface="Inter"/>
              </a:rPr>
              <a:t>X</a:t>
            </a:r>
            <a:r>
              <a:rPr lang="nb-NO" sz="2000">
                <a:solidFill>
                  <a:schemeClr val="bg2"/>
                </a:solidFill>
                <a:ea typeface="Inter"/>
                <a:cs typeface="Inter"/>
              </a:rPr>
              <a:t> = informasjon vi kjenner (tid, vær, ukedag)</a:t>
            </a:r>
            <a:endParaRPr lang="nb-NO" sz="2000" kern="1200">
              <a:solidFill>
                <a:schemeClr val="bg2"/>
              </a:solidFill>
              <a:ea typeface="Inter"/>
              <a:cs typeface="Inter"/>
            </a:endParaRPr>
          </a:p>
          <a:p>
            <a:pPr marL="266700" indent="-266700">
              <a:spcBef>
                <a:spcPts val="1000"/>
              </a:spcBef>
              <a:buFont typeface="Arial" panose="020B0604020202020204" pitchFamily="34" charset="0"/>
              <a:buChar char="•"/>
            </a:pPr>
            <a:r>
              <a:rPr lang="nb-NO" sz="2000">
                <a:solidFill>
                  <a:schemeClr val="bg2"/>
                </a:solidFill>
                <a:ea typeface="Inter"/>
                <a:cs typeface="Inter"/>
              </a:rPr>
              <a:t>Y = det vi vil predikere (antall bysykler)</a:t>
            </a:r>
            <a:endParaRPr lang="nb-NO" sz="2000" kern="1200">
              <a:solidFill>
                <a:schemeClr val="bg2"/>
              </a:solidFill>
              <a:ea typeface="Inter"/>
              <a:cs typeface="Inter"/>
            </a:endParaRPr>
          </a:p>
          <a:p>
            <a:pPr marL="266700" indent="-266700">
              <a:spcBef>
                <a:spcPts val="1000"/>
              </a:spcBef>
              <a:buFont typeface="Arial" panose="020B0604020202020204" pitchFamily="34" charset="0"/>
              <a:buChar char="•"/>
            </a:pPr>
            <a:r>
              <a:rPr lang="nb-NO" sz="2000">
                <a:solidFill>
                  <a:schemeClr val="bg2"/>
                </a:solidFill>
                <a:ea typeface="+mn-lt"/>
                <a:cs typeface="+mn-lt"/>
              </a:rPr>
              <a:t>f(</a:t>
            </a:r>
            <a:r>
              <a:rPr lang="nb-NO" sz="2000" err="1">
                <a:solidFill>
                  <a:schemeClr val="bg2"/>
                </a:solidFill>
                <a:ea typeface="+mn-lt"/>
                <a:cs typeface="+mn-lt"/>
              </a:rPr>
              <a:t>X</a:t>
            </a:r>
            <a:r>
              <a:rPr lang="nb-NO" sz="2000">
                <a:solidFill>
                  <a:schemeClr val="bg2"/>
                </a:solidFill>
                <a:ea typeface="+mn-lt"/>
                <a:cs typeface="+mn-lt"/>
              </a:rPr>
              <a:t>) = mønsteret modellen prøver å lære</a:t>
            </a:r>
          </a:p>
          <a:p>
            <a:pPr marL="266700" indent="-266700">
              <a:spcBef>
                <a:spcPts val="1000"/>
              </a:spcBef>
              <a:buFont typeface="Arial" panose="020B0604020202020204" pitchFamily="34" charset="0"/>
              <a:buChar char="•"/>
            </a:pPr>
            <a:r>
              <a:rPr lang="en-US" sz="2000">
                <a:solidFill>
                  <a:schemeClr val="bg2"/>
                </a:solidFill>
                <a:ea typeface="+mn-lt"/>
                <a:cs typeface="+mn-lt"/>
              </a:rPr>
              <a:t>ε = Støy/ting vi </a:t>
            </a:r>
            <a:r>
              <a:rPr lang="en-US" sz="2000" err="1">
                <a:solidFill>
                  <a:schemeClr val="bg2"/>
                </a:solidFill>
                <a:ea typeface="+mn-lt"/>
                <a:cs typeface="+mn-lt"/>
              </a:rPr>
              <a:t>ikke</a:t>
            </a:r>
            <a:r>
              <a:rPr lang="en-US" sz="2000">
                <a:solidFill>
                  <a:schemeClr val="bg2"/>
                </a:solidFill>
                <a:ea typeface="+mn-lt"/>
                <a:cs typeface="+mn-lt"/>
              </a:rPr>
              <a:t> </a:t>
            </a:r>
            <a:r>
              <a:rPr lang="en-US" sz="2000" err="1">
                <a:solidFill>
                  <a:schemeClr val="bg2"/>
                </a:solidFill>
                <a:ea typeface="+mn-lt"/>
                <a:cs typeface="+mn-lt"/>
              </a:rPr>
              <a:t>kan</a:t>
            </a:r>
            <a:r>
              <a:rPr lang="en-US" sz="2000">
                <a:solidFill>
                  <a:schemeClr val="bg2"/>
                </a:solidFill>
                <a:ea typeface="+mn-lt"/>
                <a:cs typeface="+mn-lt"/>
              </a:rPr>
              <a:t> </a:t>
            </a:r>
            <a:r>
              <a:rPr lang="en-US" sz="2000" err="1">
                <a:solidFill>
                  <a:schemeClr val="bg2"/>
                </a:solidFill>
                <a:ea typeface="+mn-lt"/>
                <a:cs typeface="+mn-lt"/>
              </a:rPr>
              <a:t>forklare</a:t>
            </a:r>
            <a:r>
              <a:rPr lang="en-US" sz="2000">
                <a:solidFill>
                  <a:schemeClr val="bg2"/>
                </a:solidFill>
                <a:ea typeface="+mn-lt"/>
                <a:cs typeface="+mn-lt"/>
              </a:rPr>
              <a:t> </a:t>
            </a:r>
            <a:r>
              <a:rPr lang="en-US" sz="2000" err="1">
                <a:solidFill>
                  <a:schemeClr val="bg2"/>
                </a:solidFill>
                <a:ea typeface="+mn-lt"/>
                <a:cs typeface="+mn-lt"/>
              </a:rPr>
              <a:t>perfekt</a:t>
            </a:r>
            <a:endParaRPr lang="nb-NO" sz="2000" err="1">
              <a:solidFill>
                <a:schemeClr val="bg2"/>
              </a:solidFill>
              <a:ea typeface="+mn-lt"/>
              <a:cs typeface="+mn-lt"/>
            </a:endParaRPr>
          </a:p>
          <a:p>
            <a:pPr>
              <a:buFont typeface="Arial" panose="020B0604020202020204" pitchFamily="34" charset="0"/>
              <a:buChar char="•"/>
            </a:pPr>
            <a:endParaRPr lang="en-US">
              <a:solidFill>
                <a:schemeClr val="bg2"/>
              </a:solidFill>
              <a:ea typeface="+mn-lt"/>
              <a:cs typeface="+mn-lt"/>
            </a:endParaRPr>
          </a:p>
          <a:p>
            <a:endParaRPr lang="en-US">
              <a:solidFill>
                <a:schemeClr val="bg2"/>
              </a:solidFill>
              <a:ea typeface="Inter"/>
              <a:cs typeface="Inter"/>
            </a:endParaRPr>
          </a:p>
          <a:p>
            <a:pPr marL="266700" indent="-266700">
              <a:spcBef>
                <a:spcPts val="1000"/>
              </a:spcBef>
              <a:buFont typeface="Arial" panose="020B0604020202020204" pitchFamily="34" charset="0"/>
              <a:buChar char="•"/>
            </a:pPr>
            <a:endParaRPr lang="en-US" sz="2400" kern="1200">
              <a:solidFill>
                <a:schemeClr val="bg2"/>
              </a:solidFill>
              <a:ea typeface="Inter"/>
              <a:cs typeface="Inter"/>
            </a:endParaRPr>
          </a:p>
          <a:p>
            <a:pPr marL="266700" indent="-266700">
              <a:spcBef>
                <a:spcPts val="1000"/>
              </a:spcBef>
              <a:buFont typeface="Arial" panose="020B0604020202020204" pitchFamily="34" charset="0"/>
              <a:buChar char="•"/>
            </a:pPr>
            <a:endParaRPr lang="en-US" sz="2400" kern="1200">
              <a:solidFill>
                <a:schemeClr val="bg2"/>
              </a:solidFill>
            </a:endParaRPr>
          </a:p>
        </p:txBody>
      </p:sp>
      <p:sp>
        <p:nvSpPr>
          <p:cNvPr id="3" name="TekstSylinder 2">
            <a:extLst>
              <a:ext uri="{FF2B5EF4-FFF2-40B4-BE49-F238E27FC236}">
                <a16:creationId xmlns:a16="http://schemas.microsoft.com/office/drawing/2014/main" id="{CB0AF640-21FE-46A2-CEC9-65EEABE83D86}"/>
              </a:ext>
            </a:extLst>
          </p:cNvPr>
          <p:cNvSpPr txBox="1"/>
          <p:nvPr/>
        </p:nvSpPr>
        <p:spPr>
          <a:xfrm>
            <a:off x="1142816" y="5784063"/>
            <a:ext cx="9908457"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nb-NO" sz="2000" i="1">
                <a:solidFill>
                  <a:schemeClr val="bg2"/>
                </a:solidFill>
                <a:ea typeface="+mn-lt"/>
                <a:cs typeface="+mn-lt"/>
              </a:rPr>
              <a:t>Prediksjon handler om å gjøre </a:t>
            </a:r>
            <a:r>
              <a:rPr lang="nb-NO" sz="2000" b="1" i="1">
                <a:solidFill>
                  <a:schemeClr val="bg2"/>
                </a:solidFill>
                <a:ea typeface="+mn-lt"/>
                <a:cs typeface="+mn-lt"/>
              </a:rPr>
              <a:t>best mulige estimater gitt dataene vi har.</a:t>
            </a:r>
          </a:p>
          <a:p>
            <a:r>
              <a:rPr lang="nb-NO" sz="2000" b="1" i="1">
                <a:solidFill>
                  <a:schemeClr val="bg2"/>
                </a:solidFill>
                <a:ea typeface="Inter"/>
                <a:cs typeface="Inter"/>
              </a:rPr>
              <a:t>Om å redusere feilen mest mulig. </a:t>
            </a:r>
          </a:p>
        </p:txBody>
      </p:sp>
    </p:spTree>
    <p:extLst>
      <p:ext uri="{BB962C8B-B14F-4D97-AF65-F5344CB8AC3E}">
        <p14:creationId xmlns:p14="http://schemas.microsoft.com/office/powerpoint/2010/main" val="3231949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0D91CA3-3AAA-F942-6D82-E4EA822E4720}"/>
              </a:ext>
            </a:extLst>
          </p:cNvPr>
          <p:cNvSpPr>
            <a:spLocks noGrp="1"/>
          </p:cNvSpPr>
          <p:nvPr>
            <p:ph type="title"/>
          </p:nvPr>
        </p:nvSpPr>
        <p:spPr/>
        <p:txBody>
          <a:bodyPr/>
          <a:lstStyle/>
          <a:p>
            <a:r>
              <a:rPr lang="nb-NO" dirty="0"/>
              <a:t>Datasettet</a:t>
            </a:r>
          </a:p>
        </p:txBody>
      </p:sp>
      <p:sp>
        <p:nvSpPr>
          <p:cNvPr id="3" name="Plassholder for tekst 2">
            <a:extLst>
              <a:ext uri="{FF2B5EF4-FFF2-40B4-BE49-F238E27FC236}">
                <a16:creationId xmlns:a16="http://schemas.microsoft.com/office/drawing/2014/main" id="{E53B7176-6FE1-8EE4-A19D-606DE925AF3E}"/>
              </a:ext>
            </a:extLst>
          </p:cNvPr>
          <p:cNvSpPr>
            <a:spLocks noGrp="1"/>
          </p:cNvSpPr>
          <p:nvPr>
            <p:ph type="body" sz="quarter" idx="18"/>
          </p:nvPr>
        </p:nvSpPr>
        <p:spPr/>
        <p:txBody>
          <a:bodyPr/>
          <a:lstStyle/>
          <a:p>
            <a:r>
              <a:rPr lang="nb-NO" dirty="0"/>
              <a:t>Bysykkel i Trondheim</a:t>
            </a:r>
          </a:p>
        </p:txBody>
      </p:sp>
      <p:pic>
        <p:nvPicPr>
          <p:cNvPr id="14" name="Picture 13">
            <a:extLst>
              <a:ext uri="{FF2B5EF4-FFF2-40B4-BE49-F238E27FC236}">
                <a16:creationId xmlns:a16="http://schemas.microsoft.com/office/drawing/2014/main" id="{2F6FA890-FB22-863C-BEE5-39495476FD17}"/>
              </a:ext>
            </a:extLst>
          </p:cNvPr>
          <p:cNvPicPr>
            <a:picLocks noChangeAspect="1"/>
          </p:cNvPicPr>
          <p:nvPr/>
        </p:nvPicPr>
        <p:blipFill>
          <a:blip r:embed="rId2"/>
          <a:stretch>
            <a:fillRect/>
          </a:stretch>
        </p:blipFill>
        <p:spPr>
          <a:xfrm>
            <a:off x="6371607" y="2735784"/>
            <a:ext cx="5088556" cy="3787722"/>
          </a:xfrm>
          <a:prstGeom prst="rect">
            <a:avLst/>
          </a:prstGeom>
        </p:spPr>
      </p:pic>
      <p:sp>
        <p:nvSpPr>
          <p:cNvPr id="15" name="TextBox 14">
            <a:extLst>
              <a:ext uri="{FF2B5EF4-FFF2-40B4-BE49-F238E27FC236}">
                <a16:creationId xmlns:a16="http://schemas.microsoft.com/office/drawing/2014/main" id="{0AB3AE2D-61EA-3ADF-B6DE-12AF9D8BE1E8}"/>
              </a:ext>
            </a:extLst>
          </p:cNvPr>
          <p:cNvSpPr txBox="1"/>
          <p:nvPr/>
        </p:nvSpPr>
        <p:spPr>
          <a:xfrm>
            <a:off x="839786" y="2286000"/>
            <a:ext cx="4792663" cy="914400"/>
          </a:xfrm>
          <a:prstGeom prst="rect">
            <a:avLst/>
          </a:prstGeom>
          <a:noFill/>
        </p:spPr>
        <p:txBody>
          <a:bodyPr wrap="none" lIns="0" tIns="0" rIns="0" bIns="0" rtlCol="0">
            <a:noAutofit/>
          </a:bodyPr>
          <a:lstStyle/>
          <a:p>
            <a:pPr marL="285750" indent="-285750">
              <a:buFont typeface="Arial" panose="020B0604020202020204" pitchFamily="34" charset="0"/>
              <a:buChar char="•"/>
            </a:pPr>
            <a:r>
              <a:rPr lang="en-US" sz="1600" dirty="0" err="1">
                <a:solidFill>
                  <a:schemeClr val="bg2"/>
                </a:solidFill>
              </a:rPr>
              <a:t>Første</a:t>
            </a:r>
            <a:r>
              <a:rPr lang="en-US" sz="1600" dirty="0">
                <a:solidFill>
                  <a:schemeClr val="bg2"/>
                </a:solidFill>
              </a:rPr>
              <a:t> tur </a:t>
            </a:r>
            <a:r>
              <a:rPr lang="en-US" sz="1600" dirty="0" err="1">
                <a:solidFill>
                  <a:schemeClr val="bg2"/>
                </a:solidFill>
              </a:rPr>
              <a:t>i</a:t>
            </a:r>
            <a:r>
              <a:rPr lang="en-US" sz="1600" dirty="0">
                <a:solidFill>
                  <a:schemeClr val="bg2"/>
                </a:solidFill>
              </a:rPr>
              <a:t> </a:t>
            </a:r>
            <a:r>
              <a:rPr lang="en-US" sz="1600" dirty="0" err="1">
                <a:solidFill>
                  <a:schemeClr val="bg2"/>
                </a:solidFill>
              </a:rPr>
              <a:t>datasettet</a:t>
            </a:r>
            <a:r>
              <a:rPr lang="en-US" sz="1600" dirty="0">
                <a:solidFill>
                  <a:schemeClr val="bg2"/>
                </a:solidFill>
              </a:rPr>
              <a:t>: 2018-05-31</a:t>
            </a:r>
          </a:p>
          <a:p>
            <a:pPr marL="285750" indent="-285750">
              <a:buFont typeface="Arial" panose="020B0604020202020204" pitchFamily="34" charset="0"/>
              <a:buChar char="•"/>
            </a:pPr>
            <a:r>
              <a:rPr lang="en-US" sz="1600" dirty="0" err="1">
                <a:solidFill>
                  <a:schemeClr val="bg2"/>
                </a:solidFill>
              </a:rPr>
              <a:t>Siste</a:t>
            </a:r>
            <a:r>
              <a:rPr lang="en-US" sz="1600" dirty="0">
                <a:solidFill>
                  <a:schemeClr val="bg2"/>
                </a:solidFill>
              </a:rPr>
              <a:t> tur I </a:t>
            </a:r>
            <a:r>
              <a:rPr lang="en-US" sz="1600" dirty="0" err="1">
                <a:solidFill>
                  <a:schemeClr val="bg2"/>
                </a:solidFill>
              </a:rPr>
              <a:t>datasettet</a:t>
            </a:r>
            <a:r>
              <a:rPr lang="en-US" sz="1600" dirty="0">
                <a:solidFill>
                  <a:schemeClr val="bg2"/>
                </a:solidFill>
              </a:rPr>
              <a:t>: 2025-11-01</a:t>
            </a:r>
          </a:p>
          <a:p>
            <a:pPr marL="285750" indent="-285750">
              <a:buFont typeface="Arial" panose="020B0604020202020204" pitchFamily="34" charset="0"/>
              <a:buChar char="•"/>
            </a:pPr>
            <a:r>
              <a:rPr lang="en-US" sz="1600" dirty="0" err="1">
                <a:solidFill>
                  <a:schemeClr val="bg2"/>
                </a:solidFill>
              </a:rPr>
              <a:t>Totalt</a:t>
            </a:r>
            <a:r>
              <a:rPr lang="en-US" sz="1600" dirty="0">
                <a:solidFill>
                  <a:schemeClr val="bg2"/>
                </a:solidFill>
              </a:rPr>
              <a:t>: 1 363 471 </a:t>
            </a:r>
            <a:r>
              <a:rPr lang="en-US" sz="1600" dirty="0" err="1">
                <a:solidFill>
                  <a:schemeClr val="bg2"/>
                </a:solidFill>
              </a:rPr>
              <a:t>turer</a:t>
            </a:r>
            <a:r>
              <a:rPr lang="en-US" sz="1600" dirty="0">
                <a:solidFill>
                  <a:schemeClr val="bg2"/>
                </a:solidFill>
              </a:rPr>
              <a:t> (</a:t>
            </a:r>
            <a:r>
              <a:rPr lang="en-US" sz="1600" dirty="0" err="1">
                <a:solidFill>
                  <a:schemeClr val="bg2"/>
                </a:solidFill>
              </a:rPr>
              <a:t>rader</a:t>
            </a:r>
            <a:r>
              <a:rPr lang="en-US" sz="1600" dirty="0">
                <a:solidFill>
                  <a:schemeClr val="bg2"/>
                </a:solidFill>
              </a:rPr>
              <a:t> </a:t>
            </a:r>
            <a:r>
              <a:rPr lang="en-US" sz="1600" dirty="0" err="1">
                <a:solidFill>
                  <a:schemeClr val="bg2"/>
                </a:solidFill>
              </a:rPr>
              <a:t>i</a:t>
            </a:r>
            <a:r>
              <a:rPr lang="en-US" sz="1600" dirty="0">
                <a:solidFill>
                  <a:schemeClr val="bg2"/>
                </a:solidFill>
              </a:rPr>
              <a:t> </a:t>
            </a:r>
            <a:r>
              <a:rPr lang="en-US" sz="1600" dirty="0" err="1">
                <a:solidFill>
                  <a:schemeClr val="bg2"/>
                </a:solidFill>
              </a:rPr>
              <a:t>datasettet</a:t>
            </a:r>
            <a:r>
              <a:rPr lang="en-US" sz="1600" dirty="0">
                <a:solidFill>
                  <a:schemeClr val="bg2"/>
                </a:solidFill>
              </a:rPr>
              <a:t>)</a:t>
            </a:r>
          </a:p>
          <a:p>
            <a:endParaRPr lang="en-US" sz="1600" dirty="0">
              <a:solidFill>
                <a:schemeClr val="bg2"/>
              </a:solidFill>
            </a:endParaRPr>
          </a:p>
          <a:p>
            <a:pPr algn="l"/>
            <a:r>
              <a:rPr lang="en-US" sz="1600" dirty="0">
                <a:solidFill>
                  <a:schemeClr val="bg2"/>
                </a:solidFill>
              </a:rPr>
              <a:t> </a:t>
            </a:r>
          </a:p>
        </p:txBody>
      </p:sp>
      <p:sp>
        <p:nvSpPr>
          <p:cNvPr id="5" name="TextBox 4">
            <a:extLst>
              <a:ext uri="{FF2B5EF4-FFF2-40B4-BE49-F238E27FC236}">
                <a16:creationId xmlns:a16="http://schemas.microsoft.com/office/drawing/2014/main" id="{85690F79-BD55-F60E-17D2-0769FB379D4D}"/>
              </a:ext>
            </a:extLst>
          </p:cNvPr>
          <p:cNvSpPr txBox="1"/>
          <p:nvPr/>
        </p:nvSpPr>
        <p:spPr>
          <a:xfrm>
            <a:off x="781050" y="6392701"/>
            <a:ext cx="6096000" cy="261610"/>
          </a:xfrm>
          <a:prstGeom prst="rect">
            <a:avLst/>
          </a:prstGeom>
          <a:noFill/>
        </p:spPr>
        <p:txBody>
          <a:bodyPr wrap="square">
            <a:spAutoFit/>
          </a:bodyPr>
          <a:lstStyle/>
          <a:p>
            <a:r>
              <a:rPr lang="en-US" sz="1100" dirty="0">
                <a:solidFill>
                  <a:schemeClr val="bg2"/>
                </a:solidFill>
              </a:rPr>
              <a:t>https://trondheimbysykkel.no/apne-data/historisk</a:t>
            </a:r>
          </a:p>
        </p:txBody>
      </p:sp>
      <p:pic>
        <p:nvPicPr>
          <p:cNvPr id="7" name="Picture 6">
            <a:extLst>
              <a:ext uri="{FF2B5EF4-FFF2-40B4-BE49-F238E27FC236}">
                <a16:creationId xmlns:a16="http://schemas.microsoft.com/office/drawing/2014/main" id="{035D633D-3288-2E24-9D0C-E8D422451CBB}"/>
              </a:ext>
            </a:extLst>
          </p:cNvPr>
          <p:cNvPicPr>
            <a:picLocks noChangeAspect="1"/>
          </p:cNvPicPr>
          <p:nvPr/>
        </p:nvPicPr>
        <p:blipFill>
          <a:blip r:embed="rId3"/>
          <a:stretch>
            <a:fillRect/>
          </a:stretch>
        </p:blipFill>
        <p:spPr>
          <a:xfrm>
            <a:off x="842505" y="4051301"/>
            <a:ext cx="4277590" cy="2252812"/>
          </a:xfrm>
          <a:prstGeom prst="rect">
            <a:avLst/>
          </a:prstGeom>
        </p:spPr>
      </p:pic>
      <p:pic>
        <p:nvPicPr>
          <p:cNvPr id="6" name="Picture 5">
            <a:extLst>
              <a:ext uri="{FF2B5EF4-FFF2-40B4-BE49-F238E27FC236}">
                <a16:creationId xmlns:a16="http://schemas.microsoft.com/office/drawing/2014/main" id="{2947D68B-6821-377C-6684-070C650BD426}"/>
              </a:ext>
            </a:extLst>
          </p:cNvPr>
          <p:cNvPicPr>
            <a:picLocks noChangeAspect="1"/>
          </p:cNvPicPr>
          <p:nvPr/>
        </p:nvPicPr>
        <p:blipFill>
          <a:blip r:embed="rId4"/>
          <a:stretch>
            <a:fillRect/>
          </a:stretch>
        </p:blipFill>
        <p:spPr>
          <a:xfrm>
            <a:off x="6299684" y="334494"/>
            <a:ext cx="5468920" cy="1735676"/>
          </a:xfrm>
          <a:prstGeom prst="rect">
            <a:avLst/>
          </a:prstGeom>
        </p:spPr>
      </p:pic>
    </p:spTree>
    <p:extLst>
      <p:ext uri="{BB962C8B-B14F-4D97-AF65-F5344CB8AC3E}">
        <p14:creationId xmlns:p14="http://schemas.microsoft.com/office/powerpoint/2010/main" val="3805055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0EB2F21-CDB4-A4D2-17F7-2698EACFDF69}"/>
              </a:ext>
            </a:extLst>
          </p:cNvPr>
          <p:cNvSpPr txBox="1"/>
          <p:nvPr/>
        </p:nvSpPr>
        <p:spPr>
          <a:xfrm>
            <a:off x="787400" y="767834"/>
            <a:ext cx="6096000" cy="707886"/>
          </a:xfrm>
          <a:prstGeom prst="rect">
            <a:avLst/>
          </a:prstGeom>
          <a:noFill/>
        </p:spPr>
        <p:txBody>
          <a:bodyPr wrap="square">
            <a:spAutoFit/>
          </a:bodyPr>
          <a:lstStyle/>
          <a:p>
            <a:r>
              <a:rPr lang="nb-NO" sz="4000" b="1" dirty="0">
                <a:solidFill>
                  <a:schemeClr val="bg2"/>
                </a:solidFill>
                <a:latin typeface="Inter" panose="020B0502030000000004" pitchFamily="34" charset="0"/>
                <a:ea typeface="Inter" panose="020B0502030000000004" pitchFamily="34" charset="0"/>
                <a:cs typeface="+mj-cs"/>
              </a:rPr>
              <a:t>Data </a:t>
            </a:r>
            <a:r>
              <a:rPr lang="nb-NO" sz="4000" b="1" dirty="0" err="1">
                <a:solidFill>
                  <a:schemeClr val="bg2"/>
                </a:solidFill>
                <a:latin typeface="Inter" panose="020B0502030000000004" pitchFamily="34" charset="0"/>
                <a:ea typeface="Inter" panose="020B0502030000000004" pitchFamily="34" charset="0"/>
                <a:cs typeface="+mj-cs"/>
              </a:rPr>
              <a:t>engineering</a:t>
            </a:r>
            <a:endParaRPr lang="en-US" sz="4000" b="1" dirty="0">
              <a:solidFill>
                <a:schemeClr val="bg2"/>
              </a:solidFill>
              <a:latin typeface="Inter" panose="020B0502030000000004" pitchFamily="34" charset="0"/>
              <a:ea typeface="Inter" panose="020B0502030000000004" pitchFamily="34" charset="0"/>
              <a:cs typeface="+mj-cs"/>
            </a:endParaRPr>
          </a:p>
        </p:txBody>
      </p:sp>
      <p:graphicFrame>
        <p:nvGraphicFramePr>
          <p:cNvPr id="11" name="Table 10">
            <a:extLst>
              <a:ext uri="{FF2B5EF4-FFF2-40B4-BE49-F238E27FC236}">
                <a16:creationId xmlns:a16="http://schemas.microsoft.com/office/drawing/2014/main" id="{5DF6F6F0-A805-7E9B-E110-E6474A0D064F}"/>
              </a:ext>
            </a:extLst>
          </p:cNvPr>
          <p:cNvGraphicFramePr>
            <a:graphicFrameLocks noGrp="1"/>
          </p:cNvGraphicFramePr>
          <p:nvPr>
            <p:extLst>
              <p:ext uri="{D42A27DB-BD31-4B8C-83A1-F6EECF244321}">
                <p14:modId xmlns:p14="http://schemas.microsoft.com/office/powerpoint/2010/main" val="2279967143"/>
              </p:ext>
            </p:extLst>
          </p:nvPr>
        </p:nvGraphicFramePr>
        <p:xfrm>
          <a:off x="908050" y="2453620"/>
          <a:ext cx="7461250" cy="3831630"/>
        </p:xfrm>
        <a:graphic>
          <a:graphicData uri="http://schemas.openxmlformats.org/drawingml/2006/table">
            <a:tbl>
              <a:tblPr firstRow="1" bandRow="1">
                <a:tableStyleId>{5C22544A-7EE6-4342-B048-85BDC9FD1C3A}</a:tableStyleId>
              </a:tblPr>
              <a:tblGrid>
                <a:gridCol w="1968326">
                  <a:extLst>
                    <a:ext uri="{9D8B030D-6E8A-4147-A177-3AD203B41FA5}">
                      <a16:colId xmlns:a16="http://schemas.microsoft.com/office/drawing/2014/main" val="1164669320"/>
                    </a:ext>
                  </a:extLst>
                </a:gridCol>
                <a:gridCol w="3594274">
                  <a:extLst>
                    <a:ext uri="{9D8B030D-6E8A-4147-A177-3AD203B41FA5}">
                      <a16:colId xmlns:a16="http://schemas.microsoft.com/office/drawing/2014/main" val="4094365016"/>
                    </a:ext>
                  </a:extLst>
                </a:gridCol>
                <a:gridCol w="1898650">
                  <a:extLst>
                    <a:ext uri="{9D8B030D-6E8A-4147-A177-3AD203B41FA5}">
                      <a16:colId xmlns:a16="http://schemas.microsoft.com/office/drawing/2014/main" val="3828202563"/>
                    </a:ext>
                  </a:extLst>
                </a:gridCol>
              </a:tblGrid>
              <a:tr h="283230">
                <a:tc>
                  <a:txBody>
                    <a:bodyPr/>
                    <a:lstStyle/>
                    <a:p>
                      <a:r>
                        <a:rPr lang="en-US" sz="1200" dirty="0" err="1"/>
                        <a:t>Kolonne</a:t>
                      </a:r>
                      <a:endParaRPr lang="en-US" sz="1200" dirty="0"/>
                    </a:p>
                  </a:txBody>
                  <a:tcPr/>
                </a:tc>
                <a:tc>
                  <a:txBody>
                    <a:bodyPr/>
                    <a:lstStyle/>
                    <a:p>
                      <a:r>
                        <a:rPr lang="en-US" sz="1200" dirty="0" err="1"/>
                        <a:t>Beskrivelse</a:t>
                      </a:r>
                      <a:endParaRPr lang="en-US" sz="1200" dirty="0"/>
                    </a:p>
                  </a:txBody>
                  <a:tcPr/>
                </a:tc>
                <a:tc>
                  <a:txBody>
                    <a:bodyPr/>
                    <a:lstStyle/>
                    <a:p>
                      <a:r>
                        <a:rPr lang="en-US" sz="1200" dirty="0"/>
                        <a:t>Kilde</a:t>
                      </a:r>
                    </a:p>
                  </a:txBody>
                  <a:tcPr/>
                </a:tc>
                <a:extLst>
                  <a:ext uri="{0D108BD9-81ED-4DB2-BD59-A6C34878D82A}">
                    <a16:rowId xmlns:a16="http://schemas.microsoft.com/office/drawing/2014/main" val="4214624223"/>
                  </a:ext>
                </a:extLst>
              </a:tr>
              <a:tr h="287040">
                <a:tc>
                  <a:txBody>
                    <a:bodyPr/>
                    <a:lstStyle/>
                    <a:p>
                      <a:r>
                        <a:rPr lang="en-US" sz="1200" dirty="0"/>
                        <a:t>ds</a:t>
                      </a:r>
                    </a:p>
                  </a:txBody>
                  <a:tcPr/>
                </a:tc>
                <a:tc>
                  <a:txBody>
                    <a:bodyPr/>
                    <a:lstStyle/>
                    <a:p>
                      <a:r>
                        <a:rPr lang="en-US" sz="1200" dirty="0" err="1"/>
                        <a:t>Tidsstempel</a:t>
                      </a:r>
                      <a:r>
                        <a:rPr lang="en-US" sz="1200" dirty="0"/>
                        <a:t> (</a:t>
                      </a:r>
                      <a:r>
                        <a:rPr lang="en-US" sz="1200" dirty="0" err="1"/>
                        <a:t>hver</a:t>
                      </a:r>
                      <a:r>
                        <a:rPr lang="en-US" sz="1200" dirty="0"/>
                        <a:t> 3. time)</a:t>
                      </a:r>
                    </a:p>
                  </a:txBody>
                  <a:tcPr/>
                </a:tc>
                <a:tc>
                  <a:txBody>
                    <a:bodyPr/>
                    <a:lstStyle/>
                    <a:p>
                      <a:r>
                        <a:rPr lang="en-US" sz="1200" dirty="0" err="1"/>
                        <a:t>started_at</a:t>
                      </a:r>
                      <a:endParaRPr lang="en-US" sz="1200" dirty="0"/>
                    </a:p>
                  </a:txBody>
                  <a:tcPr/>
                </a:tc>
                <a:extLst>
                  <a:ext uri="{0D108BD9-81ED-4DB2-BD59-A6C34878D82A}">
                    <a16:rowId xmlns:a16="http://schemas.microsoft.com/office/drawing/2014/main" val="252824438"/>
                  </a:ext>
                </a:extLst>
              </a:tr>
              <a:tr h="278110">
                <a:tc>
                  <a:txBody>
                    <a:bodyPr/>
                    <a:lstStyle/>
                    <a:p>
                      <a:r>
                        <a:rPr lang="en-US" sz="1200" dirty="0"/>
                        <a:t>y</a:t>
                      </a:r>
                    </a:p>
                  </a:txBody>
                  <a:tcPr/>
                </a:tc>
                <a:tc>
                  <a:txBody>
                    <a:bodyPr/>
                    <a:lstStyle/>
                    <a:p>
                      <a:r>
                        <a:rPr lang="en-US" sz="1200" dirty="0" err="1"/>
                        <a:t>Anall</a:t>
                      </a:r>
                      <a:r>
                        <a:rPr lang="en-US" sz="1200" dirty="0"/>
                        <a:t> start </a:t>
                      </a:r>
                      <a:r>
                        <a:rPr lang="en-US" sz="1200" dirty="0" err="1"/>
                        <a:t>i</a:t>
                      </a:r>
                      <a:r>
                        <a:rPr lang="en-US" sz="1200" dirty="0"/>
                        <a:t> </a:t>
                      </a:r>
                      <a:r>
                        <a:rPr lang="en-US" sz="1200" dirty="0" err="1"/>
                        <a:t>tidsperiode</a:t>
                      </a:r>
                      <a:endParaRPr lang="en-US" sz="1200" dirty="0"/>
                    </a:p>
                  </a:txBody>
                  <a:tcPr/>
                </a:tc>
                <a:tc>
                  <a:txBody>
                    <a:bodyPr/>
                    <a:lstStyle/>
                    <a:p>
                      <a:r>
                        <a:rPr lang="en-US" sz="1200" dirty="0" err="1"/>
                        <a:t>started_at</a:t>
                      </a:r>
                      <a:endParaRPr lang="en-US" sz="1200" dirty="0"/>
                    </a:p>
                  </a:txBody>
                  <a:tcPr/>
                </a:tc>
                <a:extLst>
                  <a:ext uri="{0D108BD9-81ED-4DB2-BD59-A6C34878D82A}">
                    <a16:rowId xmlns:a16="http://schemas.microsoft.com/office/drawing/2014/main" val="2120775217"/>
                  </a:ext>
                </a:extLst>
              </a:tr>
              <a:tr h="285750">
                <a:tc>
                  <a:txBody>
                    <a:bodyPr/>
                    <a:lstStyle/>
                    <a:p>
                      <a:r>
                        <a:rPr lang="en-US" sz="1200" dirty="0"/>
                        <a:t>hour</a:t>
                      </a:r>
                    </a:p>
                  </a:txBody>
                  <a:tcPr/>
                </a:tc>
                <a:tc>
                  <a:txBody>
                    <a:bodyPr/>
                    <a:lstStyle/>
                    <a:p>
                      <a:r>
                        <a:rPr lang="en-US" sz="1200" dirty="0"/>
                        <a:t>0-23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t>started_at</a:t>
                      </a:r>
                      <a:endParaRPr lang="en-US" sz="1200" dirty="0"/>
                    </a:p>
                  </a:txBody>
                  <a:tcPr/>
                </a:tc>
                <a:extLst>
                  <a:ext uri="{0D108BD9-81ED-4DB2-BD59-A6C34878D82A}">
                    <a16:rowId xmlns:a16="http://schemas.microsoft.com/office/drawing/2014/main" val="4104635797"/>
                  </a:ext>
                </a:extLst>
              </a:tr>
              <a:tr h="311150">
                <a:tc>
                  <a:txBody>
                    <a:bodyPr/>
                    <a:lstStyle/>
                    <a:p>
                      <a:r>
                        <a:rPr lang="en-US" sz="1200" dirty="0"/>
                        <a:t>weekday</a:t>
                      </a:r>
                    </a:p>
                  </a:txBody>
                  <a:tcPr/>
                </a:tc>
                <a:tc>
                  <a:txBody>
                    <a:bodyPr/>
                    <a:lstStyle/>
                    <a:p>
                      <a:r>
                        <a:rPr lang="en-US" sz="1200" dirty="0"/>
                        <a:t>0 (</a:t>
                      </a:r>
                      <a:r>
                        <a:rPr lang="en-US" sz="1200" dirty="0" err="1"/>
                        <a:t>mandag</a:t>
                      </a:r>
                      <a:r>
                        <a:rPr lang="en-US" sz="1200" dirty="0"/>
                        <a:t>) – 6 (</a:t>
                      </a:r>
                      <a:r>
                        <a:rPr lang="en-US" sz="1200" dirty="0" err="1"/>
                        <a:t>søndag</a:t>
                      </a:r>
                      <a:r>
                        <a:rPr lang="en-US" sz="12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t>started_at</a:t>
                      </a:r>
                      <a:endParaRPr lang="en-US" sz="1200" dirty="0"/>
                    </a:p>
                  </a:txBody>
                  <a:tcPr/>
                </a:tc>
                <a:extLst>
                  <a:ext uri="{0D108BD9-81ED-4DB2-BD59-A6C34878D82A}">
                    <a16:rowId xmlns:a16="http://schemas.microsoft.com/office/drawing/2014/main" val="486574547"/>
                  </a:ext>
                </a:extLst>
              </a:tr>
              <a:tr h="298450">
                <a:tc>
                  <a:txBody>
                    <a:bodyPr/>
                    <a:lstStyle/>
                    <a:p>
                      <a:r>
                        <a:rPr lang="en-US" sz="1200"/>
                        <a:t>is_</a:t>
                      </a:r>
                      <a:r>
                        <a:rPr lang="en-US" sz="1200" dirty="0" err="1"/>
                        <a:t>weekend</a:t>
                      </a:r>
                      <a:endParaRPr lang="en-US" sz="1200" dirty="0"/>
                    </a:p>
                  </a:txBody>
                  <a:tcPr/>
                </a:tc>
                <a:tc>
                  <a:txBody>
                    <a:bodyPr/>
                    <a:lstStyle/>
                    <a:p>
                      <a:r>
                        <a:rPr lang="en-US" sz="1200" dirty="0" err="1"/>
                        <a:t>Indikator</a:t>
                      </a:r>
                      <a:r>
                        <a:rPr lang="en-US" sz="1200" dirty="0"/>
                        <a:t> </a:t>
                      </a:r>
                      <a:r>
                        <a:rPr lang="en-US" sz="1200" dirty="0" err="1"/>
                        <a:t>lørdag</a:t>
                      </a:r>
                      <a:r>
                        <a:rPr lang="en-US" sz="1200" dirty="0"/>
                        <a:t>/</a:t>
                      </a:r>
                      <a:r>
                        <a:rPr lang="en-US" sz="1200" dirty="0" err="1"/>
                        <a:t>søndag</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t>started_at</a:t>
                      </a:r>
                      <a:endParaRPr lang="en-US" sz="1200" dirty="0"/>
                    </a:p>
                  </a:txBody>
                  <a:tcPr/>
                </a:tc>
                <a:extLst>
                  <a:ext uri="{0D108BD9-81ED-4DB2-BD59-A6C34878D82A}">
                    <a16:rowId xmlns:a16="http://schemas.microsoft.com/office/drawing/2014/main" val="1670266470"/>
                  </a:ext>
                </a:extLst>
              </a:tr>
              <a:tr h="260350">
                <a:tc>
                  <a:txBody>
                    <a:bodyPr/>
                    <a:lstStyle/>
                    <a:p>
                      <a:r>
                        <a:rPr lang="en-US" sz="1200" dirty="0" err="1"/>
                        <a:t>weekofyear</a:t>
                      </a:r>
                      <a:endParaRPr lang="en-US" sz="1200" dirty="0"/>
                    </a:p>
                  </a:txBody>
                  <a:tcPr/>
                </a:tc>
                <a:tc>
                  <a:txBody>
                    <a:bodyPr/>
                    <a:lstStyle/>
                    <a:p>
                      <a:r>
                        <a:rPr lang="en-US" sz="1200" dirty="0" err="1"/>
                        <a:t>Ukenummer</a:t>
                      </a:r>
                      <a:r>
                        <a:rPr lang="en-US" sz="1200" dirty="0"/>
                        <a:t> (1-52)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t>started_at</a:t>
                      </a:r>
                      <a:endParaRPr lang="en-US" sz="1200" dirty="0"/>
                    </a:p>
                  </a:txBody>
                  <a:tcPr/>
                </a:tc>
                <a:extLst>
                  <a:ext uri="{0D108BD9-81ED-4DB2-BD59-A6C34878D82A}">
                    <a16:rowId xmlns:a16="http://schemas.microsoft.com/office/drawing/2014/main" val="4225628695"/>
                  </a:ext>
                </a:extLst>
              </a:tr>
              <a:tr h="284480">
                <a:tc>
                  <a:txBody>
                    <a:bodyPr/>
                    <a:lstStyle/>
                    <a:p>
                      <a:r>
                        <a:rPr lang="en-US" sz="1200" dirty="0"/>
                        <a:t>month</a:t>
                      </a:r>
                    </a:p>
                  </a:txBody>
                  <a:tcPr/>
                </a:tc>
                <a:tc>
                  <a:txBody>
                    <a:bodyPr/>
                    <a:lstStyle/>
                    <a:p>
                      <a:r>
                        <a:rPr lang="en-US" sz="1200" dirty="0" err="1"/>
                        <a:t>Månedstall</a:t>
                      </a:r>
                      <a:r>
                        <a:rPr lang="en-US" sz="1200" dirty="0"/>
                        <a:t> (1-12)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t>started_at</a:t>
                      </a:r>
                      <a:endParaRPr lang="en-US" sz="1200" dirty="0"/>
                    </a:p>
                  </a:txBody>
                  <a:tcPr/>
                </a:tc>
                <a:extLst>
                  <a:ext uri="{0D108BD9-81ED-4DB2-BD59-A6C34878D82A}">
                    <a16:rowId xmlns:a16="http://schemas.microsoft.com/office/drawing/2014/main" val="984274269"/>
                  </a:ext>
                </a:extLst>
              </a:tr>
              <a:tr h="298450">
                <a:tc>
                  <a:txBody>
                    <a:bodyPr/>
                    <a:lstStyle/>
                    <a:p>
                      <a:r>
                        <a:rPr lang="en-US" sz="1200" dirty="0"/>
                        <a:t>year</a:t>
                      </a:r>
                    </a:p>
                  </a:txBody>
                  <a:tcPr/>
                </a:tc>
                <a:tc>
                  <a:txBody>
                    <a:bodyPr/>
                    <a:lstStyle/>
                    <a:p>
                      <a:r>
                        <a:rPr lang="en-US" sz="1200" dirty="0" err="1"/>
                        <a:t>Årstall</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t>started_at</a:t>
                      </a:r>
                      <a:endParaRPr lang="en-US" sz="1200" dirty="0"/>
                    </a:p>
                  </a:txBody>
                  <a:tcPr/>
                </a:tc>
                <a:extLst>
                  <a:ext uri="{0D108BD9-81ED-4DB2-BD59-A6C34878D82A}">
                    <a16:rowId xmlns:a16="http://schemas.microsoft.com/office/drawing/2014/main" val="1741443088"/>
                  </a:ext>
                </a:extLst>
              </a:tr>
              <a:tr h="304800">
                <a:tc>
                  <a:txBody>
                    <a:bodyPr/>
                    <a:lstStyle/>
                    <a:p>
                      <a:r>
                        <a:rPr lang="en-US" sz="1200" dirty="0"/>
                        <a:t>is winter</a:t>
                      </a:r>
                    </a:p>
                  </a:txBody>
                  <a:tcPr/>
                </a:tc>
                <a:tc>
                  <a:txBody>
                    <a:bodyPr/>
                    <a:lstStyle/>
                    <a:p>
                      <a:r>
                        <a:rPr lang="en-US" sz="1200" dirty="0" err="1"/>
                        <a:t>Indikator</a:t>
                      </a:r>
                      <a:r>
                        <a:rPr lang="en-US" sz="1200" dirty="0"/>
                        <a:t> (November-&gt;mars)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t>started_at</a:t>
                      </a:r>
                      <a:endParaRPr lang="en-US" sz="1200" dirty="0"/>
                    </a:p>
                  </a:txBody>
                  <a:tcPr/>
                </a:tc>
                <a:extLst>
                  <a:ext uri="{0D108BD9-81ED-4DB2-BD59-A6C34878D82A}">
                    <a16:rowId xmlns:a16="http://schemas.microsoft.com/office/drawing/2014/main" val="3088344771"/>
                  </a:ext>
                </a:extLst>
              </a:tr>
              <a:tr h="260350">
                <a:tc>
                  <a:txBody>
                    <a:bodyPr/>
                    <a:lstStyle/>
                    <a:p>
                      <a:r>
                        <a:rPr lang="en-US" sz="1200" dirty="0" err="1"/>
                        <a:t>air_temperature</a:t>
                      </a:r>
                      <a:endParaRPr lang="en-US" sz="1200" dirty="0"/>
                    </a:p>
                  </a:txBody>
                  <a:tcPr/>
                </a:tc>
                <a:tc>
                  <a:txBody>
                    <a:bodyPr/>
                    <a:lstStyle/>
                    <a:p>
                      <a:r>
                        <a:rPr lang="en-US" sz="1200" dirty="0" err="1"/>
                        <a:t>Gjennomsnitt</a:t>
                      </a:r>
                      <a:r>
                        <a:rPr lang="en-US" sz="1200" dirty="0"/>
                        <a:t> </a:t>
                      </a:r>
                      <a:r>
                        <a:rPr lang="en-US" sz="1200" dirty="0" err="1"/>
                        <a:t>temperatur</a:t>
                      </a:r>
                      <a:r>
                        <a:rPr lang="en-US" sz="1200" dirty="0"/>
                        <a:t> </a:t>
                      </a:r>
                      <a:r>
                        <a:rPr lang="en-US" sz="1200" dirty="0" err="1"/>
                        <a:t>i</a:t>
                      </a:r>
                      <a:r>
                        <a:rPr lang="en-US" sz="1200" dirty="0"/>
                        <a:t> </a:t>
                      </a:r>
                      <a:r>
                        <a:rPr lang="en-US" sz="1200" dirty="0" err="1"/>
                        <a:t>perioden</a:t>
                      </a:r>
                      <a:r>
                        <a:rPr lang="en-US" sz="1200" dirty="0"/>
                        <a:t>, </a:t>
                      </a:r>
                      <a:r>
                        <a:rPr lang="en-US" sz="1200" dirty="0" err="1"/>
                        <a:t>celsius</a:t>
                      </a:r>
                      <a:endParaRPr lang="en-US" sz="1200" dirty="0"/>
                    </a:p>
                  </a:txBody>
                  <a:tcPr/>
                </a:tc>
                <a:tc>
                  <a:txBody>
                    <a:bodyPr/>
                    <a:lstStyle/>
                    <a:p>
                      <a:r>
                        <a:rPr lang="en-US" sz="1200" dirty="0" err="1">
                          <a:solidFill>
                            <a:schemeClr val="tx1"/>
                          </a:solidFill>
                        </a:rPr>
                        <a:t>meteostat</a:t>
                      </a:r>
                      <a:endParaRPr lang="en-US" sz="1200" dirty="0">
                        <a:solidFill>
                          <a:schemeClr val="tx1"/>
                        </a:solidFill>
                      </a:endParaRPr>
                    </a:p>
                  </a:txBody>
                  <a:tcPr/>
                </a:tc>
                <a:extLst>
                  <a:ext uri="{0D108BD9-81ED-4DB2-BD59-A6C34878D82A}">
                    <a16:rowId xmlns:a16="http://schemas.microsoft.com/office/drawing/2014/main" val="2664020589"/>
                  </a:ext>
                </a:extLst>
              </a:tr>
              <a:tr h="280690">
                <a:tc>
                  <a:txBody>
                    <a:bodyPr/>
                    <a:lstStyle/>
                    <a:p>
                      <a:r>
                        <a:rPr lang="en-US" sz="1200" dirty="0" err="1"/>
                        <a:t>wind_speed</a:t>
                      </a:r>
                      <a:endParaRPr lang="en-US" sz="1200" dirty="0"/>
                    </a:p>
                  </a:txBody>
                  <a:tcPr/>
                </a:tc>
                <a:tc>
                  <a:txBody>
                    <a:bodyPr/>
                    <a:lstStyle/>
                    <a:p>
                      <a:r>
                        <a:rPr lang="en-US" sz="1200" dirty="0" err="1"/>
                        <a:t>Gjennomsnitt</a:t>
                      </a:r>
                      <a:r>
                        <a:rPr lang="en-US" sz="1200" dirty="0"/>
                        <a:t> </a:t>
                      </a:r>
                      <a:r>
                        <a:rPr lang="en-US" sz="1200" dirty="0" err="1"/>
                        <a:t>vindhastighet</a:t>
                      </a:r>
                      <a:r>
                        <a:rPr lang="en-US" sz="1200" dirty="0"/>
                        <a:t> </a:t>
                      </a:r>
                      <a:r>
                        <a:rPr lang="en-US" sz="1200" dirty="0" err="1"/>
                        <a:t>i</a:t>
                      </a:r>
                      <a:r>
                        <a:rPr lang="en-US" sz="1200" dirty="0"/>
                        <a:t> </a:t>
                      </a:r>
                      <a:r>
                        <a:rPr lang="en-US" sz="1200" dirty="0" err="1"/>
                        <a:t>perioden</a:t>
                      </a:r>
                      <a:r>
                        <a:rPr lang="en-US" sz="1200" dirty="0"/>
                        <a:t> (m/s)</a:t>
                      </a:r>
                    </a:p>
                  </a:txBody>
                  <a:tcPr/>
                </a:tc>
                <a:tc>
                  <a:txBody>
                    <a:bodyPr/>
                    <a:lstStyle/>
                    <a:p>
                      <a:r>
                        <a:rPr lang="en-US" sz="1200" dirty="0" err="1">
                          <a:solidFill>
                            <a:schemeClr val="tx1"/>
                          </a:solidFill>
                        </a:rPr>
                        <a:t>meteostat</a:t>
                      </a:r>
                      <a:endParaRPr lang="en-US" sz="1200" dirty="0">
                        <a:solidFill>
                          <a:schemeClr val="tx1"/>
                        </a:solidFill>
                      </a:endParaRPr>
                    </a:p>
                  </a:txBody>
                  <a:tcPr/>
                </a:tc>
                <a:extLst>
                  <a:ext uri="{0D108BD9-81ED-4DB2-BD59-A6C34878D82A}">
                    <a16:rowId xmlns:a16="http://schemas.microsoft.com/office/drawing/2014/main" val="2717460344"/>
                  </a:ext>
                </a:extLst>
              </a:tr>
              <a:tr h="370840">
                <a:tc>
                  <a:txBody>
                    <a:bodyPr/>
                    <a:lstStyle/>
                    <a:p>
                      <a:r>
                        <a:rPr lang="en-US" sz="1200" dirty="0" err="1"/>
                        <a:t>percipitation_amount</a:t>
                      </a:r>
                      <a:endParaRPr lang="en-US" sz="1200" dirty="0"/>
                    </a:p>
                  </a:txBody>
                  <a:tcPr/>
                </a:tc>
                <a:tc>
                  <a:txBody>
                    <a:bodyPr/>
                    <a:lstStyle/>
                    <a:p>
                      <a:r>
                        <a:rPr lang="en-US" sz="1200" dirty="0"/>
                        <a:t>Sum </a:t>
                      </a:r>
                      <a:r>
                        <a:rPr lang="en-US" sz="1200" dirty="0" err="1"/>
                        <a:t>nedbør</a:t>
                      </a:r>
                      <a:r>
                        <a:rPr lang="en-US" sz="1200" dirty="0"/>
                        <a:t> </a:t>
                      </a:r>
                      <a:r>
                        <a:rPr lang="en-US" sz="1200" dirty="0" err="1"/>
                        <a:t>i</a:t>
                      </a:r>
                      <a:r>
                        <a:rPr lang="en-US" sz="1200" dirty="0"/>
                        <a:t> </a:t>
                      </a:r>
                      <a:r>
                        <a:rPr lang="en-US" sz="1200" dirty="0" err="1"/>
                        <a:t>perioden</a:t>
                      </a:r>
                      <a:r>
                        <a:rPr lang="en-US" sz="1200" dirty="0"/>
                        <a:t> (mm)</a:t>
                      </a:r>
                    </a:p>
                  </a:txBody>
                  <a:tcPr/>
                </a:tc>
                <a:tc>
                  <a:txBody>
                    <a:bodyPr/>
                    <a:lstStyle/>
                    <a:p>
                      <a:r>
                        <a:rPr lang="en-US" sz="1200" dirty="0" err="1">
                          <a:solidFill>
                            <a:schemeClr val="tx1"/>
                          </a:solidFill>
                        </a:rPr>
                        <a:t>meteostat</a:t>
                      </a:r>
                      <a:endParaRPr lang="en-US" sz="1200" dirty="0">
                        <a:solidFill>
                          <a:schemeClr val="tx1"/>
                        </a:solidFill>
                      </a:endParaRPr>
                    </a:p>
                  </a:txBody>
                  <a:tcPr/>
                </a:tc>
                <a:extLst>
                  <a:ext uri="{0D108BD9-81ED-4DB2-BD59-A6C34878D82A}">
                    <a16:rowId xmlns:a16="http://schemas.microsoft.com/office/drawing/2014/main" val="2186117683"/>
                  </a:ext>
                </a:extLst>
              </a:tr>
            </a:tbl>
          </a:graphicData>
        </a:graphic>
      </p:graphicFrame>
      <p:sp>
        <p:nvSpPr>
          <p:cNvPr id="12" name="TextBox 11">
            <a:extLst>
              <a:ext uri="{FF2B5EF4-FFF2-40B4-BE49-F238E27FC236}">
                <a16:creationId xmlns:a16="http://schemas.microsoft.com/office/drawing/2014/main" id="{B21C813F-84EE-85AD-35E6-BD0562571826}"/>
              </a:ext>
            </a:extLst>
          </p:cNvPr>
          <p:cNvSpPr txBox="1"/>
          <p:nvPr/>
        </p:nvSpPr>
        <p:spPr>
          <a:xfrm>
            <a:off x="908050" y="1751945"/>
            <a:ext cx="9258300" cy="292755"/>
          </a:xfrm>
          <a:prstGeom prst="rect">
            <a:avLst/>
          </a:prstGeom>
          <a:noFill/>
          <a:ln>
            <a:solidFill>
              <a:schemeClr val="bg2"/>
            </a:solidFill>
          </a:ln>
        </p:spPr>
        <p:txBody>
          <a:bodyPr wrap="none" lIns="0" tIns="0" rIns="0" bIns="0" rtlCol="0">
            <a:noAutofit/>
          </a:bodyPr>
          <a:lstStyle/>
          <a:p>
            <a:r>
              <a:rPr lang="en-US" sz="1600" dirty="0">
                <a:solidFill>
                  <a:schemeClr val="bg2"/>
                </a:solidFill>
              </a:rPr>
              <a:t>1 363 471 </a:t>
            </a:r>
            <a:r>
              <a:rPr lang="en-US" sz="1600" dirty="0" err="1">
                <a:solidFill>
                  <a:schemeClr val="bg2"/>
                </a:solidFill>
              </a:rPr>
              <a:t>rader</a:t>
            </a:r>
            <a:r>
              <a:rPr lang="en-US" sz="1600" dirty="0">
                <a:solidFill>
                  <a:schemeClr val="bg2"/>
                </a:solidFill>
              </a:rPr>
              <a:t> (</a:t>
            </a:r>
            <a:r>
              <a:rPr lang="en-US" sz="1600" dirty="0" err="1">
                <a:solidFill>
                  <a:schemeClr val="bg2"/>
                </a:solidFill>
              </a:rPr>
              <a:t>en</a:t>
            </a:r>
            <a:r>
              <a:rPr lang="en-US" sz="1600" dirty="0">
                <a:solidFill>
                  <a:schemeClr val="bg2"/>
                </a:solidFill>
              </a:rPr>
              <a:t> rad per tur) -&gt; </a:t>
            </a:r>
            <a:r>
              <a:rPr lang="en-US" sz="1600" dirty="0" err="1">
                <a:solidFill>
                  <a:schemeClr val="bg2"/>
                </a:solidFill>
              </a:rPr>
              <a:t>aggregering</a:t>
            </a:r>
            <a:r>
              <a:rPr lang="en-US" sz="1600" dirty="0">
                <a:solidFill>
                  <a:schemeClr val="bg2"/>
                </a:solidFill>
              </a:rPr>
              <a:t> </a:t>
            </a:r>
            <a:r>
              <a:rPr lang="en-US" sz="1600" dirty="0" err="1">
                <a:solidFill>
                  <a:schemeClr val="bg2"/>
                </a:solidFill>
              </a:rPr>
              <a:t>og</a:t>
            </a:r>
            <a:r>
              <a:rPr lang="en-US" sz="1600" dirty="0">
                <a:solidFill>
                  <a:schemeClr val="bg2"/>
                </a:solidFill>
              </a:rPr>
              <a:t> </a:t>
            </a:r>
            <a:r>
              <a:rPr lang="en-US" sz="1600" dirty="0" err="1">
                <a:solidFill>
                  <a:schemeClr val="bg2"/>
                </a:solidFill>
              </a:rPr>
              <a:t>berikelse</a:t>
            </a:r>
            <a:r>
              <a:rPr lang="en-US" sz="1600" dirty="0">
                <a:solidFill>
                  <a:schemeClr val="bg2"/>
                </a:solidFill>
              </a:rPr>
              <a:t> -&gt; 12948 </a:t>
            </a:r>
            <a:r>
              <a:rPr lang="en-US" sz="1600" dirty="0" err="1">
                <a:solidFill>
                  <a:schemeClr val="bg2"/>
                </a:solidFill>
              </a:rPr>
              <a:t>rader</a:t>
            </a:r>
            <a:r>
              <a:rPr lang="en-US" sz="1600" dirty="0">
                <a:solidFill>
                  <a:schemeClr val="bg2"/>
                </a:solidFill>
              </a:rPr>
              <a:t> (3-timers </a:t>
            </a:r>
            <a:r>
              <a:rPr lang="en-US" sz="1600" dirty="0" err="1">
                <a:solidFill>
                  <a:schemeClr val="bg2"/>
                </a:solidFill>
              </a:rPr>
              <a:t>intervall</a:t>
            </a:r>
            <a:r>
              <a:rPr lang="en-US" sz="1600" dirty="0">
                <a:solidFill>
                  <a:schemeClr val="bg2"/>
                </a:solidFill>
              </a:rPr>
              <a:t>) </a:t>
            </a:r>
          </a:p>
        </p:txBody>
      </p:sp>
      <p:sp>
        <p:nvSpPr>
          <p:cNvPr id="14" name="TextBox 13">
            <a:extLst>
              <a:ext uri="{FF2B5EF4-FFF2-40B4-BE49-F238E27FC236}">
                <a16:creationId xmlns:a16="http://schemas.microsoft.com/office/drawing/2014/main" id="{E1C36EC8-9532-051C-E96F-BF8935AE28FD}"/>
              </a:ext>
            </a:extLst>
          </p:cNvPr>
          <p:cNvSpPr txBox="1"/>
          <p:nvPr/>
        </p:nvSpPr>
        <p:spPr>
          <a:xfrm>
            <a:off x="9569450" y="4013835"/>
            <a:ext cx="2622550" cy="923330"/>
          </a:xfrm>
          <a:prstGeom prst="rect">
            <a:avLst/>
          </a:prstGeom>
          <a:noFill/>
        </p:spPr>
        <p:txBody>
          <a:bodyPr wrap="square">
            <a:spAutoFit/>
          </a:bodyPr>
          <a:lstStyle/>
          <a:p>
            <a:pPr algn="l"/>
            <a:r>
              <a:rPr lang="en-US" sz="1800" dirty="0" err="1">
                <a:solidFill>
                  <a:schemeClr val="bg2"/>
                </a:solidFill>
              </a:rPr>
              <a:t>Historisk</a:t>
            </a:r>
            <a:r>
              <a:rPr lang="en-US" sz="1800" dirty="0">
                <a:solidFill>
                  <a:schemeClr val="bg2"/>
                </a:solidFill>
              </a:rPr>
              <a:t> </a:t>
            </a:r>
            <a:r>
              <a:rPr lang="en-US" sz="1800" dirty="0" err="1">
                <a:solidFill>
                  <a:schemeClr val="bg2"/>
                </a:solidFill>
              </a:rPr>
              <a:t>værdata</a:t>
            </a:r>
            <a:r>
              <a:rPr lang="en-US" sz="1800" dirty="0">
                <a:solidFill>
                  <a:schemeClr val="bg2"/>
                </a:solidFill>
              </a:rPr>
              <a:t> </a:t>
            </a:r>
            <a:r>
              <a:rPr lang="en-US" sz="1800" dirty="0" err="1">
                <a:solidFill>
                  <a:schemeClr val="bg2"/>
                </a:solidFill>
              </a:rPr>
              <a:t>fra</a:t>
            </a:r>
            <a:r>
              <a:rPr lang="en-US" sz="1800" dirty="0">
                <a:solidFill>
                  <a:schemeClr val="bg2"/>
                </a:solidFill>
              </a:rPr>
              <a:t> </a:t>
            </a:r>
            <a:r>
              <a:rPr lang="en-US" sz="1800" dirty="0" err="1">
                <a:solidFill>
                  <a:schemeClr val="bg2"/>
                </a:solidFill>
              </a:rPr>
              <a:t>meteostat</a:t>
            </a:r>
            <a:r>
              <a:rPr lang="en-US" sz="1800" dirty="0">
                <a:solidFill>
                  <a:schemeClr val="bg2"/>
                </a:solidFill>
              </a:rPr>
              <a:t> </a:t>
            </a:r>
            <a:r>
              <a:rPr lang="en-US" sz="1800" dirty="0" err="1">
                <a:solidFill>
                  <a:schemeClr val="bg2"/>
                </a:solidFill>
              </a:rPr>
              <a:t>api</a:t>
            </a:r>
            <a:r>
              <a:rPr lang="en-US" sz="1800" dirty="0">
                <a:solidFill>
                  <a:schemeClr val="bg2"/>
                </a:solidFill>
              </a:rPr>
              <a:t>, </a:t>
            </a:r>
            <a:r>
              <a:rPr lang="en-US" sz="1800" dirty="0" err="1">
                <a:solidFill>
                  <a:schemeClr val="bg2"/>
                </a:solidFill>
              </a:rPr>
              <a:t>stasjon</a:t>
            </a:r>
            <a:r>
              <a:rPr lang="en-US" sz="1800" dirty="0">
                <a:solidFill>
                  <a:schemeClr val="bg2"/>
                </a:solidFill>
              </a:rPr>
              <a:t> Høiseth</a:t>
            </a:r>
          </a:p>
        </p:txBody>
      </p:sp>
      <p:sp>
        <p:nvSpPr>
          <p:cNvPr id="2" name="TextBox 1">
            <a:extLst>
              <a:ext uri="{FF2B5EF4-FFF2-40B4-BE49-F238E27FC236}">
                <a16:creationId xmlns:a16="http://schemas.microsoft.com/office/drawing/2014/main" id="{983F435A-2F0B-48B2-293A-159AE5D7782B}"/>
              </a:ext>
            </a:extLst>
          </p:cNvPr>
          <p:cNvSpPr txBox="1"/>
          <p:nvPr/>
        </p:nvSpPr>
        <p:spPr>
          <a:xfrm>
            <a:off x="908050" y="6376670"/>
            <a:ext cx="8382000" cy="425450"/>
          </a:xfrm>
          <a:prstGeom prst="rect">
            <a:avLst/>
          </a:prstGeom>
          <a:noFill/>
        </p:spPr>
        <p:txBody>
          <a:bodyPr wrap="none" lIns="0" tIns="0" rIns="0" bIns="0" rtlCol="0">
            <a:noAutofit/>
          </a:bodyPr>
          <a:lstStyle/>
          <a:p>
            <a:r>
              <a:rPr lang="en-US" sz="1600" dirty="0">
                <a:solidFill>
                  <a:schemeClr val="bg2"/>
                </a:solidFill>
              </a:rPr>
              <a:t>/data/feature_engineering.py</a:t>
            </a:r>
          </a:p>
        </p:txBody>
      </p:sp>
      <p:sp>
        <p:nvSpPr>
          <p:cNvPr id="3" name="Right Brace 2">
            <a:extLst>
              <a:ext uri="{FF2B5EF4-FFF2-40B4-BE49-F238E27FC236}">
                <a16:creationId xmlns:a16="http://schemas.microsoft.com/office/drawing/2014/main" id="{D2D5F50F-62FD-2062-C925-A62411E2515D}"/>
              </a:ext>
            </a:extLst>
          </p:cNvPr>
          <p:cNvSpPr/>
          <p:nvPr/>
        </p:nvSpPr>
        <p:spPr>
          <a:xfrm>
            <a:off x="8432800" y="5359400"/>
            <a:ext cx="431800" cy="925850"/>
          </a:xfrm>
          <a:prstGeom prst="rightBrace">
            <a:avLst/>
          </a:prstGeom>
          <a:ln w="19050">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A82516E6-B56F-1F88-A1C3-A01554A62340}"/>
              </a:ext>
            </a:extLst>
          </p:cNvPr>
          <p:cNvCxnSpPr>
            <a:stCxn id="14" idx="1"/>
          </p:cNvCxnSpPr>
          <p:nvPr/>
        </p:nvCxnSpPr>
        <p:spPr>
          <a:xfrm flipH="1">
            <a:off x="8921750" y="4475500"/>
            <a:ext cx="647700" cy="1277600"/>
          </a:xfrm>
          <a:prstGeom prst="straightConnector1">
            <a:avLst/>
          </a:prstGeom>
          <a:ln w="19050">
            <a:solidFill>
              <a:schemeClr val="bg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4344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A84169-3647-BDE3-C6AC-1A674A0862BD}"/>
              </a:ext>
            </a:extLst>
          </p:cNvPr>
          <p:cNvSpPr txBox="1"/>
          <p:nvPr/>
        </p:nvSpPr>
        <p:spPr>
          <a:xfrm>
            <a:off x="2171700" y="980709"/>
            <a:ext cx="6096000" cy="646331"/>
          </a:xfrm>
          <a:prstGeom prst="rect">
            <a:avLst/>
          </a:prstGeom>
          <a:noFill/>
        </p:spPr>
        <p:txBody>
          <a:bodyPr wrap="square">
            <a:spAutoFit/>
          </a:bodyPr>
          <a:lstStyle/>
          <a:p>
            <a:r>
              <a:rPr lang="nb-NO" sz="3600" b="1" dirty="0">
                <a:solidFill>
                  <a:schemeClr val="bg2"/>
                </a:solidFill>
                <a:latin typeface="Inter" panose="020B0502030000000004" pitchFamily="34" charset="0"/>
                <a:ea typeface="Inter" panose="020B0502030000000004" pitchFamily="34" charset="0"/>
                <a:cs typeface="+mj-cs"/>
              </a:rPr>
              <a:t>Utforsking av data</a:t>
            </a:r>
            <a:endParaRPr lang="en-US" sz="3600" b="1" dirty="0">
              <a:solidFill>
                <a:schemeClr val="bg2"/>
              </a:solidFill>
              <a:latin typeface="Inter" panose="020B0502030000000004" pitchFamily="34" charset="0"/>
              <a:ea typeface="Inter" panose="020B0502030000000004" pitchFamily="34" charset="0"/>
              <a:cs typeface="+mj-cs"/>
            </a:endParaRPr>
          </a:p>
        </p:txBody>
      </p:sp>
      <p:pic>
        <p:nvPicPr>
          <p:cNvPr id="5" name="Picture 4">
            <a:extLst>
              <a:ext uri="{FF2B5EF4-FFF2-40B4-BE49-F238E27FC236}">
                <a16:creationId xmlns:a16="http://schemas.microsoft.com/office/drawing/2014/main" id="{B1D895C4-1857-D096-CEC4-9AA0EBE855E5}"/>
              </a:ext>
            </a:extLst>
          </p:cNvPr>
          <p:cNvPicPr>
            <a:picLocks noChangeAspect="1"/>
          </p:cNvPicPr>
          <p:nvPr/>
        </p:nvPicPr>
        <p:blipFill>
          <a:blip r:embed="rId2"/>
          <a:stretch>
            <a:fillRect/>
          </a:stretch>
        </p:blipFill>
        <p:spPr>
          <a:xfrm>
            <a:off x="1002632" y="2304834"/>
            <a:ext cx="9564435" cy="3086531"/>
          </a:xfrm>
          <a:prstGeom prst="rect">
            <a:avLst/>
          </a:prstGeom>
        </p:spPr>
      </p:pic>
      <p:pic>
        <p:nvPicPr>
          <p:cNvPr id="1026" name="Picture 2" descr="Detective avatar man person - Free Icon PNG, SVG">
            <a:extLst>
              <a:ext uri="{FF2B5EF4-FFF2-40B4-BE49-F238E27FC236}">
                <a16:creationId xmlns:a16="http://schemas.microsoft.com/office/drawing/2014/main" id="{61DCE8A3-8964-3159-09BD-3F8AB17A95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850" y="626087"/>
            <a:ext cx="1339850" cy="133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268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011F5E6-FE90-86A2-27D5-7E45554BF76A}"/>
              </a:ext>
            </a:extLst>
          </p:cNvPr>
          <p:cNvPicPr>
            <a:picLocks noChangeAspect="1"/>
          </p:cNvPicPr>
          <p:nvPr/>
        </p:nvPicPr>
        <p:blipFill>
          <a:blip r:embed="rId2"/>
          <a:stretch>
            <a:fillRect/>
          </a:stretch>
        </p:blipFill>
        <p:spPr>
          <a:xfrm>
            <a:off x="793690" y="2052654"/>
            <a:ext cx="5238809" cy="3182621"/>
          </a:xfrm>
          <a:prstGeom prst="rect">
            <a:avLst/>
          </a:prstGeom>
        </p:spPr>
      </p:pic>
      <p:pic>
        <p:nvPicPr>
          <p:cNvPr id="8" name="Picture 7">
            <a:extLst>
              <a:ext uri="{FF2B5EF4-FFF2-40B4-BE49-F238E27FC236}">
                <a16:creationId xmlns:a16="http://schemas.microsoft.com/office/drawing/2014/main" id="{A4B7855D-D354-6876-573C-B9275935425B}"/>
              </a:ext>
            </a:extLst>
          </p:cNvPr>
          <p:cNvPicPr>
            <a:picLocks noChangeAspect="1"/>
          </p:cNvPicPr>
          <p:nvPr/>
        </p:nvPicPr>
        <p:blipFill>
          <a:blip r:embed="rId3"/>
          <a:stretch>
            <a:fillRect/>
          </a:stretch>
        </p:blipFill>
        <p:spPr>
          <a:xfrm>
            <a:off x="7089386" y="531154"/>
            <a:ext cx="4531114" cy="2774459"/>
          </a:xfrm>
          <a:prstGeom prst="rect">
            <a:avLst/>
          </a:prstGeom>
        </p:spPr>
      </p:pic>
      <p:pic>
        <p:nvPicPr>
          <p:cNvPr id="10" name="Picture 9">
            <a:extLst>
              <a:ext uri="{FF2B5EF4-FFF2-40B4-BE49-F238E27FC236}">
                <a16:creationId xmlns:a16="http://schemas.microsoft.com/office/drawing/2014/main" id="{C53CA3EA-9A0C-3C68-1E61-47782320CBED}"/>
              </a:ext>
            </a:extLst>
          </p:cNvPr>
          <p:cNvPicPr>
            <a:picLocks noChangeAspect="1"/>
          </p:cNvPicPr>
          <p:nvPr/>
        </p:nvPicPr>
        <p:blipFill>
          <a:blip r:embed="rId4"/>
          <a:stretch>
            <a:fillRect/>
          </a:stretch>
        </p:blipFill>
        <p:spPr>
          <a:xfrm>
            <a:off x="6581446" y="3776943"/>
            <a:ext cx="4531114" cy="2877654"/>
          </a:xfrm>
          <a:prstGeom prst="rect">
            <a:avLst/>
          </a:prstGeom>
        </p:spPr>
      </p:pic>
      <p:sp>
        <p:nvSpPr>
          <p:cNvPr id="12" name="TextBox 11">
            <a:extLst>
              <a:ext uri="{FF2B5EF4-FFF2-40B4-BE49-F238E27FC236}">
                <a16:creationId xmlns:a16="http://schemas.microsoft.com/office/drawing/2014/main" id="{9C31DAC3-8E1E-A2E6-B557-1E912A938A29}"/>
              </a:ext>
            </a:extLst>
          </p:cNvPr>
          <p:cNvSpPr txBox="1"/>
          <p:nvPr/>
        </p:nvSpPr>
        <p:spPr>
          <a:xfrm>
            <a:off x="2000250" y="947693"/>
            <a:ext cx="6096000" cy="646331"/>
          </a:xfrm>
          <a:prstGeom prst="rect">
            <a:avLst/>
          </a:prstGeom>
          <a:noFill/>
        </p:spPr>
        <p:txBody>
          <a:bodyPr wrap="square">
            <a:spAutoFit/>
          </a:bodyPr>
          <a:lstStyle/>
          <a:p>
            <a:r>
              <a:rPr lang="nb-NO" sz="3600" b="1" dirty="0">
                <a:solidFill>
                  <a:schemeClr val="bg2"/>
                </a:solidFill>
                <a:latin typeface="Inter" panose="020B0502030000000004" pitchFamily="34" charset="0"/>
                <a:ea typeface="Inter" panose="020B0502030000000004" pitchFamily="34" charset="0"/>
                <a:cs typeface="+mj-cs"/>
              </a:rPr>
              <a:t>Utforsking av data</a:t>
            </a:r>
            <a:endParaRPr lang="en-US" sz="3600" b="1" dirty="0">
              <a:solidFill>
                <a:schemeClr val="bg2"/>
              </a:solidFill>
              <a:latin typeface="Inter" panose="020B0502030000000004" pitchFamily="34" charset="0"/>
              <a:ea typeface="Inter" panose="020B0502030000000004" pitchFamily="34" charset="0"/>
              <a:cs typeface="+mj-cs"/>
            </a:endParaRPr>
          </a:p>
        </p:txBody>
      </p:sp>
      <p:pic>
        <p:nvPicPr>
          <p:cNvPr id="2" name="Picture 2" descr="Detective avatar man person - Free Icon PNG, SVG">
            <a:extLst>
              <a:ext uri="{FF2B5EF4-FFF2-40B4-BE49-F238E27FC236}">
                <a16:creationId xmlns:a16="http://schemas.microsoft.com/office/drawing/2014/main" id="{1AD8DB65-9F9B-60AC-3BAB-499E6F37FF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 y="444489"/>
            <a:ext cx="1339850" cy="133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4855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21423625-7C0A-9408-7BAD-C95CE815BB7C}"/>
              </a:ext>
            </a:extLst>
          </p:cNvPr>
          <p:cNvSpPr>
            <a:spLocks noGrp="1"/>
          </p:cNvSpPr>
          <p:nvPr>
            <p:ph type="title"/>
          </p:nvPr>
        </p:nvSpPr>
        <p:spPr>
          <a:xfrm>
            <a:off x="839787" y="736599"/>
            <a:ext cx="10512425" cy="610871"/>
          </a:xfrm>
        </p:spPr>
        <p:txBody>
          <a:bodyPr/>
          <a:lstStyle/>
          <a:p>
            <a:r>
              <a:rPr lang="nb-NO" dirty="0"/>
              <a:t>Modell og trening</a:t>
            </a:r>
          </a:p>
        </p:txBody>
      </p:sp>
      <p:sp>
        <p:nvSpPr>
          <p:cNvPr id="6" name="TextBox 5">
            <a:extLst>
              <a:ext uri="{FF2B5EF4-FFF2-40B4-BE49-F238E27FC236}">
                <a16:creationId xmlns:a16="http://schemas.microsoft.com/office/drawing/2014/main" id="{12E8A9FF-6C89-8B1A-0349-408AE6A5B6D8}"/>
              </a:ext>
            </a:extLst>
          </p:cNvPr>
          <p:cNvSpPr txBox="1"/>
          <p:nvPr/>
        </p:nvSpPr>
        <p:spPr>
          <a:xfrm>
            <a:off x="1377950" y="2171700"/>
            <a:ext cx="914400" cy="914400"/>
          </a:xfrm>
          <a:prstGeom prst="rect">
            <a:avLst/>
          </a:prstGeom>
          <a:noFill/>
        </p:spPr>
        <p:txBody>
          <a:bodyPr wrap="none" lIns="0" tIns="0" rIns="0" bIns="0" rtlCol="0">
            <a:noAutofit/>
          </a:bodyPr>
          <a:lstStyle/>
          <a:p>
            <a:pPr algn="l"/>
            <a:endParaRPr lang="en-US" sz="1600" dirty="0" err="1">
              <a:solidFill>
                <a:schemeClr val="bg2"/>
              </a:solidFill>
            </a:endParaRPr>
          </a:p>
        </p:txBody>
      </p:sp>
      <p:sp>
        <p:nvSpPr>
          <p:cNvPr id="7" name="TextBox 6">
            <a:extLst>
              <a:ext uri="{FF2B5EF4-FFF2-40B4-BE49-F238E27FC236}">
                <a16:creationId xmlns:a16="http://schemas.microsoft.com/office/drawing/2014/main" id="{8BE06E07-94B1-25D4-2AEA-A1C03E664FFB}"/>
              </a:ext>
            </a:extLst>
          </p:cNvPr>
          <p:cNvSpPr txBox="1"/>
          <p:nvPr/>
        </p:nvSpPr>
        <p:spPr>
          <a:xfrm>
            <a:off x="839786" y="1749684"/>
            <a:ext cx="9517063" cy="2327016"/>
          </a:xfrm>
          <a:prstGeom prst="rect">
            <a:avLst/>
          </a:prstGeom>
          <a:noFill/>
        </p:spPr>
        <p:txBody>
          <a:bodyPr wrap="none" lIns="0" tIns="0" rIns="0" bIns="0" rtlCol="0">
            <a:noAutofit/>
          </a:bodyPr>
          <a:lstStyle/>
          <a:p>
            <a:pPr algn="l"/>
            <a:r>
              <a:rPr lang="en-US" dirty="0">
                <a:solidFill>
                  <a:schemeClr val="bg2"/>
                </a:solidFill>
              </a:rPr>
              <a:t>Prophet:</a:t>
            </a:r>
          </a:p>
          <a:p>
            <a:pPr marL="285750" indent="-285750" algn="l">
              <a:buFont typeface="Arial" panose="020B0604020202020204" pitchFamily="34" charset="0"/>
              <a:buChar char="•"/>
            </a:pPr>
            <a:r>
              <a:rPr lang="en-US" dirty="0" err="1">
                <a:solidFill>
                  <a:schemeClr val="bg2"/>
                </a:solidFill>
              </a:rPr>
              <a:t>Utvikla</a:t>
            </a:r>
            <a:r>
              <a:rPr lang="en-US" dirty="0">
                <a:solidFill>
                  <a:schemeClr val="bg2"/>
                </a:solidFill>
              </a:rPr>
              <a:t> av Meta/Facebook</a:t>
            </a:r>
          </a:p>
          <a:p>
            <a:pPr marL="285750" indent="-285750">
              <a:buFont typeface="Arial" panose="020B0604020202020204" pitchFamily="34" charset="0"/>
              <a:buChar char="•"/>
            </a:pPr>
            <a:r>
              <a:rPr lang="en-US" dirty="0" err="1">
                <a:solidFill>
                  <a:schemeClr val="bg2"/>
                </a:solidFill>
              </a:rPr>
              <a:t>Tidsseriemodell</a:t>
            </a:r>
            <a:r>
              <a:rPr lang="en-US" dirty="0">
                <a:solidFill>
                  <a:schemeClr val="bg2"/>
                </a:solidFill>
              </a:rPr>
              <a:t> for </a:t>
            </a:r>
            <a:r>
              <a:rPr lang="en-US" dirty="0" err="1">
                <a:solidFill>
                  <a:schemeClr val="bg2"/>
                </a:solidFill>
              </a:rPr>
              <a:t>prognoser</a:t>
            </a:r>
            <a:r>
              <a:rPr lang="en-US" dirty="0">
                <a:solidFill>
                  <a:schemeClr val="bg2"/>
                </a:solidFill>
              </a:rPr>
              <a:t>, </a:t>
            </a:r>
            <a:r>
              <a:rPr lang="en-US" dirty="0" err="1">
                <a:solidFill>
                  <a:schemeClr val="bg2"/>
                </a:solidFill>
              </a:rPr>
              <a:t>bygd</a:t>
            </a:r>
            <a:r>
              <a:rPr lang="en-US" dirty="0">
                <a:solidFill>
                  <a:schemeClr val="bg2"/>
                </a:solidFill>
              </a:rPr>
              <a:t> for </a:t>
            </a:r>
            <a:r>
              <a:rPr lang="en-US" dirty="0" err="1">
                <a:solidFill>
                  <a:schemeClr val="bg2"/>
                </a:solidFill>
              </a:rPr>
              <a:t>sesongdata</a:t>
            </a:r>
            <a:r>
              <a:rPr lang="en-US" dirty="0">
                <a:solidFill>
                  <a:schemeClr val="bg2"/>
                </a:solidFill>
              </a:rPr>
              <a:t> (</a:t>
            </a:r>
            <a:r>
              <a:rPr lang="en-US" dirty="0" err="1">
                <a:solidFill>
                  <a:schemeClr val="bg2"/>
                </a:solidFill>
              </a:rPr>
              <a:t>dag</a:t>
            </a:r>
            <a:r>
              <a:rPr lang="en-US" dirty="0">
                <a:solidFill>
                  <a:schemeClr val="bg2"/>
                </a:solidFill>
              </a:rPr>
              <a:t>, uke, </a:t>
            </a:r>
            <a:r>
              <a:rPr lang="en-US" dirty="0" err="1">
                <a:solidFill>
                  <a:schemeClr val="bg2"/>
                </a:solidFill>
              </a:rPr>
              <a:t>år</a:t>
            </a:r>
            <a:r>
              <a:rPr lang="en-US" dirty="0">
                <a:solidFill>
                  <a:schemeClr val="bg2"/>
                </a:solidFill>
              </a:rPr>
              <a:t>, </a:t>
            </a:r>
            <a:r>
              <a:rPr lang="en-US" dirty="0" err="1">
                <a:solidFill>
                  <a:schemeClr val="bg2"/>
                </a:solidFill>
              </a:rPr>
              <a:t>feriedager</a:t>
            </a:r>
            <a:r>
              <a:rPr lang="en-US" dirty="0">
                <a:solidFill>
                  <a:schemeClr val="bg2"/>
                </a:solidFill>
              </a:rPr>
              <a:t> etc.)</a:t>
            </a:r>
          </a:p>
          <a:p>
            <a:pPr marL="285750" indent="-285750">
              <a:buFont typeface="Arial" panose="020B0604020202020204" pitchFamily="34" charset="0"/>
              <a:buChar char="•"/>
            </a:pPr>
            <a:r>
              <a:rPr lang="en-US" dirty="0">
                <a:solidFill>
                  <a:schemeClr val="bg2"/>
                </a:solidFill>
              </a:rPr>
              <a:t>Robust mot </a:t>
            </a:r>
            <a:r>
              <a:rPr lang="en-US" dirty="0" err="1">
                <a:solidFill>
                  <a:schemeClr val="bg2"/>
                </a:solidFill>
              </a:rPr>
              <a:t>manglande</a:t>
            </a:r>
            <a:r>
              <a:rPr lang="en-US" dirty="0">
                <a:solidFill>
                  <a:schemeClr val="bg2"/>
                </a:solidFill>
              </a:rPr>
              <a:t> data </a:t>
            </a:r>
            <a:r>
              <a:rPr lang="en-US" dirty="0" err="1">
                <a:solidFill>
                  <a:schemeClr val="bg2"/>
                </a:solidFill>
              </a:rPr>
              <a:t>og</a:t>
            </a:r>
            <a:r>
              <a:rPr lang="en-US" dirty="0">
                <a:solidFill>
                  <a:schemeClr val="bg2"/>
                </a:solidFill>
              </a:rPr>
              <a:t> outliers, </a:t>
            </a:r>
            <a:r>
              <a:rPr lang="en-US" dirty="0" err="1">
                <a:solidFill>
                  <a:schemeClr val="bg2"/>
                </a:solidFill>
              </a:rPr>
              <a:t>rask</a:t>
            </a:r>
            <a:r>
              <a:rPr lang="en-US" dirty="0">
                <a:solidFill>
                  <a:schemeClr val="bg2"/>
                </a:solidFill>
              </a:rPr>
              <a:t> å </a:t>
            </a:r>
            <a:r>
              <a:rPr lang="en-US" dirty="0" err="1">
                <a:solidFill>
                  <a:schemeClr val="bg2"/>
                </a:solidFill>
              </a:rPr>
              <a:t>trene</a:t>
            </a:r>
            <a:r>
              <a:rPr lang="en-US" dirty="0">
                <a:solidFill>
                  <a:schemeClr val="bg2"/>
                </a:solidFill>
              </a:rPr>
              <a:t>, </a:t>
            </a:r>
            <a:r>
              <a:rPr lang="en-US" dirty="0" err="1">
                <a:solidFill>
                  <a:schemeClr val="bg2"/>
                </a:solidFill>
              </a:rPr>
              <a:t>lett</a:t>
            </a:r>
            <a:r>
              <a:rPr lang="en-US" dirty="0">
                <a:solidFill>
                  <a:schemeClr val="bg2"/>
                </a:solidFill>
              </a:rPr>
              <a:t> å </a:t>
            </a:r>
            <a:r>
              <a:rPr lang="en-US" dirty="0" err="1">
                <a:solidFill>
                  <a:schemeClr val="bg2"/>
                </a:solidFill>
              </a:rPr>
              <a:t>tolke</a:t>
            </a:r>
            <a:endParaRPr lang="en-US" dirty="0">
              <a:solidFill>
                <a:schemeClr val="bg2"/>
              </a:solidFill>
            </a:endParaRPr>
          </a:p>
          <a:p>
            <a:pPr marL="285750" indent="-285750">
              <a:buFont typeface="Arial" panose="020B0604020202020204" pitchFamily="34" charset="0"/>
              <a:buChar char="•"/>
            </a:pPr>
            <a:r>
              <a:rPr lang="en-US" dirty="0">
                <a:solidFill>
                  <a:schemeClr val="bg2"/>
                </a:solidFill>
              </a:rPr>
              <a:t>bysykkel_train.csv:</a:t>
            </a:r>
          </a:p>
          <a:p>
            <a:pPr marL="742950" lvl="1" indent="-285750">
              <a:buFont typeface="Arial" panose="020B0604020202020204" pitchFamily="34" charset="0"/>
              <a:buChar char="•"/>
            </a:pPr>
            <a:r>
              <a:rPr lang="en-US" dirty="0">
                <a:solidFill>
                  <a:schemeClr val="bg2"/>
                </a:solidFill>
              </a:rPr>
              <a:t>11537 </a:t>
            </a:r>
            <a:r>
              <a:rPr lang="en-US" dirty="0" err="1">
                <a:solidFill>
                  <a:schemeClr val="bg2"/>
                </a:solidFill>
              </a:rPr>
              <a:t>rader</a:t>
            </a:r>
            <a:endParaRPr lang="en-US" dirty="0">
              <a:solidFill>
                <a:schemeClr val="bg2"/>
              </a:solidFill>
            </a:endParaRPr>
          </a:p>
          <a:p>
            <a:pPr marL="742950" lvl="1" indent="-285750">
              <a:buFont typeface="Arial" panose="020B0604020202020204" pitchFamily="34" charset="0"/>
              <a:buChar char="•"/>
            </a:pPr>
            <a:r>
              <a:rPr lang="en-US" dirty="0">
                <a:solidFill>
                  <a:schemeClr val="bg2"/>
                </a:solidFill>
              </a:rPr>
              <a:t>Start: 2018-05-15 09:00:00</a:t>
            </a:r>
          </a:p>
          <a:p>
            <a:pPr marL="742950" lvl="1" indent="-285750">
              <a:buFont typeface="Arial" panose="020B0604020202020204" pitchFamily="34" charset="0"/>
              <a:buChar char="•"/>
            </a:pPr>
            <a:r>
              <a:rPr lang="en-US" dirty="0" err="1">
                <a:solidFill>
                  <a:schemeClr val="bg2"/>
                </a:solidFill>
              </a:rPr>
              <a:t>Slutt</a:t>
            </a:r>
            <a:r>
              <a:rPr lang="en-US" dirty="0">
                <a:solidFill>
                  <a:schemeClr val="bg2"/>
                </a:solidFill>
              </a:rPr>
              <a:t>: 2025-04-30 21:00:00</a:t>
            </a:r>
            <a:endParaRPr lang="en-US" sz="1600" dirty="0">
              <a:solidFill>
                <a:schemeClr val="bg2"/>
              </a:solidFill>
            </a:endParaRPr>
          </a:p>
          <a:p>
            <a:pPr marL="285750" indent="-285750">
              <a:buFont typeface="Arial" panose="020B0604020202020204" pitchFamily="34" charset="0"/>
              <a:buChar char="•"/>
            </a:pPr>
            <a:endParaRPr lang="en-US" sz="1600" dirty="0">
              <a:solidFill>
                <a:schemeClr val="bg2"/>
              </a:solidFill>
            </a:endParaRPr>
          </a:p>
        </p:txBody>
      </p:sp>
      <p:pic>
        <p:nvPicPr>
          <p:cNvPr id="11" name="Picture 10">
            <a:extLst>
              <a:ext uri="{FF2B5EF4-FFF2-40B4-BE49-F238E27FC236}">
                <a16:creationId xmlns:a16="http://schemas.microsoft.com/office/drawing/2014/main" id="{55B7E8EE-907B-E55C-2DF1-882BCCB56D58}"/>
              </a:ext>
            </a:extLst>
          </p:cNvPr>
          <p:cNvPicPr>
            <a:picLocks noChangeAspect="1"/>
          </p:cNvPicPr>
          <p:nvPr/>
        </p:nvPicPr>
        <p:blipFill>
          <a:blip r:embed="rId2"/>
          <a:stretch>
            <a:fillRect/>
          </a:stretch>
        </p:blipFill>
        <p:spPr>
          <a:xfrm>
            <a:off x="6623049" y="217668"/>
            <a:ext cx="5348263" cy="1407179"/>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CD475D6-A516-B6FB-7DEB-E3866C54BEF1}"/>
                  </a:ext>
                </a:extLst>
              </p:cNvPr>
              <p:cNvSpPr txBox="1"/>
              <p:nvPr/>
            </p:nvSpPr>
            <p:spPr>
              <a:xfrm>
                <a:off x="3435350" y="4847103"/>
                <a:ext cx="4229100" cy="36195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b="0" i="1" smtClean="0">
                          <a:solidFill>
                            <a:schemeClr val="bg2"/>
                          </a:solidFill>
                          <a:latin typeface="Cambria Math" panose="02040503050406030204" pitchFamily="18" charset="0"/>
                        </a:rPr>
                        <m:t>𝑦</m:t>
                      </m:r>
                      <m:d>
                        <m:dPr>
                          <m:ctrlPr>
                            <a:rPr lang="en-US" b="0" i="1" smtClean="0">
                              <a:solidFill>
                                <a:schemeClr val="bg2"/>
                              </a:solidFill>
                              <a:latin typeface="Cambria Math" panose="02040503050406030204" pitchFamily="18" charset="0"/>
                            </a:rPr>
                          </m:ctrlPr>
                        </m:dPr>
                        <m:e>
                          <m:r>
                            <a:rPr lang="en-US" b="0" i="1" smtClean="0">
                              <a:solidFill>
                                <a:schemeClr val="bg2"/>
                              </a:solidFill>
                              <a:latin typeface="Cambria Math" panose="02040503050406030204" pitchFamily="18" charset="0"/>
                            </a:rPr>
                            <m:t>𝑡</m:t>
                          </m:r>
                        </m:e>
                      </m:d>
                      <m:r>
                        <a:rPr lang="en-US" b="0" i="1" smtClean="0">
                          <a:solidFill>
                            <a:schemeClr val="bg2"/>
                          </a:solidFill>
                          <a:latin typeface="Cambria Math" panose="02040503050406030204" pitchFamily="18" charset="0"/>
                        </a:rPr>
                        <m:t>=</m:t>
                      </m:r>
                      <m:r>
                        <a:rPr lang="en-US" b="0" i="1" smtClean="0">
                          <a:solidFill>
                            <a:schemeClr val="bg2"/>
                          </a:solidFill>
                          <a:latin typeface="Cambria Math" panose="02040503050406030204" pitchFamily="18" charset="0"/>
                        </a:rPr>
                        <m:t>𝑡𝑟𝑒𝑛𝑑</m:t>
                      </m:r>
                      <m:r>
                        <a:rPr lang="en-US" b="0" i="1" smtClean="0">
                          <a:solidFill>
                            <a:schemeClr val="bg2"/>
                          </a:solidFill>
                          <a:latin typeface="Cambria Math" panose="02040503050406030204" pitchFamily="18" charset="0"/>
                        </a:rPr>
                        <m:t>+</m:t>
                      </m:r>
                      <m:r>
                        <a:rPr lang="en-US" b="0" i="1" smtClean="0">
                          <a:solidFill>
                            <a:schemeClr val="bg2"/>
                          </a:solidFill>
                          <a:latin typeface="Cambria Math" panose="02040503050406030204" pitchFamily="18" charset="0"/>
                        </a:rPr>
                        <m:t>𝑠𝑒𝑠𝑜𝑛𝑔</m:t>
                      </m:r>
                      <m:r>
                        <a:rPr lang="en-US" b="0" i="1" smtClean="0">
                          <a:solidFill>
                            <a:schemeClr val="bg2"/>
                          </a:solidFill>
                          <a:latin typeface="Cambria Math" panose="02040503050406030204" pitchFamily="18" charset="0"/>
                        </a:rPr>
                        <m:t>+</m:t>
                      </m:r>
                      <m:r>
                        <a:rPr lang="en-US" b="0" i="1" smtClean="0">
                          <a:solidFill>
                            <a:schemeClr val="bg2"/>
                          </a:solidFill>
                          <a:latin typeface="Cambria Math" panose="02040503050406030204" pitchFamily="18" charset="0"/>
                        </a:rPr>
                        <m:t>𝑟𝑒𝑔𝑟𝑒𝑠𝑠𝑜𝑟</m:t>
                      </m:r>
                      <m:r>
                        <a:rPr lang="en-US" b="0" i="1" smtClean="0">
                          <a:solidFill>
                            <a:schemeClr val="bg2"/>
                          </a:solidFill>
                          <a:latin typeface="Cambria Math" panose="02040503050406030204" pitchFamily="18" charset="0"/>
                        </a:rPr>
                        <m:t>+ </m:t>
                      </m:r>
                      <m:r>
                        <a:rPr lang="en-US" b="0" i="1" smtClean="0">
                          <a:solidFill>
                            <a:schemeClr val="bg2"/>
                          </a:solidFill>
                          <a:latin typeface="Cambria Math" panose="02040503050406030204" pitchFamily="18" charset="0"/>
                          <a:ea typeface="Cambria Math" panose="02040503050406030204" pitchFamily="18" charset="0"/>
                        </a:rPr>
                        <m:t>𝜀</m:t>
                      </m:r>
                    </m:oMath>
                  </m:oMathPara>
                </a14:m>
                <a:endParaRPr lang="en-US" dirty="0" err="1">
                  <a:solidFill>
                    <a:schemeClr val="bg2"/>
                  </a:solidFill>
                </a:endParaRPr>
              </a:p>
            </p:txBody>
          </p:sp>
        </mc:Choice>
        <mc:Fallback xmlns="">
          <p:sp>
            <p:nvSpPr>
              <p:cNvPr id="4" name="TextBox 3">
                <a:extLst>
                  <a:ext uri="{FF2B5EF4-FFF2-40B4-BE49-F238E27FC236}">
                    <a16:creationId xmlns:a16="http://schemas.microsoft.com/office/drawing/2014/main" id="{0CD475D6-A516-B6FB-7DEB-E3866C54BEF1}"/>
                  </a:ext>
                </a:extLst>
              </p:cNvPr>
              <p:cNvSpPr txBox="1">
                <a:spLocks noRot="1" noChangeAspect="1" noMove="1" noResize="1" noEditPoints="1" noAdjustHandles="1" noChangeArrowheads="1" noChangeShapeType="1" noTextEdit="1"/>
              </p:cNvSpPr>
              <p:nvPr/>
            </p:nvSpPr>
            <p:spPr>
              <a:xfrm>
                <a:off x="3435350" y="4847103"/>
                <a:ext cx="4229100" cy="361950"/>
              </a:xfrm>
              <a:prstGeom prst="rect">
                <a:avLst/>
              </a:prstGeom>
              <a:blipFill>
                <a:blip r:embed="rId3"/>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88AB7106-0303-8DC0-81A6-39F8ED0C0656}"/>
              </a:ext>
            </a:extLst>
          </p:cNvPr>
          <p:cNvSpPr txBox="1"/>
          <p:nvPr/>
        </p:nvSpPr>
        <p:spPr>
          <a:xfrm>
            <a:off x="694766" y="5680331"/>
            <a:ext cx="6096000" cy="369332"/>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2"/>
                </a:solidFill>
                <a:hlinkClick r:id="rId4">
                  <a:extLst>
                    <a:ext uri="{A12FA001-AC4F-418D-AE19-62706E023703}">
                      <ahyp:hlinkClr xmlns:ahyp="http://schemas.microsoft.com/office/drawing/2018/hyperlinkcolor" val="tx"/>
                    </a:ext>
                  </a:extLst>
                </a:hlinkClick>
              </a:rPr>
              <a:t>https://facebook.github.io/prophet/</a:t>
            </a:r>
            <a:endParaRPr lang="en-US" dirty="0">
              <a:solidFill>
                <a:schemeClr val="bg2"/>
              </a:solidFill>
            </a:endParaRPr>
          </a:p>
        </p:txBody>
      </p:sp>
      <p:pic>
        <p:nvPicPr>
          <p:cNvPr id="8" name="Picture 7">
            <a:extLst>
              <a:ext uri="{FF2B5EF4-FFF2-40B4-BE49-F238E27FC236}">
                <a16:creationId xmlns:a16="http://schemas.microsoft.com/office/drawing/2014/main" id="{089390C6-492C-C670-FAC8-B42BADB59E30}"/>
              </a:ext>
            </a:extLst>
          </p:cNvPr>
          <p:cNvPicPr>
            <a:picLocks noChangeAspect="1"/>
          </p:cNvPicPr>
          <p:nvPr/>
        </p:nvPicPr>
        <p:blipFill>
          <a:blip r:embed="rId5"/>
          <a:srcRect l="2500"/>
          <a:stretch>
            <a:fillRect/>
          </a:stretch>
        </p:blipFill>
        <p:spPr>
          <a:xfrm>
            <a:off x="6032500" y="3099254"/>
            <a:ext cx="5816600" cy="1291352"/>
          </a:xfrm>
          <a:prstGeom prst="rect">
            <a:avLst/>
          </a:prstGeom>
        </p:spPr>
      </p:pic>
    </p:spTree>
    <p:extLst>
      <p:ext uri="{BB962C8B-B14F-4D97-AF65-F5344CB8AC3E}">
        <p14:creationId xmlns:p14="http://schemas.microsoft.com/office/powerpoint/2010/main" val="180033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DDBD96C-CAAE-2D64-0377-DBC253BF7D53}"/>
              </a:ext>
            </a:extLst>
          </p:cNvPr>
          <p:cNvSpPr txBox="1"/>
          <p:nvPr/>
        </p:nvSpPr>
        <p:spPr>
          <a:xfrm>
            <a:off x="1071949" y="772983"/>
            <a:ext cx="6098058" cy="707886"/>
          </a:xfrm>
          <a:prstGeom prst="rect">
            <a:avLst/>
          </a:prstGeom>
          <a:noFill/>
        </p:spPr>
        <p:txBody>
          <a:bodyPr wrap="square">
            <a:spAutoFit/>
          </a:bodyPr>
          <a:lstStyle/>
          <a:p>
            <a:r>
              <a:rPr lang="nb-NO" sz="4000" b="1" cap="all" dirty="0">
                <a:solidFill>
                  <a:schemeClr val="bg2"/>
                </a:solidFill>
                <a:latin typeface="Inter" panose="020B0502030000000004" pitchFamily="34" charset="0"/>
                <a:ea typeface="Inter" panose="020B0502030000000004" pitchFamily="34" charset="0"/>
                <a:cs typeface="+mj-cs"/>
              </a:rPr>
              <a:t>Test-datasett</a:t>
            </a:r>
            <a:endParaRPr lang="en-US" sz="4000" b="1" cap="all" dirty="0">
              <a:solidFill>
                <a:schemeClr val="bg2"/>
              </a:solidFill>
              <a:latin typeface="Inter" panose="020B0502030000000004" pitchFamily="34" charset="0"/>
              <a:ea typeface="Inter" panose="020B0502030000000004" pitchFamily="34" charset="0"/>
              <a:cs typeface="+mj-cs"/>
            </a:endParaRPr>
          </a:p>
        </p:txBody>
      </p:sp>
      <p:sp>
        <p:nvSpPr>
          <p:cNvPr id="8" name="TextBox 7">
            <a:extLst>
              <a:ext uri="{FF2B5EF4-FFF2-40B4-BE49-F238E27FC236}">
                <a16:creationId xmlns:a16="http://schemas.microsoft.com/office/drawing/2014/main" id="{A0053000-76C5-AFB5-C3B5-25C38251CE16}"/>
              </a:ext>
            </a:extLst>
          </p:cNvPr>
          <p:cNvSpPr txBox="1"/>
          <p:nvPr/>
        </p:nvSpPr>
        <p:spPr>
          <a:xfrm>
            <a:off x="1071948" y="1670104"/>
            <a:ext cx="4105532" cy="1323439"/>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bg2"/>
                </a:solidFill>
              </a:rPr>
              <a:t>test_compete.csv:</a:t>
            </a:r>
          </a:p>
          <a:p>
            <a:pPr marL="742950" lvl="1" indent="-285750">
              <a:buFont typeface="Arial" panose="020B0604020202020204" pitchFamily="34" charset="0"/>
              <a:buChar char="•"/>
            </a:pPr>
            <a:r>
              <a:rPr lang="en-US" sz="1600" dirty="0">
                <a:solidFill>
                  <a:schemeClr val="bg2"/>
                </a:solidFill>
              </a:rPr>
              <a:t>1068 </a:t>
            </a:r>
            <a:r>
              <a:rPr lang="en-US" sz="1600" dirty="0" err="1">
                <a:solidFill>
                  <a:schemeClr val="bg2"/>
                </a:solidFill>
              </a:rPr>
              <a:t>rader</a:t>
            </a:r>
            <a:endParaRPr lang="en-US" sz="1600" dirty="0">
              <a:solidFill>
                <a:schemeClr val="bg2"/>
              </a:solidFill>
            </a:endParaRPr>
          </a:p>
          <a:p>
            <a:pPr marL="742950" lvl="1" indent="-285750">
              <a:buFont typeface="Arial" panose="020B0604020202020204" pitchFamily="34" charset="0"/>
              <a:buChar char="•"/>
            </a:pPr>
            <a:r>
              <a:rPr lang="en-US" sz="1600" dirty="0">
                <a:solidFill>
                  <a:schemeClr val="bg2"/>
                </a:solidFill>
              </a:rPr>
              <a:t>Start: 2025-05-01 09:00:00</a:t>
            </a:r>
          </a:p>
          <a:p>
            <a:pPr marL="742950" lvl="1" indent="-285750">
              <a:buFont typeface="Arial" panose="020B0604020202020204" pitchFamily="34" charset="0"/>
              <a:buChar char="•"/>
            </a:pPr>
            <a:r>
              <a:rPr lang="en-US" sz="1600" dirty="0" err="1">
                <a:solidFill>
                  <a:schemeClr val="bg2"/>
                </a:solidFill>
              </a:rPr>
              <a:t>Slutt</a:t>
            </a:r>
            <a:r>
              <a:rPr lang="en-US" sz="1600" dirty="0">
                <a:solidFill>
                  <a:schemeClr val="bg2"/>
                </a:solidFill>
              </a:rPr>
              <a:t>: 2025-09-30 21:00:00</a:t>
            </a:r>
          </a:p>
          <a:p>
            <a:pPr marL="742950" lvl="1" indent="-285750">
              <a:buFont typeface="Arial" panose="020B0604020202020204" pitchFamily="34" charset="0"/>
              <a:buChar char="•"/>
            </a:pPr>
            <a:r>
              <a:rPr lang="en-US" sz="1600" dirty="0">
                <a:solidFill>
                  <a:schemeClr val="bg2"/>
                </a:solidFill>
              </a:rPr>
              <a:t>Ingen “y” (</a:t>
            </a:r>
            <a:r>
              <a:rPr lang="en-US" sz="1600" dirty="0" err="1">
                <a:solidFill>
                  <a:schemeClr val="bg2"/>
                </a:solidFill>
              </a:rPr>
              <a:t>antall</a:t>
            </a:r>
            <a:r>
              <a:rPr lang="en-US" sz="1600" dirty="0">
                <a:solidFill>
                  <a:schemeClr val="bg2"/>
                </a:solidFill>
              </a:rPr>
              <a:t> </a:t>
            </a:r>
            <a:r>
              <a:rPr lang="en-US" sz="1600" dirty="0" err="1">
                <a:solidFill>
                  <a:schemeClr val="bg2"/>
                </a:solidFill>
              </a:rPr>
              <a:t>turer</a:t>
            </a:r>
            <a:r>
              <a:rPr lang="en-US" sz="1600" dirty="0">
                <a:solidFill>
                  <a:schemeClr val="bg2"/>
                </a:solidFill>
              </a:rPr>
              <a:t>)! </a:t>
            </a:r>
          </a:p>
        </p:txBody>
      </p:sp>
      <p:pic>
        <p:nvPicPr>
          <p:cNvPr id="9" name="Picture 8">
            <a:extLst>
              <a:ext uri="{FF2B5EF4-FFF2-40B4-BE49-F238E27FC236}">
                <a16:creationId xmlns:a16="http://schemas.microsoft.com/office/drawing/2014/main" id="{714AD11E-D245-6073-79E4-71A8718C6668}"/>
              </a:ext>
            </a:extLst>
          </p:cNvPr>
          <p:cNvPicPr>
            <a:picLocks noChangeAspect="1"/>
          </p:cNvPicPr>
          <p:nvPr/>
        </p:nvPicPr>
        <p:blipFill>
          <a:blip r:embed="rId2"/>
          <a:stretch>
            <a:fillRect/>
          </a:stretch>
        </p:blipFill>
        <p:spPr>
          <a:xfrm>
            <a:off x="1071948" y="3618235"/>
            <a:ext cx="5625414" cy="2551442"/>
          </a:xfrm>
          <a:prstGeom prst="rect">
            <a:avLst/>
          </a:prstGeom>
        </p:spPr>
      </p:pic>
      <p:pic>
        <p:nvPicPr>
          <p:cNvPr id="11" name="Picture 10">
            <a:extLst>
              <a:ext uri="{FF2B5EF4-FFF2-40B4-BE49-F238E27FC236}">
                <a16:creationId xmlns:a16="http://schemas.microsoft.com/office/drawing/2014/main" id="{8D7E8671-CC4B-962E-86D2-800ABD80A094}"/>
              </a:ext>
            </a:extLst>
          </p:cNvPr>
          <p:cNvPicPr>
            <a:picLocks noChangeAspect="1"/>
          </p:cNvPicPr>
          <p:nvPr/>
        </p:nvPicPr>
        <p:blipFill>
          <a:blip r:embed="rId3"/>
          <a:stretch>
            <a:fillRect/>
          </a:stretch>
        </p:blipFill>
        <p:spPr>
          <a:xfrm>
            <a:off x="6002886" y="243238"/>
            <a:ext cx="5845905" cy="3185762"/>
          </a:xfrm>
          <a:prstGeom prst="rect">
            <a:avLst/>
          </a:prstGeom>
        </p:spPr>
      </p:pic>
      <p:sp>
        <p:nvSpPr>
          <p:cNvPr id="13" name="TextBox 12">
            <a:extLst>
              <a:ext uri="{FF2B5EF4-FFF2-40B4-BE49-F238E27FC236}">
                <a16:creationId xmlns:a16="http://schemas.microsoft.com/office/drawing/2014/main" id="{FC7FB3FE-01B9-F959-5A4B-50A780EA4914}"/>
              </a:ext>
            </a:extLst>
          </p:cNvPr>
          <p:cNvSpPr txBox="1"/>
          <p:nvPr/>
        </p:nvSpPr>
        <p:spPr>
          <a:xfrm>
            <a:off x="989398" y="6276208"/>
            <a:ext cx="6096000" cy="338554"/>
          </a:xfrm>
          <a:prstGeom prst="rect">
            <a:avLst/>
          </a:prstGeom>
          <a:noFill/>
        </p:spPr>
        <p:txBody>
          <a:bodyPr wrap="square">
            <a:spAutoFit/>
          </a:bodyPr>
          <a:lstStyle/>
          <a:p>
            <a:r>
              <a:rPr lang="en-US" sz="1600" dirty="0" err="1">
                <a:solidFill>
                  <a:schemeClr val="bg2"/>
                </a:solidFill>
              </a:rPr>
              <a:t>Faktisk</a:t>
            </a:r>
            <a:r>
              <a:rPr lang="en-US" sz="1600" dirty="0">
                <a:solidFill>
                  <a:schemeClr val="bg2"/>
                </a:solidFill>
              </a:rPr>
              <a:t>: test_target_secret.csv (</a:t>
            </a:r>
            <a:r>
              <a:rPr lang="en-US" sz="1600" dirty="0" err="1">
                <a:solidFill>
                  <a:schemeClr val="bg2"/>
                </a:solidFill>
              </a:rPr>
              <a:t>kryptert</a:t>
            </a:r>
            <a:r>
              <a:rPr lang="en-US" sz="1600" dirty="0">
                <a:solidFill>
                  <a:schemeClr val="bg2"/>
                </a:solidFill>
              </a:rPr>
              <a:t>!)</a:t>
            </a:r>
          </a:p>
        </p:txBody>
      </p:sp>
    </p:spTree>
    <p:extLst>
      <p:ext uri="{BB962C8B-B14F-4D97-AF65-F5344CB8AC3E}">
        <p14:creationId xmlns:p14="http://schemas.microsoft.com/office/powerpoint/2010/main" val="1395994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BF427E4F-13AA-6C6E-7B46-176E933B73C6}"/>
              </a:ext>
            </a:extLst>
          </p:cNvPr>
          <p:cNvSpPr>
            <a:spLocks noGrp="1"/>
          </p:cNvSpPr>
          <p:nvPr>
            <p:ph type="title"/>
          </p:nvPr>
        </p:nvSpPr>
        <p:spPr>
          <a:xfrm>
            <a:off x="839787" y="539749"/>
            <a:ext cx="10512425" cy="610871"/>
          </a:xfrm>
        </p:spPr>
        <p:txBody>
          <a:bodyPr/>
          <a:lstStyle/>
          <a:p>
            <a:r>
              <a:rPr lang="nb-NO" dirty="0"/>
              <a:t>Alternative modeller (1/2)</a:t>
            </a:r>
          </a:p>
        </p:txBody>
      </p:sp>
      <p:sp>
        <p:nvSpPr>
          <p:cNvPr id="6" name="TextBox 5">
            <a:extLst>
              <a:ext uri="{FF2B5EF4-FFF2-40B4-BE49-F238E27FC236}">
                <a16:creationId xmlns:a16="http://schemas.microsoft.com/office/drawing/2014/main" id="{8FF2EB74-F97E-DF6B-604B-905D5F849607}"/>
              </a:ext>
            </a:extLst>
          </p:cNvPr>
          <p:cNvSpPr txBox="1"/>
          <p:nvPr/>
        </p:nvSpPr>
        <p:spPr>
          <a:xfrm>
            <a:off x="839787" y="1300675"/>
            <a:ext cx="10804570" cy="3550725"/>
          </a:xfrm>
          <a:prstGeom prst="rect">
            <a:avLst/>
          </a:prstGeom>
          <a:noFill/>
        </p:spPr>
        <p:txBody>
          <a:bodyPr wrap="none" lIns="0" tIns="0" rIns="0" bIns="0" rtlCol="0">
            <a:noAutofit/>
          </a:bodyPr>
          <a:lstStyle>
            <a:defPPr>
              <a:defRPr lang="en-NO"/>
            </a:defPPr>
            <a:lvl1pPr>
              <a:defRPr sz="1600">
                <a:solidFill>
                  <a:schemeClr val="bg2"/>
                </a:solidFill>
              </a:defRPr>
            </a:lvl1pPr>
          </a:lstStyle>
          <a:p>
            <a:r>
              <a:rPr lang="en-US" sz="2000" b="1" dirty="0"/>
              <a:t>SARIMA(</a:t>
            </a:r>
            <a:r>
              <a:rPr lang="en-US" sz="2000" b="1" dirty="0" err="1"/>
              <a:t>p,d,q</a:t>
            </a:r>
            <a:r>
              <a:rPr lang="en-US" sz="2000" b="1" dirty="0"/>
              <a:t>)(</a:t>
            </a:r>
            <a:r>
              <a:rPr lang="en-US" sz="2000" b="1" dirty="0" err="1"/>
              <a:t>s,P,D,Q</a:t>
            </a:r>
            <a:r>
              <a:rPr lang="en-US" sz="2000" b="1" dirty="0"/>
              <a:t>):</a:t>
            </a:r>
          </a:p>
          <a:p>
            <a:r>
              <a:rPr lang="en-US" dirty="0"/>
              <a:t>“Seasonal Autoregressive Integrated Moving Average”:</a:t>
            </a:r>
          </a:p>
          <a:p>
            <a:pPr marL="285750" indent="-285750">
              <a:buFont typeface="Arial" panose="020B0604020202020204" pitchFamily="34" charset="0"/>
              <a:buChar char="•"/>
            </a:pPr>
            <a:r>
              <a:rPr lang="nb-NO" i="1" dirty="0"/>
              <a:t>p (</a:t>
            </a:r>
            <a:r>
              <a:rPr lang="nb-NO" i="1" dirty="0" err="1"/>
              <a:t>Autoregressive</a:t>
            </a:r>
            <a:r>
              <a:rPr lang="nb-NO" i="1" dirty="0"/>
              <a:t> order): </a:t>
            </a:r>
            <a:r>
              <a:rPr lang="nb-NO" dirty="0"/>
              <a:t>Antall </a:t>
            </a:r>
            <a:r>
              <a:rPr lang="nb-NO" dirty="0" err="1"/>
              <a:t>tidssteg</a:t>
            </a:r>
            <a:r>
              <a:rPr lang="nb-NO" dirty="0"/>
              <a:t> bakover i tid som brukes som forklaringsvariabler. </a:t>
            </a:r>
          </a:p>
          <a:p>
            <a:r>
              <a:rPr lang="nb-NO" dirty="0"/>
              <a:t>	Modellen antar at dagens verdi avhenger lineært av de foregående verdiene.</a:t>
            </a:r>
          </a:p>
          <a:p>
            <a:pPr marL="285750" indent="-285750">
              <a:buFont typeface="Arial" panose="020B0604020202020204" pitchFamily="34" charset="0"/>
              <a:buChar char="•"/>
            </a:pPr>
            <a:r>
              <a:rPr lang="nb-NO" dirty="0"/>
              <a:t>d </a:t>
            </a:r>
            <a:r>
              <a:rPr lang="nb-NO" i="1" dirty="0"/>
              <a:t>(</a:t>
            </a:r>
            <a:r>
              <a:rPr lang="nb-NO" i="1" dirty="0" err="1"/>
              <a:t>Differencing</a:t>
            </a:r>
            <a:r>
              <a:rPr lang="nb-NO" i="1" dirty="0"/>
              <a:t> order): </a:t>
            </a:r>
            <a:r>
              <a:rPr lang="nb-NO" dirty="0"/>
              <a:t>Antall ganger dataene må differensieres (trekke forrige verdi fra nåværende) </a:t>
            </a:r>
          </a:p>
          <a:p>
            <a:r>
              <a:rPr lang="nb-NO" dirty="0"/>
              <a:t>	for å gjøre tidsserien stasjonær. Dette fjerner trender slik at gjennomsnittet blir stabilt over tid.</a:t>
            </a:r>
          </a:p>
          <a:p>
            <a:pPr marL="285750" indent="-285750">
              <a:buFont typeface="Arial" panose="020B0604020202020204" pitchFamily="34" charset="0"/>
              <a:buChar char="•"/>
            </a:pPr>
            <a:r>
              <a:rPr lang="nb-NO" dirty="0"/>
              <a:t>q </a:t>
            </a:r>
            <a:r>
              <a:rPr lang="nb-NO" i="1" dirty="0"/>
              <a:t>(</a:t>
            </a:r>
            <a:r>
              <a:rPr lang="nb-NO" i="1" dirty="0" err="1"/>
              <a:t>Moving</a:t>
            </a:r>
            <a:r>
              <a:rPr lang="nb-NO" i="1" dirty="0"/>
              <a:t> </a:t>
            </a:r>
            <a:r>
              <a:rPr lang="nb-NO" i="1" dirty="0" err="1"/>
              <a:t>Average</a:t>
            </a:r>
            <a:r>
              <a:rPr lang="nb-NO" i="1" dirty="0"/>
              <a:t> order): </a:t>
            </a:r>
            <a:r>
              <a:rPr lang="nb-NO" dirty="0"/>
              <a:t>Antall tidligere prognosefeil (hvor mye modellen bommet i de forrige stegene) </a:t>
            </a:r>
          </a:p>
          <a:p>
            <a:r>
              <a:rPr lang="nb-NO" dirty="0"/>
              <a:t>	som inkluderes i modellen. Dette brukes for å fange opp og korrigere for kortsiktige "sjokk" i dataene.</a:t>
            </a:r>
          </a:p>
          <a:p>
            <a:pPr marL="285750" indent="-285750">
              <a:buFont typeface="Arial" panose="020B0604020202020204" pitchFamily="34" charset="0"/>
              <a:buChar char="•"/>
            </a:pPr>
            <a:r>
              <a:rPr lang="nb-NO" dirty="0"/>
              <a:t>s </a:t>
            </a:r>
            <a:r>
              <a:rPr lang="nb-NO" i="1" dirty="0"/>
              <a:t>(</a:t>
            </a:r>
            <a:r>
              <a:rPr lang="nb-NO" i="1" dirty="0" err="1"/>
              <a:t>Seasonal</a:t>
            </a:r>
            <a:r>
              <a:rPr lang="nb-NO" i="1" dirty="0"/>
              <a:t> </a:t>
            </a:r>
            <a:r>
              <a:rPr lang="nb-NO" i="1" dirty="0" err="1"/>
              <a:t>period</a:t>
            </a:r>
            <a:r>
              <a:rPr lang="nb-NO" i="1" dirty="0"/>
              <a:t>): </a:t>
            </a:r>
            <a:r>
              <a:rPr lang="nb-NO" dirty="0"/>
              <a:t>Antall observasjoner i løpet av én full sesong-syklus.</a:t>
            </a:r>
          </a:p>
          <a:p>
            <a:pPr marL="285750" indent="-285750">
              <a:buFont typeface="Arial" panose="020B0604020202020204" pitchFamily="34" charset="0"/>
              <a:buChar char="•"/>
            </a:pPr>
            <a:r>
              <a:rPr lang="nb-NO" dirty="0"/>
              <a:t>P </a:t>
            </a:r>
            <a:r>
              <a:rPr lang="nb-NO" i="1" dirty="0"/>
              <a:t>(</a:t>
            </a:r>
            <a:r>
              <a:rPr lang="nb-NO" i="1" dirty="0" err="1"/>
              <a:t>Seasonal</a:t>
            </a:r>
            <a:r>
              <a:rPr lang="nb-NO" i="1" dirty="0"/>
              <a:t> </a:t>
            </a:r>
            <a:r>
              <a:rPr lang="nb-NO" i="1" dirty="0" err="1"/>
              <a:t>autoregressive</a:t>
            </a:r>
            <a:r>
              <a:rPr lang="nb-NO" i="1" dirty="0"/>
              <a:t> order): </a:t>
            </a:r>
            <a:r>
              <a:rPr lang="nb-NO" dirty="0"/>
              <a:t>Antall sesong-lag (steg av lengde) som brukes for å predikere neste verdi.</a:t>
            </a:r>
          </a:p>
          <a:p>
            <a:pPr marL="285750" indent="-285750">
              <a:buFont typeface="Arial" panose="020B0604020202020204" pitchFamily="34" charset="0"/>
              <a:buChar char="•"/>
            </a:pPr>
            <a:r>
              <a:rPr lang="nb-NO" dirty="0"/>
              <a:t>D </a:t>
            </a:r>
            <a:r>
              <a:rPr lang="nb-NO" i="1" dirty="0"/>
              <a:t>(</a:t>
            </a:r>
            <a:r>
              <a:rPr lang="nb-NO" i="1" dirty="0" err="1"/>
              <a:t>Seasonal</a:t>
            </a:r>
            <a:r>
              <a:rPr lang="nb-NO" i="1" dirty="0"/>
              <a:t> </a:t>
            </a:r>
            <a:r>
              <a:rPr lang="nb-NO" i="1" dirty="0" err="1"/>
              <a:t>differencing</a:t>
            </a:r>
            <a:r>
              <a:rPr lang="nb-NO" i="1" dirty="0"/>
              <a:t> order): </a:t>
            </a:r>
            <a:r>
              <a:rPr lang="nb-NO" dirty="0"/>
              <a:t>Antall ganger man må trekke verdien fra forrige sesong fra nåværende</a:t>
            </a:r>
          </a:p>
          <a:p>
            <a:r>
              <a:rPr lang="nb-NO" dirty="0"/>
              <a:t>	verdi for å fjerne sesongvariasjoner.</a:t>
            </a:r>
          </a:p>
          <a:p>
            <a:pPr marL="285750" indent="-285750">
              <a:buFont typeface="Arial" panose="020B0604020202020204" pitchFamily="34" charset="0"/>
              <a:buChar char="•"/>
            </a:pPr>
            <a:r>
              <a:rPr lang="nb-NO" dirty="0"/>
              <a:t>Q </a:t>
            </a:r>
            <a:r>
              <a:rPr lang="nb-NO" i="1" dirty="0"/>
              <a:t>(</a:t>
            </a:r>
            <a:r>
              <a:rPr lang="nb-NO" i="1" dirty="0" err="1"/>
              <a:t>Seasonal</a:t>
            </a:r>
            <a:r>
              <a:rPr lang="nb-NO" i="1" dirty="0"/>
              <a:t> </a:t>
            </a:r>
            <a:r>
              <a:rPr lang="nb-NO" i="1" dirty="0" err="1"/>
              <a:t>moving</a:t>
            </a:r>
            <a:r>
              <a:rPr lang="nb-NO" i="1" dirty="0"/>
              <a:t> </a:t>
            </a:r>
            <a:r>
              <a:rPr lang="nb-NO" i="1" dirty="0" err="1"/>
              <a:t>average</a:t>
            </a:r>
            <a:r>
              <a:rPr lang="nb-NO" i="1" dirty="0"/>
              <a:t> order): </a:t>
            </a:r>
            <a:r>
              <a:rPr lang="nb-NO" dirty="0"/>
              <a:t>Antall tidligere sesongbaserte prognosefeil som inkluderes i modellen. </a:t>
            </a:r>
          </a:p>
          <a:p>
            <a:r>
              <a:rPr lang="nb-NO" dirty="0"/>
              <a:t>	Den ser på hvor mye modellen bommet ved forrige sesongtopp/-bunn</a:t>
            </a:r>
            <a:endParaRPr lang="en-US" dirty="0"/>
          </a:p>
        </p:txBody>
      </p:sp>
      <p:pic>
        <p:nvPicPr>
          <p:cNvPr id="7" name="Picture 6">
            <a:extLst>
              <a:ext uri="{FF2B5EF4-FFF2-40B4-BE49-F238E27FC236}">
                <a16:creationId xmlns:a16="http://schemas.microsoft.com/office/drawing/2014/main" id="{D3C0D064-0AFB-632B-3662-BF325EDB9E8D}"/>
              </a:ext>
            </a:extLst>
          </p:cNvPr>
          <p:cNvPicPr>
            <a:picLocks noChangeAspect="1"/>
          </p:cNvPicPr>
          <p:nvPr/>
        </p:nvPicPr>
        <p:blipFill>
          <a:blip r:embed="rId2"/>
          <a:stretch>
            <a:fillRect/>
          </a:stretch>
        </p:blipFill>
        <p:spPr>
          <a:xfrm>
            <a:off x="968575" y="5076125"/>
            <a:ext cx="5273497" cy="1493649"/>
          </a:xfrm>
          <a:prstGeom prst="rect">
            <a:avLst/>
          </a:prstGeom>
        </p:spPr>
      </p:pic>
    </p:spTree>
    <p:extLst>
      <p:ext uri="{BB962C8B-B14F-4D97-AF65-F5344CB8AC3E}">
        <p14:creationId xmlns:p14="http://schemas.microsoft.com/office/powerpoint/2010/main" val="2253786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AB235DD-E2DC-F48E-A9F4-E149E59F3A9B}"/>
              </a:ext>
            </a:extLst>
          </p:cNvPr>
          <p:cNvSpPr txBox="1"/>
          <p:nvPr/>
        </p:nvSpPr>
        <p:spPr>
          <a:xfrm>
            <a:off x="977900" y="1629539"/>
            <a:ext cx="9436100" cy="2031325"/>
          </a:xfrm>
          <a:prstGeom prst="rect">
            <a:avLst/>
          </a:prstGeom>
          <a:noFill/>
        </p:spPr>
        <p:txBody>
          <a:bodyPr wrap="square">
            <a:spAutoFit/>
          </a:bodyPr>
          <a:lstStyle/>
          <a:p>
            <a:r>
              <a:rPr lang="en-US" b="1" dirty="0">
                <a:solidFill>
                  <a:schemeClr val="bg2"/>
                </a:solidFill>
              </a:rPr>
              <a:t>LSTM networks (long-short-term-memory) </a:t>
            </a:r>
            <a:r>
              <a:rPr lang="en-US" dirty="0">
                <a:solidFill>
                  <a:schemeClr val="bg2"/>
                </a:solidFill>
              </a:rPr>
              <a:t>are a specialized type of Recurrent Neural Network (RNN) designed to learn, process, and classify sequential data by overcoming the vanishing gradient problem. By using a, sophisticated unit structure with input, forget, and output gates, LSTMs efficiently retain long-term dependencies in data</a:t>
            </a:r>
          </a:p>
          <a:p>
            <a:endParaRPr lang="en-US" dirty="0">
              <a:solidFill>
                <a:schemeClr val="bg2"/>
              </a:solidFill>
            </a:endParaRPr>
          </a:p>
          <a:p>
            <a:endParaRPr lang="en-US" dirty="0">
              <a:solidFill>
                <a:schemeClr val="bg2"/>
              </a:solidFill>
            </a:endParaRPr>
          </a:p>
        </p:txBody>
      </p:sp>
      <p:sp>
        <p:nvSpPr>
          <p:cNvPr id="8" name="TextBox 7">
            <a:extLst>
              <a:ext uri="{FF2B5EF4-FFF2-40B4-BE49-F238E27FC236}">
                <a16:creationId xmlns:a16="http://schemas.microsoft.com/office/drawing/2014/main" id="{4EE1D3E2-65E3-6891-C6E7-A087AD7BC050}"/>
              </a:ext>
            </a:extLst>
          </p:cNvPr>
          <p:cNvSpPr txBox="1"/>
          <p:nvPr/>
        </p:nvSpPr>
        <p:spPr>
          <a:xfrm>
            <a:off x="920750" y="596384"/>
            <a:ext cx="8578850" cy="707886"/>
          </a:xfrm>
          <a:prstGeom prst="rect">
            <a:avLst/>
          </a:prstGeom>
          <a:noFill/>
        </p:spPr>
        <p:txBody>
          <a:bodyPr wrap="square">
            <a:spAutoFit/>
          </a:bodyPr>
          <a:lstStyle/>
          <a:p>
            <a:r>
              <a:rPr lang="nb-NO" sz="4000" b="1" cap="all" dirty="0">
                <a:solidFill>
                  <a:schemeClr val="bg2"/>
                </a:solidFill>
                <a:latin typeface="Inter" panose="020B0502030000000004" pitchFamily="34" charset="0"/>
                <a:ea typeface="Inter" panose="020B0502030000000004" pitchFamily="34" charset="0"/>
                <a:cs typeface="+mj-cs"/>
              </a:rPr>
              <a:t>Alternative modeller (2/2)</a:t>
            </a:r>
            <a:endParaRPr lang="en-US" sz="4000" b="1" cap="all" dirty="0">
              <a:solidFill>
                <a:schemeClr val="bg2"/>
              </a:solidFill>
              <a:latin typeface="Inter" panose="020B0502030000000004" pitchFamily="34" charset="0"/>
              <a:ea typeface="Inter" panose="020B0502030000000004" pitchFamily="34" charset="0"/>
              <a:cs typeface="+mj-cs"/>
            </a:endParaRPr>
          </a:p>
        </p:txBody>
      </p:sp>
      <p:pic>
        <p:nvPicPr>
          <p:cNvPr id="10" name="Picture 9">
            <a:extLst>
              <a:ext uri="{FF2B5EF4-FFF2-40B4-BE49-F238E27FC236}">
                <a16:creationId xmlns:a16="http://schemas.microsoft.com/office/drawing/2014/main" id="{1CB947F5-6FB7-DF73-2940-EC3AAC7D15A9}"/>
              </a:ext>
            </a:extLst>
          </p:cNvPr>
          <p:cNvPicPr>
            <a:picLocks noChangeAspect="1"/>
          </p:cNvPicPr>
          <p:nvPr/>
        </p:nvPicPr>
        <p:blipFill>
          <a:blip r:embed="rId2"/>
          <a:stretch>
            <a:fillRect/>
          </a:stretch>
        </p:blipFill>
        <p:spPr>
          <a:xfrm>
            <a:off x="1104900" y="3619500"/>
            <a:ext cx="4991100" cy="2495550"/>
          </a:xfrm>
          <a:prstGeom prst="rect">
            <a:avLst/>
          </a:prstGeom>
        </p:spPr>
      </p:pic>
    </p:spTree>
    <p:extLst>
      <p:ext uri="{BB962C8B-B14F-4D97-AF65-F5344CB8AC3E}">
        <p14:creationId xmlns:p14="http://schemas.microsoft.com/office/powerpoint/2010/main" val="2235094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32C4D3B-3758-717A-27C9-B2D54F995C89}"/>
              </a:ext>
            </a:extLst>
          </p:cNvPr>
          <p:cNvPicPr>
            <a:picLocks noChangeAspect="1"/>
          </p:cNvPicPr>
          <p:nvPr/>
        </p:nvPicPr>
        <p:blipFill>
          <a:blip r:embed="rId2"/>
          <a:stretch>
            <a:fillRect/>
          </a:stretch>
        </p:blipFill>
        <p:spPr>
          <a:xfrm>
            <a:off x="1186099" y="1739901"/>
            <a:ext cx="7790294" cy="3762016"/>
          </a:xfrm>
          <a:prstGeom prst="rect">
            <a:avLst/>
          </a:prstGeom>
        </p:spPr>
      </p:pic>
      <p:sp>
        <p:nvSpPr>
          <p:cNvPr id="8" name="TextBox 7">
            <a:extLst>
              <a:ext uri="{FF2B5EF4-FFF2-40B4-BE49-F238E27FC236}">
                <a16:creationId xmlns:a16="http://schemas.microsoft.com/office/drawing/2014/main" id="{A21DEB99-B779-DC82-579B-57DBC2C02775}"/>
              </a:ext>
            </a:extLst>
          </p:cNvPr>
          <p:cNvSpPr txBox="1"/>
          <p:nvPr/>
        </p:nvSpPr>
        <p:spPr>
          <a:xfrm>
            <a:off x="1084755" y="614791"/>
            <a:ext cx="8144860" cy="707886"/>
          </a:xfrm>
          <a:prstGeom prst="rect">
            <a:avLst/>
          </a:prstGeom>
          <a:noFill/>
        </p:spPr>
        <p:txBody>
          <a:bodyPr wrap="square">
            <a:spAutoFit/>
          </a:bodyPr>
          <a:lstStyle/>
          <a:p>
            <a:r>
              <a:rPr lang="nb-NO" sz="4000" b="1" cap="all" dirty="0">
                <a:solidFill>
                  <a:schemeClr val="bg2"/>
                </a:solidFill>
                <a:latin typeface="Inter" panose="020B0502030000000004" pitchFamily="34" charset="0"/>
                <a:ea typeface="Inter" panose="020B0502030000000004" pitchFamily="34" charset="0"/>
                <a:cs typeface="+mj-cs"/>
              </a:rPr>
              <a:t>SARIMA</a:t>
            </a:r>
            <a:endParaRPr lang="en-US" sz="4000" b="1" cap="all" dirty="0">
              <a:solidFill>
                <a:schemeClr val="bg2"/>
              </a:solidFill>
              <a:latin typeface="Inter" panose="020B0502030000000004" pitchFamily="34" charset="0"/>
              <a:ea typeface="Inter" panose="020B0502030000000004" pitchFamily="34" charset="0"/>
              <a:cs typeface="+mj-cs"/>
            </a:endParaRPr>
          </a:p>
        </p:txBody>
      </p:sp>
    </p:spTree>
    <p:extLst>
      <p:ext uri="{BB962C8B-B14F-4D97-AF65-F5344CB8AC3E}">
        <p14:creationId xmlns:p14="http://schemas.microsoft.com/office/powerpoint/2010/main" val="3364452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4EA356A-8CA6-E5AD-45EC-2486750A9DAE}"/>
              </a:ext>
            </a:extLst>
          </p:cNvPr>
          <p:cNvSpPr txBox="1"/>
          <p:nvPr/>
        </p:nvSpPr>
        <p:spPr>
          <a:xfrm>
            <a:off x="1164502" y="754696"/>
            <a:ext cx="6097314" cy="707886"/>
          </a:xfrm>
          <a:prstGeom prst="rect">
            <a:avLst/>
          </a:prstGeom>
          <a:noFill/>
        </p:spPr>
        <p:txBody>
          <a:bodyPr wrap="square">
            <a:spAutoFit/>
          </a:bodyPr>
          <a:lstStyle/>
          <a:p>
            <a:r>
              <a:rPr lang="en-US" sz="4000" b="1" cap="all" dirty="0">
                <a:solidFill>
                  <a:schemeClr val="bg2"/>
                </a:solidFill>
                <a:latin typeface="Inter" panose="020B0502030000000004" pitchFamily="34" charset="0"/>
                <a:ea typeface="Inter" panose="020B0502030000000004" pitchFamily="34" charset="0"/>
                <a:cs typeface="+mj-cs"/>
              </a:rPr>
              <a:t>LTSM</a:t>
            </a:r>
          </a:p>
        </p:txBody>
      </p:sp>
      <p:pic>
        <p:nvPicPr>
          <p:cNvPr id="10" name="Picture 9">
            <a:extLst>
              <a:ext uri="{FF2B5EF4-FFF2-40B4-BE49-F238E27FC236}">
                <a16:creationId xmlns:a16="http://schemas.microsoft.com/office/drawing/2014/main" id="{A559B8BD-2858-C615-3E52-7FB3002EED3E}"/>
              </a:ext>
            </a:extLst>
          </p:cNvPr>
          <p:cNvPicPr>
            <a:picLocks noChangeAspect="1"/>
          </p:cNvPicPr>
          <p:nvPr/>
        </p:nvPicPr>
        <p:blipFill>
          <a:blip r:embed="rId2"/>
          <a:stretch>
            <a:fillRect/>
          </a:stretch>
        </p:blipFill>
        <p:spPr>
          <a:xfrm>
            <a:off x="1164502" y="1645782"/>
            <a:ext cx="8383811" cy="3829188"/>
          </a:xfrm>
          <a:prstGeom prst="rect">
            <a:avLst/>
          </a:prstGeom>
        </p:spPr>
      </p:pic>
    </p:spTree>
    <p:extLst>
      <p:ext uri="{BB962C8B-B14F-4D97-AF65-F5344CB8AC3E}">
        <p14:creationId xmlns:p14="http://schemas.microsoft.com/office/powerpoint/2010/main" val="9270318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C4C320-632B-5130-63CB-71B78B6D0834}"/>
              </a:ext>
            </a:extLst>
          </p:cNvPr>
          <p:cNvSpPr txBox="1"/>
          <p:nvPr/>
        </p:nvSpPr>
        <p:spPr>
          <a:xfrm>
            <a:off x="626690" y="576729"/>
            <a:ext cx="6096000" cy="646331"/>
          </a:xfrm>
          <a:prstGeom prst="rect">
            <a:avLst/>
          </a:prstGeom>
          <a:noFill/>
        </p:spPr>
        <p:txBody>
          <a:bodyPr wrap="square">
            <a:spAutoFit/>
          </a:bodyPr>
          <a:lstStyle/>
          <a:p>
            <a:r>
              <a:rPr lang="nb-NO" sz="3600" b="1" dirty="0">
                <a:solidFill>
                  <a:schemeClr val="bg2"/>
                </a:solidFill>
                <a:latin typeface="Inter" panose="020B0502030000000004" pitchFamily="34" charset="0"/>
                <a:ea typeface="Inter" panose="020B0502030000000004" pitchFamily="34" charset="0"/>
                <a:cs typeface="+mj-cs"/>
              </a:rPr>
              <a:t>Konkurranse!</a:t>
            </a:r>
            <a:endParaRPr lang="en-US" sz="3600" b="1" dirty="0">
              <a:solidFill>
                <a:schemeClr val="bg2"/>
              </a:solidFill>
              <a:latin typeface="Inter" panose="020B0502030000000004" pitchFamily="34" charset="0"/>
              <a:ea typeface="Inter" panose="020B0502030000000004" pitchFamily="34" charset="0"/>
              <a:cs typeface="+mj-cs"/>
            </a:endParaRPr>
          </a:p>
        </p:txBody>
      </p:sp>
      <p:sp>
        <p:nvSpPr>
          <p:cNvPr id="2" name="TextBox 1">
            <a:extLst>
              <a:ext uri="{FF2B5EF4-FFF2-40B4-BE49-F238E27FC236}">
                <a16:creationId xmlns:a16="http://schemas.microsoft.com/office/drawing/2014/main" id="{A49629E5-C000-CB7F-62EB-984B130483A2}"/>
              </a:ext>
            </a:extLst>
          </p:cNvPr>
          <p:cNvSpPr txBox="1"/>
          <p:nvPr/>
        </p:nvSpPr>
        <p:spPr>
          <a:xfrm>
            <a:off x="726938" y="1389144"/>
            <a:ext cx="6540500" cy="2405410"/>
          </a:xfrm>
          <a:prstGeom prst="rect">
            <a:avLst/>
          </a:prstGeom>
          <a:noFill/>
        </p:spPr>
        <p:txBody>
          <a:bodyPr wrap="none" lIns="0" tIns="0" rIns="0" bIns="0" rtlCol="0">
            <a:noAutofit/>
          </a:bodyPr>
          <a:lstStyle/>
          <a:p>
            <a:pPr marL="285750" indent="-285750">
              <a:buFont typeface="Arial" panose="020B0604020202020204" pitchFamily="34" charset="0"/>
              <a:buChar char="•"/>
            </a:pPr>
            <a:r>
              <a:rPr lang="nb-NO" sz="1600" dirty="0">
                <a:solidFill>
                  <a:schemeClr val="bg2"/>
                </a:solidFill>
              </a:rPr>
              <a:t>Bygg din egen (Prophet-)modell!</a:t>
            </a:r>
          </a:p>
          <a:p>
            <a:pPr marL="742950" lvl="1" indent="-285750">
              <a:buFont typeface="Arial" panose="020B0604020202020204" pitchFamily="34" charset="0"/>
              <a:buChar char="•"/>
            </a:pPr>
            <a:r>
              <a:rPr lang="nb-NO" sz="1600" dirty="0">
                <a:solidFill>
                  <a:schemeClr val="bg2"/>
                </a:solidFill>
              </a:rPr>
              <a:t>Ta gjerne utgangspunkt i </a:t>
            </a:r>
            <a:r>
              <a:rPr lang="nb-NO" sz="1600" dirty="0" err="1">
                <a:solidFill>
                  <a:schemeClr val="bg2"/>
                </a:solidFill>
              </a:rPr>
              <a:t>notebooken</a:t>
            </a:r>
            <a:r>
              <a:rPr lang="nb-NO" sz="1600" dirty="0">
                <a:solidFill>
                  <a:schemeClr val="bg2"/>
                </a:solidFill>
              </a:rPr>
              <a:t> "</a:t>
            </a:r>
            <a:r>
              <a:rPr lang="nb-NO" sz="1600" dirty="0" err="1">
                <a:solidFill>
                  <a:schemeClr val="bg2"/>
                </a:solidFill>
              </a:rPr>
              <a:t>prophet_starter</a:t>
            </a:r>
            <a:r>
              <a:rPr lang="nb-NO" sz="1600" dirty="0">
                <a:solidFill>
                  <a:schemeClr val="bg2"/>
                </a:solidFill>
              </a:rPr>
              <a:t>":  </a:t>
            </a:r>
          </a:p>
          <a:p>
            <a:pPr marL="742950" lvl="1" indent="-285750">
              <a:buFont typeface="Arial" panose="020B0604020202020204" pitchFamily="34" charset="0"/>
              <a:buChar char="•"/>
            </a:pPr>
            <a:r>
              <a:rPr lang="nb-NO" sz="1600" dirty="0">
                <a:solidFill>
                  <a:schemeClr val="bg2"/>
                </a:solidFill>
              </a:rPr>
              <a:t>last opp prediksjonen på </a:t>
            </a:r>
            <a:r>
              <a:rPr lang="nb-NO" sz="1600" dirty="0" err="1">
                <a:solidFill>
                  <a:schemeClr val="bg2"/>
                </a:solidFill>
              </a:rPr>
              <a:t>streamlit</a:t>
            </a:r>
            <a:r>
              <a:rPr lang="nb-NO" sz="1600" dirty="0">
                <a:solidFill>
                  <a:schemeClr val="bg2"/>
                </a:solidFill>
              </a:rPr>
              <a:t>-app</a:t>
            </a:r>
          </a:p>
          <a:p>
            <a:pPr marL="742950" lvl="1" indent="-285750">
              <a:buFont typeface="Arial" panose="020B0604020202020204" pitchFamily="34" charset="0"/>
              <a:buChar char="•"/>
            </a:pPr>
            <a:r>
              <a:rPr lang="nb-NO" sz="1600" dirty="0">
                <a:solidFill>
                  <a:schemeClr val="bg2"/>
                </a:solidFill>
              </a:rPr>
              <a:t>fila må inneholde to </a:t>
            </a:r>
            <a:r>
              <a:rPr lang="nb-NO" sz="1600" dirty="0" err="1">
                <a:solidFill>
                  <a:schemeClr val="bg2"/>
                </a:solidFill>
              </a:rPr>
              <a:t>kollonner</a:t>
            </a:r>
            <a:r>
              <a:rPr lang="nb-NO" sz="1600" dirty="0">
                <a:solidFill>
                  <a:schemeClr val="bg2"/>
                </a:solidFill>
              </a:rPr>
              <a:t>: </a:t>
            </a:r>
            <a:r>
              <a:rPr lang="nb-NO" sz="1600" dirty="0" err="1">
                <a:solidFill>
                  <a:schemeClr val="bg2"/>
                </a:solidFill>
              </a:rPr>
              <a:t>ds</a:t>
            </a:r>
            <a:r>
              <a:rPr lang="nb-NO" sz="1600" dirty="0">
                <a:solidFill>
                  <a:schemeClr val="bg2"/>
                </a:solidFill>
              </a:rPr>
              <a:t> og </a:t>
            </a:r>
            <a:r>
              <a:rPr lang="nb-NO" sz="1600" dirty="0" err="1">
                <a:solidFill>
                  <a:schemeClr val="bg2"/>
                </a:solidFill>
              </a:rPr>
              <a:t>yhat</a:t>
            </a:r>
            <a:r>
              <a:rPr lang="nb-NO" sz="1600" dirty="0">
                <a:solidFill>
                  <a:schemeClr val="bg2"/>
                </a:solidFill>
              </a:rPr>
              <a:t>,</a:t>
            </a:r>
          </a:p>
          <a:p>
            <a:pPr lvl="2"/>
            <a:r>
              <a:rPr lang="nb-NO" sz="1600" dirty="0">
                <a:solidFill>
                  <a:schemeClr val="bg2"/>
                </a:solidFill>
              </a:rPr>
              <a:t>separert med komma</a:t>
            </a:r>
          </a:p>
          <a:p>
            <a:pPr marL="742950" lvl="1" indent="-285750">
              <a:buFont typeface="Arial" panose="020B0604020202020204" pitchFamily="34" charset="0"/>
              <a:buChar char="•"/>
            </a:pPr>
            <a:r>
              <a:rPr lang="nb-NO" sz="1600" dirty="0" err="1">
                <a:solidFill>
                  <a:schemeClr val="bg2"/>
                </a:solidFill>
              </a:rPr>
              <a:t>ds</a:t>
            </a:r>
            <a:r>
              <a:rPr lang="nb-NO" sz="1600" dirty="0">
                <a:solidFill>
                  <a:schemeClr val="bg2"/>
                </a:solidFill>
              </a:rPr>
              <a:t> må </a:t>
            </a:r>
            <a:r>
              <a:rPr lang="nb-NO" sz="1600" dirty="0" err="1">
                <a:solidFill>
                  <a:schemeClr val="bg2"/>
                </a:solidFill>
              </a:rPr>
              <a:t>innholde</a:t>
            </a:r>
            <a:r>
              <a:rPr lang="nb-NO" sz="1600" dirty="0">
                <a:solidFill>
                  <a:schemeClr val="bg2"/>
                </a:solidFill>
              </a:rPr>
              <a:t> </a:t>
            </a:r>
            <a:r>
              <a:rPr lang="nb-NO" sz="1600" dirty="0" err="1">
                <a:solidFill>
                  <a:schemeClr val="bg2"/>
                </a:solidFill>
              </a:rPr>
              <a:t>tidstempel</a:t>
            </a:r>
            <a:r>
              <a:rPr lang="nb-NO" sz="1600" dirty="0">
                <a:solidFill>
                  <a:schemeClr val="bg2"/>
                </a:solidFill>
              </a:rPr>
              <a:t> fra 2025-05-01 03:00:00 </a:t>
            </a:r>
          </a:p>
          <a:p>
            <a:pPr lvl="1"/>
            <a:r>
              <a:rPr lang="nb-NO" sz="1600" dirty="0">
                <a:solidFill>
                  <a:schemeClr val="bg2"/>
                </a:solidFill>
              </a:rPr>
              <a:t>til 2025-09-30 21:00:00 </a:t>
            </a:r>
            <a:r>
              <a:rPr lang="en-US" sz="1600" dirty="0">
                <a:solidFill>
                  <a:schemeClr val="bg2"/>
                </a:solidFill>
              </a:rPr>
              <a:t>(3-timers interval) </a:t>
            </a:r>
            <a:endParaRPr lang="nb-NO" sz="1600" dirty="0">
              <a:solidFill>
                <a:schemeClr val="bg2"/>
              </a:solidFill>
            </a:endParaRPr>
          </a:p>
          <a:p>
            <a:endParaRPr lang="en-US" sz="1600" dirty="0">
              <a:solidFill>
                <a:schemeClr val="bg2"/>
              </a:solidFill>
            </a:endParaRPr>
          </a:p>
          <a:p>
            <a:r>
              <a:rPr lang="en-US" sz="1600" dirty="0">
                <a:solidFill>
                  <a:schemeClr val="bg2"/>
                </a:solidFill>
              </a:rPr>
              <a:t>Lever inn submission_{navn}.csv </a:t>
            </a:r>
            <a:r>
              <a:rPr lang="en-US" sz="1600" dirty="0" err="1">
                <a:solidFill>
                  <a:schemeClr val="bg2"/>
                </a:solidFill>
              </a:rPr>
              <a:t>i</a:t>
            </a:r>
            <a:r>
              <a:rPr lang="en-US" sz="1600" dirty="0">
                <a:solidFill>
                  <a:schemeClr val="bg2"/>
                </a:solidFill>
              </a:rPr>
              <a:t> </a:t>
            </a:r>
            <a:r>
              <a:rPr lang="en-US" sz="1600" dirty="0" err="1">
                <a:solidFill>
                  <a:schemeClr val="bg2"/>
                </a:solidFill>
              </a:rPr>
              <a:t>streamlit</a:t>
            </a:r>
            <a:r>
              <a:rPr lang="en-US" sz="1600" dirty="0">
                <a:solidFill>
                  <a:schemeClr val="bg2"/>
                </a:solidFill>
              </a:rPr>
              <a:t>-automat:</a:t>
            </a:r>
            <a:br>
              <a:rPr lang="en-US" sz="1600" dirty="0">
                <a:solidFill>
                  <a:schemeClr val="bg2"/>
                </a:solidFill>
              </a:rPr>
            </a:br>
            <a:r>
              <a:rPr lang="en-US" sz="1600" dirty="0">
                <a:solidFill>
                  <a:schemeClr val="bg2"/>
                </a:solidFill>
              </a:rPr>
              <a:t>https://sykkelprofet-konkurranse.streamlit.app/ </a:t>
            </a:r>
          </a:p>
          <a:p>
            <a:endParaRPr lang="en-US" sz="1600" dirty="0">
              <a:solidFill>
                <a:schemeClr val="bg2"/>
              </a:solidFill>
            </a:endParaRPr>
          </a:p>
          <a:p>
            <a:r>
              <a:rPr lang="en-US" sz="1600" dirty="0" err="1">
                <a:solidFill>
                  <a:schemeClr val="bg2"/>
                </a:solidFill>
              </a:rPr>
              <a:t>Laveste</a:t>
            </a:r>
            <a:r>
              <a:rPr lang="en-US" sz="1600" dirty="0">
                <a:solidFill>
                  <a:schemeClr val="bg2"/>
                </a:solidFill>
              </a:rPr>
              <a:t> RMSE (root mean squared error) </a:t>
            </a:r>
            <a:r>
              <a:rPr lang="en-US" sz="1600" dirty="0" err="1">
                <a:solidFill>
                  <a:schemeClr val="bg2"/>
                </a:solidFill>
              </a:rPr>
              <a:t>vinner</a:t>
            </a:r>
            <a:r>
              <a:rPr lang="en-US" sz="1600" dirty="0">
                <a:solidFill>
                  <a:schemeClr val="bg2"/>
                </a:solidFill>
              </a:rPr>
              <a:t>! </a:t>
            </a:r>
          </a:p>
          <a:p>
            <a:endParaRPr lang="en-US" sz="1600" dirty="0">
              <a:solidFill>
                <a:schemeClr val="bg2"/>
              </a:solidFill>
            </a:endParaRPr>
          </a:p>
          <a:p>
            <a:pPr marL="285750" indent="-285750">
              <a:buFont typeface="Arial" panose="020B0604020202020204" pitchFamily="34" charset="0"/>
              <a:buChar char="•"/>
            </a:pPr>
            <a:endParaRPr lang="en-US" sz="1600" dirty="0">
              <a:solidFill>
                <a:schemeClr val="bg2"/>
              </a:solidFill>
            </a:endParaRPr>
          </a:p>
          <a:p>
            <a:pPr marL="285750" indent="-285750">
              <a:buFont typeface="Arial" panose="020B0604020202020204" pitchFamily="34" charset="0"/>
              <a:buChar char="•"/>
            </a:pPr>
            <a:endParaRPr lang="en-US" sz="1600" dirty="0">
              <a:solidFill>
                <a:schemeClr val="bg2"/>
              </a:solidFill>
            </a:endParaRPr>
          </a:p>
        </p:txBody>
      </p:sp>
      <p:graphicFrame>
        <p:nvGraphicFramePr>
          <p:cNvPr id="3" name="Table 2">
            <a:extLst>
              <a:ext uri="{FF2B5EF4-FFF2-40B4-BE49-F238E27FC236}">
                <a16:creationId xmlns:a16="http://schemas.microsoft.com/office/drawing/2014/main" id="{D52ECF9F-4324-DC84-25B8-C4B0AA618C3C}"/>
              </a:ext>
            </a:extLst>
          </p:cNvPr>
          <p:cNvGraphicFramePr>
            <a:graphicFrameLocks noGrp="1"/>
          </p:cNvGraphicFramePr>
          <p:nvPr>
            <p:extLst>
              <p:ext uri="{D42A27DB-BD31-4B8C-83A1-F6EECF244321}">
                <p14:modId xmlns:p14="http://schemas.microsoft.com/office/powerpoint/2010/main" val="4080087256"/>
              </p:ext>
            </p:extLst>
          </p:nvPr>
        </p:nvGraphicFramePr>
        <p:xfrm>
          <a:off x="7359650" y="778531"/>
          <a:ext cx="4699000" cy="3270889"/>
        </p:xfrm>
        <a:graphic>
          <a:graphicData uri="http://schemas.openxmlformats.org/drawingml/2006/table">
            <a:tbl>
              <a:tblPr firstRow="1" bandRow="1">
                <a:tableStyleId>{5C22544A-7EE6-4342-B048-85BDC9FD1C3A}</a:tableStyleId>
              </a:tblPr>
              <a:tblGrid>
                <a:gridCol w="1620565">
                  <a:extLst>
                    <a:ext uri="{9D8B030D-6E8A-4147-A177-3AD203B41FA5}">
                      <a16:colId xmlns:a16="http://schemas.microsoft.com/office/drawing/2014/main" val="1164669320"/>
                    </a:ext>
                  </a:extLst>
                </a:gridCol>
                <a:gridCol w="3078435">
                  <a:extLst>
                    <a:ext uri="{9D8B030D-6E8A-4147-A177-3AD203B41FA5}">
                      <a16:colId xmlns:a16="http://schemas.microsoft.com/office/drawing/2014/main" val="4094365016"/>
                    </a:ext>
                  </a:extLst>
                </a:gridCol>
              </a:tblGrid>
              <a:tr h="223042">
                <a:tc>
                  <a:txBody>
                    <a:bodyPr/>
                    <a:lstStyle/>
                    <a:p>
                      <a:r>
                        <a:rPr lang="en-US" sz="1050" dirty="0" err="1"/>
                        <a:t>Kolonne</a:t>
                      </a:r>
                      <a:endParaRPr lang="en-US" sz="1050" dirty="0"/>
                    </a:p>
                  </a:txBody>
                  <a:tcPr/>
                </a:tc>
                <a:tc>
                  <a:txBody>
                    <a:bodyPr/>
                    <a:lstStyle/>
                    <a:p>
                      <a:r>
                        <a:rPr lang="en-US" sz="1050" dirty="0" err="1"/>
                        <a:t>Beskrivelse</a:t>
                      </a:r>
                      <a:endParaRPr lang="en-US" sz="1050" dirty="0"/>
                    </a:p>
                  </a:txBody>
                  <a:tcPr/>
                </a:tc>
                <a:extLst>
                  <a:ext uri="{0D108BD9-81ED-4DB2-BD59-A6C34878D82A}">
                    <a16:rowId xmlns:a16="http://schemas.microsoft.com/office/drawing/2014/main" val="4214624223"/>
                  </a:ext>
                </a:extLst>
              </a:tr>
              <a:tr h="223042">
                <a:tc>
                  <a:txBody>
                    <a:bodyPr/>
                    <a:lstStyle/>
                    <a:p>
                      <a:r>
                        <a:rPr lang="en-US" sz="1050" dirty="0"/>
                        <a:t>ds</a:t>
                      </a:r>
                    </a:p>
                  </a:txBody>
                  <a:tcPr/>
                </a:tc>
                <a:tc>
                  <a:txBody>
                    <a:bodyPr/>
                    <a:lstStyle/>
                    <a:p>
                      <a:r>
                        <a:rPr lang="en-US" sz="1050" dirty="0" err="1"/>
                        <a:t>Tidsstempel</a:t>
                      </a:r>
                      <a:r>
                        <a:rPr lang="en-US" sz="1050" dirty="0"/>
                        <a:t> (</a:t>
                      </a:r>
                      <a:r>
                        <a:rPr lang="en-US" sz="1050" dirty="0" err="1"/>
                        <a:t>hver</a:t>
                      </a:r>
                      <a:r>
                        <a:rPr lang="en-US" sz="1050" dirty="0"/>
                        <a:t> 3. time)</a:t>
                      </a:r>
                    </a:p>
                  </a:txBody>
                  <a:tcPr/>
                </a:tc>
                <a:extLst>
                  <a:ext uri="{0D108BD9-81ED-4DB2-BD59-A6C34878D82A}">
                    <a16:rowId xmlns:a16="http://schemas.microsoft.com/office/drawing/2014/main" val="252824438"/>
                  </a:ext>
                </a:extLst>
              </a:tr>
              <a:tr h="223042">
                <a:tc>
                  <a:txBody>
                    <a:bodyPr/>
                    <a:lstStyle/>
                    <a:p>
                      <a:r>
                        <a:rPr lang="en-US" sz="1050" dirty="0"/>
                        <a:t>y</a:t>
                      </a:r>
                    </a:p>
                  </a:txBody>
                  <a:tcPr/>
                </a:tc>
                <a:tc>
                  <a:txBody>
                    <a:bodyPr/>
                    <a:lstStyle/>
                    <a:p>
                      <a:r>
                        <a:rPr lang="en-US" sz="1050" dirty="0" err="1"/>
                        <a:t>Anall</a:t>
                      </a:r>
                      <a:r>
                        <a:rPr lang="en-US" sz="1050" dirty="0"/>
                        <a:t> start </a:t>
                      </a:r>
                      <a:r>
                        <a:rPr lang="en-US" sz="1050" dirty="0" err="1"/>
                        <a:t>i</a:t>
                      </a:r>
                      <a:r>
                        <a:rPr lang="en-US" sz="1050" dirty="0"/>
                        <a:t> </a:t>
                      </a:r>
                      <a:r>
                        <a:rPr lang="en-US" sz="1050" dirty="0" err="1"/>
                        <a:t>tidsperiode</a:t>
                      </a:r>
                      <a:endParaRPr lang="en-US" sz="1050" dirty="0"/>
                    </a:p>
                  </a:txBody>
                  <a:tcPr/>
                </a:tc>
                <a:extLst>
                  <a:ext uri="{0D108BD9-81ED-4DB2-BD59-A6C34878D82A}">
                    <a16:rowId xmlns:a16="http://schemas.microsoft.com/office/drawing/2014/main" val="2120775217"/>
                  </a:ext>
                </a:extLst>
              </a:tr>
              <a:tr h="223042">
                <a:tc>
                  <a:txBody>
                    <a:bodyPr/>
                    <a:lstStyle/>
                    <a:p>
                      <a:r>
                        <a:rPr lang="en-US" sz="1050" dirty="0"/>
                        <a:t>hour</a:t>
                      </a:r>
                    </a:p>
                  </a:txBody>
                  <a:tcPr/>
                </a:tc>
                <a:tc>
                  <a:txBody>
                    <a:bodyPr/>
                    <a:lstStyle/>
                    <a:p>
                      <a:r>
                        <a:rPr lang="en-US" sz="1050" dirty="0"/>
                        <a:t>0-23</a:t>
                      </a:r>
                    </a:p>
                  </a:txBody>
                  <a:tcPr/>
                </a:tc>
                <a:extLst>
                  <a:ext uri="{0D108BD9-81ED-4DB2-BD59-A6C34878D82A}">
                    <a16:rowId xmlns:a16="http://schemas.microsoft.com/office/drawing/2014/main" val="4104635797"/>
                  </a:ext>
                </a:extLst>
              </a:tr>
              <a:tr h="223042">
                <a:tc>
                  <a:txBody>
                    <a:bodyPr/>
                    <a:lstStyle/>
                    <a:p>
                      <a:r>
                        <a:rPr lang="en-US" sz="1050" dirty="0"/>
                        <a:t>weekday</a:t>
                      </a:r>
                    </a:p>
                  </a:txBody>
                  <a:tcPr/>
                </a:tc>
                <a:tc>
                  <a:txBody>
                    <a:bodyPr/>
                    <a:lstStyle/>
                    <a:p>
                      <a:r>
                        <a:rPr lang="en-US" sz="1050" dirty="0"/>
                        <a:t>0 (</a:t>
                      </a:r>
                      <a:r>
                        <a:rPr lang="en-US" sz="1050" dirty="0" err="1"/>
                        <a:t>mandag</a:t>
                      </a:r>
                      <a:r>
                        <a:rPr lang="en-US" sz="1050" dirty="0"/>
                        <a:t>) – 6 (</a:t>
                      </a:r>
                      <a:r>
                        <a:rPr lang="en-US" sz="1050" dirty="0" err="1"/>
                        <a:t>søndag</a:t>
                      </a:r>
                      <a:r>
                        <a:rPr lang="en-US" sz="1050" dirty="0"/>
                        <a:t>)</a:t>
                      </a:r>
                    </a:p>
                  </a:txBody>
                  <a:tcPr/>
                </a:tc>
                <a:extLst>
                  <a:ext uri="{0D108BD9-81ED-4DB2-BD59-A6C34878D82A}">
                    <a16:rowId xmlns:a16="http://schemas.microsoft.com/office/drawing/2014/main" val="486574547"/>
                  </a:ext>
                </a:extLst>
              </a:tr>
              <a:tr h="223042">
                <a:tc>
                  <a:txBody>
                    <a:bodyPr/>
                    <a:lstStyle/>
                    <a:p>
                      <a:r>
                        <a:rPr lang="en-US" sz="1050"/>
                        <a:t>is_</a:t>
                      </a:r>
                      <a:r>
                        <a:rPr lang="en-US" sz="1050" dirty="0" err="1"/>
                        <a:t>weekend</a:t>
                      </a:r>
                      <a:endParaRPr lang="en-US" sz="1050" dirty="0"/>
                    </a:p>
                  </a:txBody>
                  <a:tcPr/>
                </a:tc>
                <a:tc>
                  <a:txBody>
                    <a:bodyPr/>
                    <a:lstStyle/>
                    <a:p>
                      <a:r>
                        <a:rPr lang="en-US" sz="1050" dirty="0" err="1"/>
                        <a:t>Indikator</a:t>
                      </a:r>
                      <a:r>
                        <a:rPr lang="en-US" sz="1050" dirty="0"/>
                        <a:t> </a:t>
                      </a:r>
                      <a:r>
                        <a:rPr lang="en-US" sz="1050" dirty="0" err="1"/>
                        <a:t>lørdag</a:t>
                      </a:r>
                      <a:r>
                        <a:rPr lang="en-US" sz="1050" dirty="0"/>
                        <a:t>/</a:t>
                      </a:r>
                      <a:r>
                        <a:rPr lang="en-US" sz="1050" dirty="0" err="1"/>
                        <a:t>søndag</a:t>
                      </a:r>
                      <a:endParaRPr lang="en-US" sz="1050" dirty="0"/>
                    </a:p>
                  </a:txBody>
                  <a:tcPr/>
                </a:tc>
                <a:extLst>
                  <a:ext uri="{0D108BD9-81ED-4DB2-BD59-A6C34878D82A}">
                    <a16:rowId xmlns:a16="http://schemas.microsoft.com/office/drawing/2014/main" val="1670266470"/>
                  </a:ext>
                </a:extLst>
              </a:tr>
              <a:tr h="223042">
                <a:tc>
                  <a:txBody>
                    <a:bodyPr/>
                    <a:lstStyle/>
                    <a:p>
                      <a:r>
                        <a:rPr lang="en-US" sz="1050" dirty="0" err="1"/>
                        <a:t>weekofyear</a:t>
                      </a:r>
                      <a:endParaRPr lang="en-US" sz="1050" dirty="0"/>
                    </a:p>
                  </a:txBody>
                  <a:tcPr/>
                </a:tc>
                <a:tc>
                  <a:txBody>
                    <a:bodyPr/>
                    <a:lstStyle/>
                    <a:p>
                      <a:r>
                        <a:rPr lang="en-US" sz="1050" dirty="0" err="1"/>
                        <a:t>Ukenummer</a:t>
                      </a:r>
                      <a:r>
                        <a:rPr lang="en-US" sz="1050" dirty="0"/>
                        <a:t> (1-52)</a:t>
                      </a:r>
                    </a:p>
                  </a:txBody>
                  <a:tcPr/>
                </a:tc>
                <a:extLst>
                  <a:ext uri="{0D108BD9-81ED-4DB2-BD59-A6C34878D82A}">
                    <a16:rowId xmlns:a16="http://schemas.microsoft.com/office/drawing/2014/main" val="4225628695"/>
                  </a:ext>
                </a:extLst>
              </a:tr>
              <a:tr h="223042">
                <a:tc>
                  <a:txBody>
                    <a:bodyPr/>
                    <a:lstStyle/>
                    <a:p>
                      <a:r>
                        <a:rPr lang="en-US" sz="1050" dirty="0"/>
                        <a:t>month</a:t>
                      </a:r>
                    </a:p>
                  </a:txBody>
                  <a:tcPr/>
                </a:tc>
                <a:tc>
                  <a:txBody>
                    <a:bodyPr/>
                    <a:lstStyle/>
                    <a:p>
                      <a:r>
                        <a:rPr lang="en-US" sz="1050" dirty="0" err="1"/>
                        <a:t>Månedstall</a:t>
                      </a:r>
                      <a:r>
                        <a:rPr lang="en-US" sz="1050" dirty="0"/>
                        <a:t> (1-12)</a:t>
                      </a:r>
                    </a:p>
                  </a:txBody>
                  <a:tcPr/>
                </a:tc>
                <a:extLst>
                  <a:ext uri="{0D108BD9-81ED-4DB2-BD59-A6C34878D82A}">
                    <a16:rowId xmlns:a16="http://schemas.microsoft.com/office/drawing/2014/main" val="984274269"/>
                  </a:ext>
                </a:extLst>
              </a:tr>
              <a:tr h="223042">
                <a:tc>
                  <a:txBody>
                    <a:bodyPr/>
                    <a:lstStyle/>
                    <a:p>
                      <a:r>
                        <a:rPr lang="en-US" sz="1050" dirty="0"/>
                        <a:t>year</a:t>
                      </a:r>
                    </a:p>
                  </a:txBody>
                  <a:tcPr/>
                </a:tc>
                <a:tc>
                  <a:txBody>
                    <a:bodyPr/>
                    <a:lstStyle/>
                    <a:p>
                      <a:r>
                        <a:rPr lang="en-US" sz="1050" dirty="0" err="1"/>
                        <a:t>Årstall</a:t>
                      </a:r>
                      <a:endParaRPr lang="en-US" sz="1050" dirty="0"/>
                    </a:p>
                  </a:txBody>
                  <a:tcPr/>
                </a:tc>
                <a:extLst>
                  <a:ext uri="{0D108BD9-81ED-4DB2-BD59-A6C34878D82A}">
                    <a16:rowId xmlns:a16="http://schemas.microsoft.com/office/drawing/2014/main" val="1741443088"/>
                  </a:ext>
                </a:extLst>
              </a:tr>
              <a:tr h="223042">
                <a:tc>
                  <a:txBody>
                    <a:bodyPr/>
                    <a:lstStyle/>
                    <a:p>
                      <a:r>
                        <a:rPr lang="en-US" sz="1050" dirty="0" err="1"/>
                        <a:t>is_winter</a:t>
                      </a:r>
                      <a:endParaRPr lang="en-US" sz="1050" dirty="0"/>
                    </a:p>
                  </a:txBody>
                  <a:tcPr/>
                </a:tc>
                <a:tc>
                  <a:txBody>
                    <a:bodyPr/>
                    <a:lstStyle/>
                    <a:p>
                      <a:r>
                        <a:rPr lang="en-US" sz="1050" dirty="0" err="1"/>
                        <a:t>Indikator</a:t>
                      </a:r>
                      <a:r>
                        <a:rPr lang="en-US" sz="1050" dirty="0"/>
                        <a:t> (November-&gt;mars)</a:t>
                      </a:r>
                    </a:p>
                  </a:txBody>
                  <a:tcPr/>
                </a:tc>
                <a:extLst>
                  <a:ext uri="{0D108BD9-81ED-4DB2-BD59-A6C34878D82A}">
                    <a16:rowId xmlns:a16="http://schemas.microsoft.com/office/drawing/2014/main" val="3088344771"/>
                  </a:ext>
                </a:extLst>
              </a:tr>
              <a:tr h="223042">
                <a:tc>
                  <a:txBody>
                    <a:bodyPr/>
                    <a:lstStyle/>
                    <a:p>
                      <a:r>
                        <a:rPr lang="en-US" sz="1050" dirty="0" err="1"/>
                        <a:t>air_temperature</a:t>
                      </a:r>
                      <a:endParaRPr lang="en-US" sz="1050" dirty="0"/>
                    </a:p>
                  </a:txBody>
                  <a:tcPr/>
                </a:tc>
                <a:tc>
                  <a:txBody>
                    <a:bodyPr/>
                    <a:lstStyle/>
                    <a:p>
                      <a:r>
                        <a:rPr lang="en-US" sz="1050" dirty="0" err="1"/>
                        <a:t>Gjennomsnitt</a:t>
                      </a:r>
                      <a:r>
                        <a:rPr lang="en-US" sz="1050" dirty="0"/>
                        <a:t> </a:t>
                      </a:r>
                      <a:r>
                        <a:rPr lang="en-US" sz="1050" dirty="0" err="1"/>
                        <a:t>temperatur</a:t>
                      </a:r>
                      <a:r>
                        <a:rPr lang="en-US" sz="1050" dirty="0"/>
                        <a:t> I </a:t>
                      </a:r>
                      <a:r>
                        <a:rPr lang="en-US" sz="1050" dirty="0" err="1"/>
                        <a:t>perioden</a:t>
                      </a:r>
                      <a:r>
                        <a:rPr lang="en-US" sz="1050" dirty="0"/>
                        <a:t>, Celsius</a:t>
                      </a:r>
                    </a:p>
                  </a:txBody>
                  <a:tcPr/>
                </a:tc>
                <a:extLst>
                  <a:ext uri="{0D108BD9-81ED-4DB2-BD59-A6C34878D82A}">
                    <a16:rowId xmlns:a16="http://schemas.microsoft.com/office/drawing/2014/main" val="2664020589"/>
                  </a:ext>
                </a:extLst>
              </a:tr>
              <a:tr h="223042">
                <a:tc>
                  <a:txBody>
                    <a:bodyPr/>
                    <a:lstStyle/>
                    <a:p>
                      <a:r>
                        <a:rPr lang="en-US" sz="1050" dirty="0" err="1"/>
                        <a:t>wind_speed</a:t>
                      </a:r>
                      <a:endParaRPr lang="en-US" sz="1050" dirty="0"/>
                    </a:p>
                  </a:txBody>
                  <a:tcPr/>
                </a:tc>
                <a:tc>
                  <a:txBody>
                    <a:bodyPr/>
                    <a:lstStyle/>
                    <a:p>
                      <a:r>
                        <a:rPr lang="en-US" sz="1050" dirty="0" err="1"/>
                        <a:t>Gjennomsnitt</a:t>
                      </a:r>
                      <a:r>
                        <a:rPr lang="en-US" sz="1050" dirty="0"/>
                        <a:t> </a:t>
                      </a:r>
                      <a:r>
                        <a:rPr lang="en-US" sz="1050" dirty="0" err="1"/>
                        <a:t>vindhastighet</a:t>
                      </a:r>
                      <a:r>
                        <a:rPr lang="en-US" sz="1050" dirty="0"/>
                        <a:t> I </a:t>
                      </a:r>
                      <a:r>
                        <a:rPr lang="en-US" sz="1050" dirty="0" err="1"/>
                        <a:t>perioden</a:t>
                      </a:r>
                      <a:r>
                        <a:rPr lang="en-US" sz="1050" dirty="0"/>
                        <a:t> (m/s)</a:t>
                      </a:r>
                    </a:p>
                  </a:txBody>
                  <a:tcPr/>
                </a:tc>
                <a:extLst>
                  <a:ext uri="{0D108BD9-81ED-4DB2-BD59-A6C34878D82A}">
                    <a16:rowId xmlns:a16="http://schemas.microsoft.com/office/drawing/2014/main" val="2717460344"/>
                  </a:ext>
                </a:extLst>
              </a:tr>
              <a:tr h="253369">
                <a:tc>
                  <a:txBody>
                    <a:bodyPr/>
                    <a:lstStyle/>
                    <a:p>
                      <a:r>
                        <a:rPr lang="en-US" sz="1050" dirty="0" err="1"/>
                        <a:t>percipitation_amount</a:t>
                      </a:r>
                      <a:endParaRPr lang="en-US" sz="1050" dirty="0"/>
                    </a:p>
                  </a:txBody>
                  <a:tcPr/>
                </a:tc>
                <a:tc>
                  <a:txBody>
                    <a:bodyPr/>
                    <a:lstStyle/>
                    <a:p>
                      <a:r>
                        <a:rPr lang="en-US" sz="1050" dirty="0"/>
                        <a:t>Sum </a:t>
                      </a:r>
                      <a:r>
                        <a:rPr lang="en-US" sz="1050" dirty="0" err="1"/>
                        <a:t>nedbør</a:t>
                      </a:r>
                      <a:r>
                        <a:rPr lang="en-US" sz="1050" dirty="0"/>
                        <a:t> </a:t>
                      </a:r>
                      <a:r>
                        <a:rPr lang="en-US" sz="1050" dirty="0" err="1"/>
                        <a:t>i</a:t>
                      </a:r>
                      <a:r>
                        <a:rPr lang="en-US" sz="1050" dirty="0"/>
                        <a:t> </a:t>
                      </a:r>
                      <a:r>
                        <a:rPr lang="en-US" sz="1050" dirty="0" err="1"/>
                        <a:t>perioden</a:t>
                      </a:r>
                      <a:r>
                        <a:rPr lang="en-US" sz="1050" dirty="0"/>
                        <a:t> (mm)</a:t>
                      </a:r>
                    </a:p>
                  </a:txBody>
                  <a:tcPr/>
                </a:tc>
                <a:extLst>
                  <a:ext uri="{0D108BD9-81ED-4DB2-BD59-A6C34878D82A}">
                    <a16:rowId xmlns:a16="http://schemas.microsoft.com/office/drawing/2014/main" val="2186117683"/>
                  </a:ext>
                </a:extLst>
              </a:tr>
            </a:tbl>
          </a:graphicData>
        </a:graphic>
      </p:graphicFrame>
      <p:pic>
        <p:nvPicPr>
          <p:cNvPr id="6" name="Picture 5">
            <a:extLst>
              <a:ext uri="{FF2B5EF4-FFF2-40B4-BE49-F238E27FC236}">
                <a16:creationId xmlns:a16="http://schemas.microsoft.com/office/drawing/2014/main" id="{3CEA0A5E-F986-432C-95EF-09F96C327212}"/>
              </a:ext>
            </a:extLst>
          </p:cNvPr>
          <p:cNvPicPr>
            <a:picLocks noChangeAspect="1"/>
          </p:cNvPicPr>
          <p:nvPr/>
        </p:nvPicPr>
        <p:blipFill>
          <a:blip r:embed="rId2"/>
          <a:stretch>
            <a:fillRect/>
          </a:stretch>
        </p:blipFill>
        <p:spPr>
          <a:xfrm>
            <a:off x="8127717" y="4266106"/>
            <a:ext cx="2908779" cy="2405410"/>
          </a:xfrm>
          <a:prstGeom prst="rect">
            <a:avLst/>
          </a:prstGeom>
        </p:spPr>
      </p:pic>
      <p:pic>
        <p:nvPicPr>
          <p:cNvPr id="8" name="Picture 7">
            <a:extLst>
              <a:ext uri="{FF2B5EF4-FFF2-40B4-BE49-F238E27FC236}">
                <a16:creationId xmlns:a16="http://schemas.microsoft.com/office/drawing/2014/main" id="{71093374-F715-77BA-F221-74E96C9F233A}"/>
              </a:ext>
            </a:extLst>
          </p:cNvPr>
          <p:cNvPicPr>
            <a:picLocks noChangeAspect="1"/>
          </p:cNvPicPr>
          <p:nvPr/>
        </p:nvPicPr>
        <p:blipFill>
          <a:blip r:embed="rId3"/>
          <a:stretch>
            <a:fillRect/>
          </a:stretch>
        </p:blipFill>
        <p:spPr>
          <a:xfrm>
            <a:off x="802966" y="4450256"/>
            <a:ext cx="5743448" cy="2297379"/>
          </a:xfrm>
          <a:prstGeom prst="rect">
            <a:avLst/>
          </a:prstGeom>
        </p:spPr>
      </p:pic>
    </p:spTree>
    <p:extLst>
      <p:ext uri="{BB962C8B-B14F-4D97-AF65-F5344CB8AC3E}">
        <p14:creationId xmlns:p14="http://schemas.microsoft.com/office/powerpoint/2010/main" val="1036445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38B1046-31C2-C920-50BA-251A1F6F2E6E}"/>
              </a:ext>
            </a:extLst>
          </p:cNvPr>
          <p:cNvPicPr>
            <a:picLocks noChangeAspect="1"/>
          </p:cNvPicPr>
          <p:nvPr/>
        </p:nvPicPr>
        <p:blipFill>
          <a:blip r:embed="rId2"/>
          <a:stretch>
            <a:fillRect/>
          </a:stretch>
        </p:blipFill>
        <p:spPr>
          <a:xfrm>
            <a:off x="3320948" y="1358900"/>
            <a:ext cx="4108552" cy="5225260"/>
          </a:xfrm>
          <a:prstGeom prst="rect">
            <a:avLst/>
          </a:prstGeom>
        </p:spPr>
      </p:pic>
      <p:sp>
        <p:nvSpPr>
          <p:cNvPr id="7" name="TextBox 6">
            <a:extLst>
              <a:ext uri="{FF2B5EF4-FFF2-40B4-BE49-F238E27FC236}">
                <a16:creationId xmlns:a16="http://schemas.microsoft.com/office/drawing/2014/main" id="{5C623380-4F8E-2654-5FD7-54B3BB6E4408}"/>
              </a:ext>
            </a:extLst>
          </p:cNvPr>
          <p:cNvSpPr txBox="1"/>
          <p:nvPr/>
        </p:nvSpPr>
        <p:spPr>
          <a:xfrm>
            <a:off x="626690" y="576729"/>
            <a:ext cx="6096000" cy="646331"/>
          </a:xfrm>
          <a:prstGeom prst="rect">
            <a:avLst/>
          </a:prstGeom>
          <a:noFill/>
        </p:spPr>
        <p:txBody>
          <a:bodyPr wrap="square">
            <a:spAutoFit/>
          </a:bodyPr>
          <a:lstStyle/>
          <a:p>
            <a:r>
              <a:rPr lang="nb-NO" sz="3600" b="1" dirty="0">
                <a:solidFill>
                  <a:schemeClr val="bg2"/>
                </a:solidFill>
                <a:latin typeface="Inter" panose="020B0502030000000004" pitchFamily="34" charset="0"/>
                <a:ea typeface="Inter" panose="020B0502030000000004" pitchFamily="34" charset="0"/>
                <a:cs typeface="+mj-cs"/>
              </a:rPr>
              <a:t>DEMO!</a:t>
            </a:r>
            <a:endParaRPr lang="en-US" sz="3600" b="1" dirty="0">
              <a:solidFill>
                <a:schemeClr val="bg2"/>
              </a:solidFill>
              <a:latin typeface="Inter" panose="020B0502030000000004" pitchFamily="34" charset="0"/>
              <a:ea typeface="Inter" panose="020B0502030000000004" pitchFamily="34" charset="0"/>
              <a:cs typeface="+mj-cs"/>
            </a:endParaRPr>
          </a:p>
        </p:txBody>
      </p:sp>
    </p:spTree>
    <p:extLst>
      <p:ext uri="{BB962C8B-B14F-4D97-AF65-F5344CB8AC3E}">
        <p14:creationId xmlns:p14="http://schemas.microsoft.com/office/powerpoint/2010/main" val="13751640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001F156-05DE-9638-DDC8-15B3239745FF}"/>
              </a:ext>
            </a:extLst>
          </p:cNvPr>
          <p:cNvSpPr txBox="1"/>
          <p:nvPr/>
        </p:nvSpPr>
        <p:spPr>
          <a:xfrm>
            <a:off x="889000" y="3892371"/>
            <a:ext cx="10185400" cy="2585323"/>
          </a:xfrm>
          <a:prstGeom prst="rect">
            <a:avLst/>
          </a:prstGeom>
          <a:noFill/>
        </p:spPr>
        <p:txBody>
          <a:bodyPr wrap="square">
            <a:spAutoFit/>
          </a:bodyPr>
          <a:lstStyle/>
          <a:p>
            <a:r>
              <a:rPr lang="en-US" dirty="0">
                <a:solidFill>
                  <a:schemeClr val="bg2"/>
                </a:solidFill>
              </a:rPr>
              <a:t>Lenker:</a:t>
            </a:r>
          </a:p>
          <a:p>
            <a:pPr marL="285750" indent="-285750">
              <a:buFont typeface="Arial" panose="020B0604020202020204" pitchFamily="34" charset="0"/>
              <a:buChar char="•"/>
            </a:pPr>
            <a:r>
              <a:rPr lang="en-US" dirty="0">
                <a:solidFill>
                  <a:schemeClr val="bg2"/>
                </a:solidFill>
              </a:rPr>
              <a:t>README: </a:t>
            </a:r>
            <a:r>
              <a:rPr lang="en-US" dirty="0">
                <a:solidFill>
                  <a:schemeClr val="bg2"/>
                </a:solidFill>
                <a:hlinkClick r:id="rId2">
                  <a:extLst>
                    <a:ext uri="{A12FA001-AC4F-418D-AE19-62706E023703}">
                      <ahyp:hlinkClr xmlns:ahyp="http://schemas.microsoft.com/office/drawing/2018/hyperlinkcolor" val="tx"/>
                    </a:ext>
                  </a:extLst>
                </a:hlinkClick>
              </a:rPr>
              <a:t>https://github.com/jensmorten/sykkelprofet/blob/main/README.md</a:t>
            </a:r>
            <a:endParaRPr lang="en-US" dirty="0">
              <a:solidFill>
                <a:schemeClr val="bg2"/>
              </a:solidFill>
            </a:endParaRPr>
          </a:p>
          <a:p>
            <a:pPr marL="285750" indent="-285750">
              <a:buFont typeface="Arial" panose="020B0604020202020204" pitchFamily="34" charset="0"/>
              <a:buChar char="•"/>
            </a:pPr>
            <a:r>
              <a:rPr lang="en-US" dirty="0" err="1">
                <a:solidFill>
                  <a:schemeClr val="bg2"/>
                </a:solidFill>
              </a:rPr>
              <a:t>Bysykkel</a:t>
            </a:r>
            <a:r>
              <a:rPr lang="en-US" dirty="0">
                <a:solidFill>
                  <a:schemeClr val="bg2"/>
                </a:solidFill>
              </a:rPr>
              <a:t> </a:t>
            </a:r>
            <a:r>
              <a:rPr lang="en-US" dirty="0" err="1">
                <a:solidFill>
                  <a:schemeClr val="bg2"/>
                </a:solidFill>
              </a:rPr>
              <a:t>historiske</a:t>
            </a:r>
            <a:r>
              <a:rPr lang="en-US" dirty="0">
                <a:solidFill>
                  <a:schemeClr val="bg2"/>
                </a:solidFill>
              </a:rPr>
              <a:t> data: </a:t>
            </a:r>
            <a:r>
              <a:rPr lang="en-US" dirty="0">
                <a:solidFill>
                  <a:schemeClr val="bg2"/>
                </a:solidFill>
                <a:hlinkClick r:id="rId3">
                  <a:extLst>
                    <a:ext uri="{A12FA001-AC4F-418D-AE19-62706E023703}">
                      <ahyp:hlinkClr xmlns:ahyp="http://schemas.microsoft.com/office/drawing/2018/hyperlinkcolor" val="tx"/>
                    </a:ext>
                  </a:extLst>
                </a:hlinkClick>
              </a:rPr>
              <a:t>https://trondheimbysykkel.no/apne-data/historisk</a:t>
            </a:r>
            <a:endParaRPr lang="en-US" dirty="0">
              <a:solidFill>
                <a:schemeClr val="bg2"/>
              </a:solidFill>
            </a:endParaRPr>
          </a:p>
          <a:p>
            <a:pPr marL="285750" indent="-285750">
              <a:buFont typeface="Arial" panose="020B0604020202020204" pitchFamily="34" charset="0"/>
              <a:buChar char="•"/>
            </a:pPr>
            <a:r>
              <a:rPr lang="en-US" dirty="0">
                <a:solidFill>
                  <a:schemeClr val="bg2"/>
                </a:solidFill>
              </a:rPr>
              <a:t>Prophet: </a:t>
            </a:r>
            <a:r>
              <a:rPr lang="en-US" dirty="0">
                <a:solidFill>
                  <a:schemeClr val="bg2"/>
                </a:solidFill>
                <a:hlinkClick r:id="rId4">
                  <a:extLst>
                    <a:ext uri="{A12FA001-AC4F-418D-AE19-62706E023703}">
                      <ahyp:hlinkClr xmlns:ahyp="http://schemas.microsoft.com/office/drawing/2018/hyperlinkcolor" val="tx"/>
                    </a:ext>
                  </a:extLst>
                </a:hlinkClick>
              </a:rPr>
              <a:t>https://facebook.github.io/prophet/</a:t>
            </a:r>
            <a:endParaRPr lang="en-US" dirty="0">
              <a:solidFill>
                <a:schemeClr val="bg2"/>
              </a:solidFill>
            </a:endParaRPr>
          </a:p>
          <a:p>
            <a:pPr marL="285750" indent="-285750">
              <a:buFont typeface="Arial" panose="020B0604020202020204" pitchFamily="34" charset="0"/>
              <a:buChar char="•"/>
            </a:pPr>
            <a:r>
              <a:rPr lang="en-US" dirty="0">
                <a:solidFill>
                  <a:schemeClr val="bg2"/>
                </a:solidFill>
              </a:rPr>
              <a:t>Tune hyperparameters: </a:t>
            </a:r>
            <a:r>
              <a:rPr lang="en-US" dirty="0">
                <a:solidFill>
                  <a:schemeClr val="bg2"/>
                </a:solidFill>
                <a:hlinkClick r:id="rId5">
                  <a:extLst>
                    <a:ext uri="{A12FA001-AC4F-418D-AE19-62706E023703}">
                      <ahyp:hlinkClr xmlns:ahyp="http://schemas.microsoft.com/office/drawing/2018/hyperlinkcolor" val="tx"/>
                    </a:ext>
                  </a:extLst>
                </a:hlinkClick>
              </a:rPr>
              <a:t>https://www.kaggle.com/code/manovirat/timeseries-using-prophet-hyperparameter-tuning?scriptVersionId=29321702&amp;cellId=49</a:t>
            </a:r>
            <a:endParaRPr lang="en-US" dirty="0">
              <a:solidFill>
                <a:schemeClr val="bg2"/>
              </a:solidFill>
            </a:endParaRP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solidFill>
                <a:schemeClr val="bg2"/>
              </a:solidFill>
            </a:endParaRPr>
          </a:p>
          <a:p>
            <a:endParaRPr lang="en-US" dirty="0">
              <a:solidFill>
                <a:schemeClr val="bg2"/>
              </a:solidFill>
            </a:endParaRPr>
          </a:p>
        </p:txBody>
      </p:sp>
      <p:sp>
        <p:nvSpPr>
          <p:cNvPr id="10" name="TextBox 9">
            <a:extLst>
              <a:ext uri="{FF2B5EF4-FFF2-40B4-BE49-F238E27FC236}">
                <a16:creationId xmlns:a16="http://schemas.microsoft.com/office/drawing/2014/main" id="{E429084A-CC6A-7320-A43B-982B89B5F589}"/>
              </a:ext>
            </a:extLst>
          </p:cNvPr>
          <p:cNvSpPr txBox="1"/>
          <p:nvPr/>
        </p:nvSpPr>
        <p:spPr>
          <a:xfrm>
            <a:off x="939800" y="718066"/>
            <a:ext cx="6096000" cy="646331"/>
          </a:xfrm>
          <a:prstGeom prst="rect">
            <a:avLst/>
          </a:prstGeom>
          <a:noFill/>
        </p:spPr>
        <p:txBody>
          <a:bodyPr wrap="square">
            <a:spAutoFit/>
          </a:bodyPr>
          <a:lstStyle/>
          <a:p>
            <a:r>
              <a:rPr lang="nb-NO" sz="3600" b="1" dirty="0">
                <a:solidFill>
                  <a:schemeClr val="bg2"/>
                </a:solidFill>
                <a:latin typeface="Inter" panose="020B0502030000000004" pitchFamily="34" charset="0"/>
                <a:ea typeface="Inter" panose="020B0502030000000004" pitchFamily="34" charset="0"/>
                <a:cs typeface="+mj-cs"/>
              </a:rPr>
              <a:t>Tips til konkurranse</a:t>
            </a:r>
            <a:endParaRPr lang="en-US" sz="3600" b="1" dirty="0">
              <a:solidFill>
                <a:schemeClr val="bg2"/>
              </a:solidFill>
              <a:latin typeface="Inter" panose="020B0502030000000004" pitchFamily="34" charset="0"/>
              <a:ea typeface="Inter" panose="020B0502030000000004" pitchFamily="34" charset="0"/>
              <a:cs typeface="+mj-cs"/>
            </a:endParaRPr>
          </a:p>
        </p:txBody>
      </p:sp>
      <p:sp>
        <p:nvSpPr>
          <p:cNvPr id="11" name="TextBox 10">
            <a:extLst>
              <a:ext uri="{FF2B5EF4-FFF2-40B4-BE49-F238E27FC236}">
                <a16:creationId xmlns:a16="http://schemas.microsoft.com/office/drawing/2014/main" id="{3D5734CA-9142-5BE1-6FE8-448FCBD09B63}"/>
              </a:ext>
            </a:extLst>
          </p:cNvPr>
          <p:cNvSpPr txBox="1"/>
          <p:nvPr/>
        </p:nvSpPr>
        <p:spPr>
          <a:xfrm>
            <a:off x="939800" y="1713468"/>
            <a:ext cx="8966200" cy="1829832"/>
          </a:xfrm>
          <a:prstGeom prst="rect">
            <a:avLst/>
          </a:prstGeom>
          <a:noFill/>
        </p:spPr>
        <p:txBody>
          <a:bodyPr wrap="none" lIns="0" tIns="0" rIns="0" bIns="0" rtlCol="0">
            <a:noAutofit/>
          </a:bodyPr>
          <a:lstStyle/>
          <a:p>
            <a:pPr marL="285750" indent="-285750" algn="l">
              <a:buFont typeface="Arial" panose="020B0604020202020204" pitchFamily="34" charset="0"/>
              <a:buChar char="•"/>
            </a:pPr>
            <a:r>
              <a:rPr lang="nb-NO" sz="1600" noProof="0" dirty="0">
                <a:solidFill>
                  <a:schemeClr val="bg2"/>
                </a:solidFill>
              </a:rPr>
              <a:t>Skalering eller transformering (av både respons, </a:t>
            </a:r>
            <a:r>
              <a:rPr lang="nb-NO" sz="1600" i="1" noProof="0" dirty="0">
                <a:solidFill>
                  <a:schemeClr val="bg2"/>
                </a:solidFill>
              </a:rPr>
              <a:t>y</a:t>
            </a:r>
            <a:r>
              <a:rPr lang="nb-NO" sz="1600" noProof="0" dirty="0">
                <a:solidFill>
                  <a:schemeClr val="bg2"/>
                </a:solidFill>
              </a:rPr>
              <a:t>, og forklaringsvariabler) </a:t>
            </a:r>
          </a:p>
          <a:p>
            <a:pPr marL="285750" indent="-285750">
              <a:buFont typeface="Arial" panose="020B0604020202020204" pitchFamily="34" charset="0"/>
              <a:buChar char="•"/>
            </a:pPr>
            <a:r>
              <a:rPr lang="nb-NO" sz="1600" dirty="0">
                <a:solidFill>
                  <a:schemeClr val="bg2"/>
                </a:solidFill>
              </a:rPr>
              <a:t>Værdata </a:t>
            </a:r>
            <a:r>
              <a:rPr lang="nb-NO" sz="1600" dirty="0" err="1">
                <a:solidFill>
                  <a:schemeClr val="bg2"/>
                </a:solidFill>
              </a:rPr>
              <a:t>shift</a:t>
            </a:r>
            <a:r>
              <a:rPr lang="nb-NO" sz="1600" dirty="0">
                <a:solidFill>
                  <a:schemeClr val="bg2"/>
                </a:solidFill>
              </a:rPr>
              <a:t> (‘lag-</a:t>
            </a:r>
            <a:r>
              <a:rPr lang="nb-NO" sz="1600" dirty="0" err="1">
                <a:solidFill>
                  <a:schemeClr val="bg2"/>
                </a:solidFill>
              </a:rPr>
              <a:t>features</a:t>
            </a:r>
            <a:r>
              <a:rPr lang="nb-NO" sz="1600" dirty="0">
                <a:solidFill>
                  <a:schemeClr val="bg2"/>
                </a:solidFill>
              </a:rPr>
              <a:t>’)  – regn </a:t>
            </a:r>
            <a:r>
              <a:rPr lang="nb-NO" sz="1600" noProof="0" dirty="0">
                <a:solidFill>
                  <a:schemeClr val="bg2"/>
                </a:solidFill>
              </a:rPr>
              <a:t>klokka 09 kan påvirke antall turer mellom 12 og 15?</a:t>
            </a:r>
          </a:p>
          <a:p>
            <a:pPr marL="285750" indent="-285750" algn="l">
              <a:buFont typeface="Arial" panose="020B0604020202020204" pitchFamily="34" charset="0"/>
              <a:buChar char="•"/>
            </a:pPr>
            <a:r>
              <a:rPr lang="nb-NO" sz="1600" noProof="0" dirty="0">
                <a:solidFill>
                  <a:schemeClr val="bg2"/>
                </a:solidFill>
              </a:rPr>
              <a:t>Kategorisering av vær (</a:t>
            </a:r>
            <a:r>
              <a:rPr lang="nb-NO" sz="1600" noProof="0" dirty="0" err="1">
                <a:solidFill>
                  <a:schemeClr val="bg2"/>
                </a:solidFill>
              </a:rPr>
              <a:t>f.eks</a:t>
            </a:r>
            <a:r>
              <a:rPr lang="nb-NO" sz="1600" noProof="0" dirty="0">
                <a:solidFill>
                  <a:schemeClr val="bg2"/>
                </a:solidFill>
              </a:rPr>
              <a:t> “ingen”, “litt” eller “mye” regn)  </a:t>
            </a:r>
          </a:p>
          <a:p>
            <a:pPr marL="285750" indent="-285750">
              <a:buFont typeface="Arial" panose="020B0604020202020204" pitchFamily="34" charset="0"/>
              <a:buChar char="•"/>
            </a:pPr>
            <a:r>
              <a:rPr lang="en-US" altLang="en-US" sz="1600" dirty="0">
                <a:solidFill>
                  <a:schemeClr val="bg2"/>
                </a:solidFill>
              </a:rPr>
              <a:t>Ekstra </a:t>
            </a:r>
            <a:r>
              <a:rPr lang="en-US" altLang="en-US" sz="1600" dirty="0" err="1">
                <a:solidFill>
                  <a:schemeClr val="bg2"/>
                </a:solidFill>
              </a:rPr>
              <a:t>kalender</a:t>
            </a:r>
            <a:r>
              <a:rPr lang="en-US" altLang="en-US" sz="1600" dirty="0">
                <a:solidFill>
                  <a:schemeClr val="bg2"/>
                </a:solidFill>
              </a:rPr>
              <a:t>-features (</a:t>
            </a:r>
            <a:r>
              <a:rPr lang="en-US" altLang="en-US" sz="1600" dirty="0" err="1">
                <a:solidFill>
                  <a:schemeClr val="bg2"/>
                </a:solidFill>
              </a:rPr>
              <a:t>september</a:t>
            </a:r>
            <a:r>
              <a:rPr lang="en-US" altLang="en-US" sz="1600" dirty="0">
                <a:solidFill>
                  <a:schemeClr val="bg2"/>
                </a:solidFill>
              </a:rPr>
              <a:t> </a:t>
            </a:r>
            <a:r>
              <a:rPr lang="en-US" altLang="en-US" sz="1600" dirty="0" err="1">
                <a:solidFill>
                  <a:schemeClr val="bg2"/>
                </a:solidFill>
              </a:rPr>
              <a:t>særlig</a:t>
            </a:r>
            <a:r>
              <a:rPr lang="en-US" altLang="en-US" sz="1600" dirty="0">
                <a:solidFill>
                  <a:schemeClr val="bg2"/>
                </a:solidFill>
              </a:rPr>
              <a:t> </a:t>
            </a:r>
            <a:r>
              <a:rPr lang="en-US" altLang="en-US" sz="1600" dirty="0" err="1">
                <a:solidFill>
                  <a:schemeClr val="bg2"/>
                </a:solidFill>
              </a:rPr>
              <a:t>populær</a:t>
            </a:r>
            <a:r>
              <a:rPr lang="en-US" altLang="en-US" sz="1600" dirty="0">
                <a:solidFill>
                  <a:schemeClr val="bg2"/>
                </a:solidFill>
              </a:rPr>
              <a:t> </a:t>
            </a:r>
            <a:r>
              <a:rPr lang="en-US" altLang="en-US" sz="1600" dirty="0" err="1">
                <a:solidFill>
                  <a:schemeClr val="bg2"/>
                </a:solidFill>
              </a:rPr>
              <a:t>måned</a:t>
            </a:r>
            <a:r>
              <a:rPr lang="en-US" altLang="en-US" sz="1600" dirty="0">
                <a:solidFill>
                  <a:schemeClr val="bg2"/>
                </a:solidFill>
              </a:rPr>
              <a:t> – </a:t>
            </a:r>
            <a:r>
              <a:rPr lang="en-US" altLang="en-US" sz="1600" dirty="0" err="1">
                <a:solidFill>
                  <a:schemeClr val="bg2"/>
                </a:solidFill>
              </a:rPr>
              <a:t>studiestart</a:t>
            </a:r>
            <a:r>
              <a:rPr lang="en-US" altLang="en-US" sz="1600" dirty="0">
                <a:solidFill>
                  <a:schemeClr val="bg2"/>
                </a:solidFill>
              </a:rPr>
              <a:t>?) </a:t>
            </a:r>
            <a:endParaRPr lang="nb-NO" sz="1600" noProof="0" dirty="0">
              <a:solidFill>
                <a:schemeClr val="bg2"/>
              </a:solidFill>
            </a:endParaRPr>
          </a:p>
          <a:p>
            <a:pPr marL="285750" indent="-285750" eaLnBrk="0" fontAlgn="base" hangingPunct="0">
              <a:spcBef>
                <a:spcPct val="0"/>
              </a:spcBef>
              <a:spcAft>
                <a:spcPct val="0"/>
              </a:spcAft>
              <a:buFont typeface="Arial" panose="020B0604020202020204" pitchFamily="34" charset="0"/>
              <a:buChar char="•"/>
            </a:pPr>
            <a:r>
              <a:rPr lang="en-US" altLang="en-US" sz="1600" dirty="0">
                <a:solidFill>
                  <a:schemeClr val="bg2"/>
                </a:solidFill>
              </a:rPr>
              <a:t>Tune </a:t>
            </a:r>
            <a:r>
              <a:rPr lang="en-US" altLang="en-US" sz="1600" dirty="0" err="1">
                <a:solidFill>
                  <a:schemeClr val="bg2"/>
                </a:solidFill>
              </a:rPr>
              <a:t>hyperparametere</a:t>
            </a:r>
            <a:r>
              <a:rPr lang="en-US" altLang="en-US" sz="1600" dirty="0">
                <a:solidFill>
                  <a:schemeClr val="bg2"/>
                </a:solidFill>
              </a:rPr>
              <a:t> (</a:t>
            </a:r>
            <a:r>
              <a:rPr lang="en-US" sz="1600" dirty="0" err="1">
                <a:solidFill>
                  <a:schemeClr val="bg2"/>
                </a:solidFill>
              </a:rPr>
              <a:t>changepoint_prior_scale</a:t>
            </a:r>
            <a:r>
              <a:rPr lang="en-US" sz="1600" dirty="0">
                <a:solidFill>
                  <a:schemeClr val="bg2"/>
                </a:solidFill>
              </a:rPr>
              <a:t>, </a:t>
            </a:r>
            <a:r>
              <a:rPr lang="en-US" sz="1600" dirty="0" err="1">
                <a:solidFill>
                  <a:schemeClr val="bg2"/>
                </a:solidFill>
              </a:rPr>
              <a:t>holidays_prior_scale</a:t>
            </a:r>
            <a:r>
              <a:rPr lang="en-US" sz="1600" dirty="0">
                <a:solidFill>
                  <a:schemeClr val="bg2"/>
                </a:solidFill>
              </a:rPr>
              <a:t>, </a:t>
            </a:r>
            <a:r>
              <a:rPr lang="en-US" sz="1600" dirty="0" err="1">
                <a:solidFill>
                  <a:schemeClr val="bg2"/>
                </a:solidFill>
              </a:rPr>
              <a:t>seasonality_mode</a:t>
            </a:r>
            <a:r>
              <a:rPr lang="en-US" sz="1600" dirty="0">
                <a:solidFill>
                  <a:schemeClr val="bg2"/>
                </a:solidFill>
              </a:rPr>
              <a:t>)</a:t>
            </a:r>
            <a:endParaRPr lang="en-US" altLang="en-US" sz="1600" dirty="0">
              <a:solidFill>
                <a:schemeClr val="bg2"/>
              </a:solidFill>
            </a:endParaRPr>
          </a:p>
          <a:p>
            <a:pPr marL="285750" lvl="0" indent="-285750" eaLnBrk="0" fontAlgn="base" hangingPunct="0">
              <a:spcBef>
                <a:spcPct val="0"/>
              </a:spcBef>
              <a:spcAft>
                <a:spcPct val="0"/>
              </a:spcAft>
              <a:buFont typeface="Arial" panose="020B0604020202020204" pitchFamily="34" charset="0"/>
              <a:buChar char="•"/>
            </a:pPr>
            <a:r>
              <a:rPr lang="en-US" altLang="en-US" sz="1600" dirty="0" err="1">
                <a:solidFill>
                  <a:schemeClr val="bg2"/>
                </a:solidFill>
              </a:rPr>
              <a:t>Droppe</a:t>
            </a:r>
            <a:r>
              <a:rPr lang="en-US" altLang="en-US" sz="1600" dirty="0">
                <a:solidFill>
                  <a:schemeClr val="bg2"/>
                </a:solidFill>
              </a:rPr>
              <a:t> </a:t>
            </a:r>
            <a:r>
              <a:rPr lang="en-US" altLang="en-US" sz="1600" dirty="0" err="1">
                <a:solidFill>
                  <a:schemeClr val="bg2"/>
                </a:solidFill>
              </a:rPr>
              <a:t>eldre</a:t>
            </a:r>
            <a:r>
              <a:rPr lang="en-US" altLang="en-US" sz="1600" dirty="0">
                <a:solidFill>
                  <a:schemeClr val="bg2"/>
                </a:solidFill>
              </a:rPr>
              <a:t> data (bruk bare data </a:t>
            </a:r>
            <a:r>
              <a:rPr lang="en-US" altLang="en-US" sz="1600" dirty="0" err="1">
                <a:solidFill>
                  <a:schemeClr val="bg2"/>
                </a:solidFill>
              </a:rPr>
              <a:t>fra</a:t>
            </a:r>
            <a:r>
              <a:rPr lang="en-US" altLang="en-US" sz="1600" dirty="0">
                <a:solidFill>
                  <a:schemeClr val="bg2"/>
                </a:solidFill>
              </a:rPr>
              <a:t> 2021/2022/2023)</a:t>
            </a:r>
          </a:p>
          <a:p>
            <a:pPr marL="285750" indent="-285750" algn="l">
              <a:buFont typeface="Arial" panose="020B0604020202020204" pitchFamily="34" charset="0"/>
              <a:buChar char="•"/>
            </a:pPr>
            <a:endParaRPr lang="nb-NO" sz="1600" noProof="0" dirty="0">
              <a:solidFill>
                <a:schemeClr val="bg2"/>
              </a:solidFill>
            </a:endParaRPr>
          </a:p>
          <a:p>
            <a:pPr marL="285750" indent="-285750" algn="l">
              <a:buFont typeface="Arial" panose="020B0604020202020204" pitchFamily="34" charset="0"/>
              <a:buChar char="•"/>
            </a:pPr>
            <a:endParaRPr lang="nb-NO" sz="1600" dirty="0">
              <a:solidFill>
                <a:schemeClr val="bg2"/>
              </a:solidFill>
            </a:endParaRPr>
          </a:p>
          <a:p>
            <a:pPr marL="285750" indent="-285750" algn="l">
              <a:buFont typeface="Arial" panose="020B0604020202020204" pitchFamily="34" charset="0"/>
              <a:buChar char="•"/>
            </a:pPr>
            <a:endParaRPr lang="nb-NO" sz="1600" noProof="0" dirty="0">
              <a:solidFill>
                <a:schemeClr val="bg2"/>
              </a:solidFill>
            </a:endParaRPr>
          </a:p>
          <a:p>
            <a:pPr marL="285750" indent="-285750" algn="l">
              <a:buFont typeface="Arial" panose="020B0604020202020204" pitchFamily="34" charset="0"/>
              <a:buChar char="•"/>
            </a:pPr>
            <a:endParaRPr lang="nb-NO" sz="1600" noProof="0" dirty="0">
              <a:solidFill>
                <a:schemeClr val="bg2"/>
              </a:solidFill>
            </a:endParaRPr>
          </a:p>
        </p:txBody>
      </p:sp>
      <p:pic>
        <p:nvPicPr>
          <p:cNvPr id="1030" name="Picture 6" descr="Tips Icon | iOS 8 Iconpack | EatosDesign">
            <a:extLst>
              <a:ext uri="{FF2B5EF4-FFF2-40B4-BE49-F238E27FC236}">
                <a16:creationId xmlns:a16="http://schemas.microsoft.com/office/drawing/2014/main" id="{165AA247-2EF4-474F-52A2-AFE34DAE83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79759" y="248385"/>
            <a:ext cx="2069366" cy="2069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1159276"/>
      </p:ext>
    </p:extLst>
  </p:cSld>
  <p:clrMapOvr>
    <a:masterClrMapping/>
  </p:clrMapOvr>
</p:sld>
</file>

<file path=ppt/theme/theme1.xml><?xml version="1.0" encoding="utf-8"?>
<a:theme xmlns:a="http://schemas.openxmlformats.org/drawingml/2006/main" name="Bouvet presentasjonsmal - Blå">
  <a:themeElements>
    <a:clrScheme name="Bouvet 2021">
      <a:dk1>
        <a:srgbClr val="000000"/>
      </a:dk1>
      <a:lt1>
        <a:srgbClr val="FFFFFF"/>
      </a:lt1>
      <a:dk2>
        <a:srgbClr val="11133C"/>
      </a:dk2>
      <a:lt2>
        <a:srgbClr val="F9EAD3"/>
      </a:lt2>
      <a:accent1>
        <a:srgbClr val="78FE9C"/>
      </a:accent1>
      <a:accent2>
        <a:srgbClr val="1D43C6"/>
      </a:accent2>
      <a:accent3>
        <a:srgbClr val="F9A86F"/>
      </a:accent3>
      <a:accent4>
        <a:srgbClr val="C3D5E1"/>
      </a:accent4>
      <a:accent5>
        <a:srgbClr val="1D1D1B"/>
      </a:accent5>
      <a:accent6>
        <a:srgbClr val="EE2950"/>
      </a:accent6>
      <a:hlink>
        <a:srgbClr val="060FBF"/>
      </a:hlink>
      <a:folHlink>
        <a:srgbClr val="000000"/>
      </a:folHlink>
    </a:clrScheme>
    <a:fontScheme name="Bouvet 2021">
      <a:majorFont>
        <a:latin typeface="Inter"/>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108000" tIns="108000" rIns="108000" bIns="108000" rtlCol="0" anchor="ctr"/>
      <a:lstStyle>
        <a:defPPr algn="ctr">
          <a:defRPr sz="160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sz="1600" dirty="0" err="1" smtClean="0">
            <a:solidFill>
              <a:schemeClr val="bg2"/>
            </a:solidFill>
          </a:defRPr>
        </a:defPPr>
      </a:lstStyle>
    </a:txDef>
  </a:objectDefaults>
  <a:extraClrSchemeLst/>
  <a:extLst>
    <a:ext uri="{05A4C25C-085E-4340-85A3-A5531E510DB2}">
      <thm15:themeFamily xmlns:thm15="http://schemas.microsoft.com/office/thememl/2012/main" name="mal_10_10_2022" id="{0138A3F3-7379-9846-A0BB-37427D804136}" vid="{A87087A4-1B96-964D-A07F-DB55B6D110CF}"/>
    </a:ext>
  </a:extLst>
</a:theme>
</file>

<file path=ppt/theme/theme2.xml><?xml version="1.0" encoding="utf-8"?>
<a:theme xmlns:a="http://schemas.openxmlformats.org/drawingml/2006/main" name="Bouvet presentasjonsmal - Hvit">
  <a:themeElements>
    <a:clrScheme name="Bouvet 2021">
      <a:dk1>
        <a:srgbClr val="000000"/>
      </a:dk1>
      <a:lt1>
        <a:srgbClr val="FFFFFF"/>
      </a:lt1>
      <a:dk2>
        <a:srgbClr val="11133C"/>
      </a:dk2>
      <a:lt2>
        <a:srgbClr val="F9EAD3"/>
      </a:lt2>
      <a:accent1>
        <a:srgbClr val="78FE9C"/>
      </a:accent1>
      <a:accent2>
        <a:srgbClr val="1D43C6"/>
      </a:accent2>
      <a:accent3>
        <a:srgbClr val="F9A86F"/>
      </a:accent3>
      <a:accent4>
        <a:srgbClr val="C3D5E1"/>
      </a:accent4>
      <a:accent5>
        <a:srgbClr val="1D1D1B"/>
      </a:accent5>
      <a:accent6>
        <a:srgbClr val="EE2950"/>
      </a:accent6>
      <a:hlink>
        <a:srgbClr val="060FBF"/>
      </a:hlink>
      <a:folHlink>
        <a:srgbClr val="000000"/>
      </a:folHlink>
    </a:clrScheme>
    <a:fontScheme name="Bouvet 2021">
      <a:majorFont>
        <a:latin typeface="Inter"/>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108000" tIns="108000" rIns="108000" bIns="108000" rtlCol="0" anchor="ctr"/>
      <a:lstStyle>
        <a:defPPr algn="ctr">
          <a:defRPr sz="16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sz="1600" dirty="0" smtClean="0"/>
        </a:defPPr>
      </a:lstStyle>
    </a:txDef>
  </a:objectDefaults>
  <a:extraClrSchemeLst/>
  <a:extLst>
    <a:ext uri="{05A4C25C-085E-4340-85A3-A5531E510DB2}">
      <thm15:themeFamily xmlns:thm15="http://schemas.microsoft.com/office/thememl/2012/main" name="mal_10_10_2022" id="{0138A3F3-7379-9846-A0BB-37427D804136}" vid="{AF04B492-F167-DE49-ABF5-12F0032AEF36}"/>
    </a:ext>
  </a:extLst>
</a:theme>
</file>

<file path=ppt/theme/theme3.xml><?xml version="1.0" encoding="utf-8"?>
<a:theme xmlns:a="http://schemas.openxmlformats.org/drawingml/2006/main" name="Bouvet presentasjonsmal - Krem">
  <a:themeElements>
    <a:clrScheme name="Bouvet 2021">
      <a:dk1>
        <a:srgbClr val="000000"/>
      </a:dk1>
      <a:lt1>
        <a:srgbClr val="FFFFFF"/>
      </a:lt1>
      <a:dk2>
        <a:srgbClr val="11133C"/>
      </a:dk2>
      <a:lt2>
        <a:srgbClr val="F9EAD3"/>
      </a:lt2>
      <a:accent1>
        <a:srgbClr val="78FE9C"/>
      </a:accent1>
      <a:accent2>
        <a:srgbClr val="1D43C6"/>
      </a:accent2>
      <a:accent3>
        <a:srgbClr val="F9A86F"/>
      </a:accent3>
      <a:accent4>
        <a:srgbClr val="C3D5E1"/>
      </a:accent4>
      <a:accent5>
        <a:srgbClr val="1D1D1B"/>
      </a:accent5>
      <a:accent6>
        <a:srgbClr val="EE2950"/>
      </a:accent6>
      <a:hlink>
        <a:srgbClr val="060FBF"/>
      </a:hlink>
      <a:folHlink>
        <a:srgbClr val="000000"/>
      </a:folHlink>
    </a:clrScheme>
    <a:fontScheme name="Bouvet 2021">
      <a:majorFont>
        <a:latin typeface="Inter"/>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108000" tIns="108000" rIns="108000" bIns="108000" rtlCol="0" anchor="ctr"/>
      <a:lstStyle>
        <a:defPPr algn="ctr">
          <a:defRPr sz="16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sz="1600" dirty="0" smtClean="0"/>
        </a:defPPr>
      </a:lstStyle>
    </a:txDef>
  </a:objectDefaults>
  <a:extraClrSchemeLst/>
  <a:extLst>
    <a:ext uri="{05A4C25C-085E-4340-85A3-A5531E510DB2}">
      <thm15:themeFamily xmlns:thm15="http://schemas.microsoft.com/office/thememl/2012/main" name="mal_10_10_2022" id="{0138A3F3-7379-9846-A0BB-37427D804136}" vid="{0F432AC7-3E09-ED45-BF6D-50AB8A188723}"/>
    </a:ext>
  </a:extLst>
</a:theme>
</file>

<file path=ppt/theme/theme4.xml><?xml version="1.0" encoding="utf-8"?>
<a:theme xmlns:a="http://schemas.openxmlformats.org/drawingml/2006/main" name="Office Theme">
  <a:themeElements>
    <a:clrScheme name="Bouvet 2021">
      <a:dk1>
        <a:srgbClr val="000000"/>
      </a:dk1>
      <a:lt1>
        <a:srgbClr val="FFFFFF"/>
      </a:lt1>
      <a:dk2>
        <a:srgbClr val="11133C"/>
      </a:dk2>
      <a:lt2>
        <a:srgbClr val="F9EAD3"/>
      </a:lt2>
      <a:accent1>
        <a:srgbClr val="78FE9C"/>
      </a:accent1>
      <a:accent2>
        <a:srgbClr val="060FBF"/>
      </a:accent2>
      <a:accent3>
        <a:srgbClr val="F9A86F"/>
      </a:accent3>
      <a:accent4>
        <a:srgbClr val="C3D5E1"/>
      </a:accent4>
      <a:accent5>
        <a:srgbClr val="1D1D1B"/>
      </a:accent5>
      <a:accent6>
        <a:srgbClr val="1D43C6"/>
      </a:accent6>
      <a:hlink>
        <a:srgbClr val="060FBF"/>
      </a:hlink>
      <a:folHlink>
        <a:srgbClr val="000000"/>
      </a:folHlink>
    </a:clrScheme>
    <a:fontScheme name="Bouvet">
      <a:majorFont>
        <a:latin typeface="Inter"/>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Bouvet 2021">
      <a:dk1>
        <a:srgbClr val="000000"/>
      </a:dk1>
      <a:lt1>
        <a:srgbClr val="FFFFFF"/>
      </a:lt1>
      <a:dk2>
        <a:srgbClr val="11133C"/>
      </a:dk2>
      <a:lt2>
        <a:srgbClr val="F9EAD3"/>
      </a:lt2>
      <a:accent1>
        <a:srgbClr val="78FE9C"/>
      </a:accent1>
      <a:accent2>
        <a:srgbClr val="060FBF"/>
      </a:accent2>
      <a:accent3>
        <a:srgbClr val="F9A86F"/>
      </a:accent3>
      <a:accent4>
        <a:srgbClr val="C3D5E1"/>
      </a:accent4>
      <a:accent5>
        <a:srgbClr val="1D1D1B"/>
      </a:accent5>
      <a:accent6>
        <a:srgbClr val="1D43C6"/>
      </a:accent6>
      <a:hlink>
        <a:srgbClr val="060FBF"/>
      </a:hlink>
      <a:folHlink>
        <a:srgbClr val="000000"/>
      </a:folHlink>
    </a:clrScheme>
    <a:fontScheme name="Bouvet">
      <a:majorFont>
        <a:latin typeface="Inter"/>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Document" ma:contentTypeID="0x010100BF83117531D00F4C9E45017EED16ABA6" ma:contentTypeVersion="6" ma:contentTypeDescription="Create a new document." ma:contentTypeScope="" ma:versionID="d4f442862b3f298e4e01d286cf8c083a">
  <xsd:schema xmlns:xsd="http://www.w3.org/2001/XMLSchema" xmlns:xs="http://www.w3.org/2001/XMLSchema" xmlns:p="http://schemas.microsoft.com/office/2006/metadata/properties" xmlns:ns2="12eb3729-a22c-4bee-9a2a-af68e0870b7b" xmlns:ns3="13d8514d-2e81-498a-bd06-c90ed73776bf" targetNamespace="http://schemas.microsoft.com/office/2006/metadata/properties" ma:root="true" ma:fieldsID="294ffc048bb5663038ab96b6f5e0384a" ns2:_="" ns3:_="">
    <xsd:import namespace="12eb3729-a22c-4bee-9a2a-af68e0870b7b"/>
    <xsd:import namespace="13d8514d-2e81-498a-bd06-c90ed73776bf"/>
    <xsd:element name="properties">
      <xsd:complexType>
        <xsd:sequence>
          <xsd:element name="documentManagement">
            <xsd:complexType>
              <xsd:all>
                <xsd:element ref="ns2:_dlc_DocId" minOccurs="0"/>
                <xsd:element ref="ns2:_dlc_DocIdUrl" minOccurs="0"/>
                <xsd:element ref="ns2:_dlc_DocIdPersistId" minOccurs="0"/>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eb3729-a22c-4bee-9a2a-af68e0870b7b"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d8514d-2e81-498a-bd06-c90ed73776bf"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SearchProperties" ma:index="16"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SharedWithUsers xmlns="12eb3729-a22c-4bee-9a2a-af68e0870b7b">
      <UserInfo>
        <DisplayName>Andreas Reutz</DisplayName>
        <AccountId>135</AccountId>
        <AccountType/>
      </UserInfo>
    </SharedWithUsers>
    <_dlc_DocId xmlns="12eb3729-a22c-4bee-9a2a-af68e0870b7b">YNCTWTM4TFTV-576964413-127</_dlc_DocId>
    <_dlc_DocIdUrl xmlns="12eb3729-a22c-4bee-9a2a-af68e0870b7b">
      <Url>https://bouvetasa.sharepoint.com/sites/assets/_layouts/15/DocIdRedir.aspx?ID=YNCTWTM4TFTV-576964413-127</Url>
      <Description>YNCTWTM4TFTV-576964413-127</Description>
    </_dlc_DocIdUrl>
  </documentManagement>
</p:properties>
</file>

<file path=customXml/itemProps1.xml><?xml version="1.0" encoding="utf-8"?>
<ds:datastoreItem xmlns:ds="http://schemas.openxmlformats.org/officeDocument/2006/customXml" ds:itemID="{72D47B02-9FE0-4CEE-9849-7CA0D7449E07}">
  <ds:schemaRefs>
    <ds:schemaRef ds:uri="http://schemas.microsoft.com/sharepoint/v3/contenttype/forms"/>
  </ds:schemaRefs>
</ds:datastoreItem>
</file>

<file path=customXml/itemProps2.xml><?xml version="1.0" encoding="utf-8"?>
<ds:datastoreItem xmlns:ds="http://schemas.openxmlformats.org/officeDocument/2006/customXml" ds:itemID="{5A514FD3-969A-42FE-917B-3524AEDAB315}">
  <ds:schemaRefs>
    <ds:schemaRef ds:uri="http://schemas.microsoft.com/sharepoint/events"/>
  </ds:schemaRefs>
</ds:datastoreItem>
</file>

<file path=customXml/itemProps3.xml><?xml version="1.0" encoding="utf-8"?>
<ds:datastoreItem xmlns:ds="http://schemas.openxmlformats.org/officeDocument/2006/customXml" ds:itemID="{30D3C187-3D29-42E9-A428-BD2CEBB9040D}">
  <ds:schemaRefs>
    <ds:schemaRef ds:uri="12eb3729-a22c-4bee-9a2a-af68e0870b7b"/>
    <ds:schemaRef ds:uri="13d8514d-2e81-498a-bd06-c90ed73776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E49ABCA5-A618-40E0-8FB0-AE05350FAA52}">
  <ds:schemaRefs>
    <ds:schemaRef ds:uri="0e3b0481-cd5a-4f83-a9f0-76950906c80b"/>
    <ds:schemaRef ds:uri="12eb3729-a22c-4bee-9a2a-af68e0870b7b"/>
    <ds:schemaRef ds:uri="c5f4f36f-0600-4724-88d7-743bcd57efeb"/>
    <ds:schemaRef ds:uri="f069fecc-c99b-460f-a9c2-468216a4f8b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321ebe56-2643-4654-8529-14ee930a2237}" enabled="1" method="Privileged" siteId="{c317fa72-b393-44ea-a87c-ea272e8d963d}" removed="0"/>
</clbl:labelList>
</file>

<file path=docProps/app.xml><?xml version="1.0" encoding="utf-8"?>
<Properties xmlns="http://schemas.openxmlformats.org/officeDocument/2006/extended-properties" xmlns:vt="http://schemas.openxmlformats.org/officeDocument/2006/docPropsVTypes">
  <Template/>
  <TotalTime>7917</TotalTime>
  <Words>1257</Words>
  <Application>Microsoft Office PowerPoint</Application>
  <PresentationFormat>Widescreen</PresentationFormat>
  <Paragraphs>214</Paragraphs>
  <Slides>23</Slides>
  <Notes>3</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23</vt:i4>
      </vt:variant>
    </vt:vector>
  </HeadingPairs>
  <TitlesOfParts>
    <vt:vector size="30" baseType="lpstr">
      <vt:lpstr>Arial</vt:lpstr>
      <vt:lpstr>Cambria Math</vt:lpstr>
      <vt:lpstr>Inter SemiBold</vt:lpstr>
      <vt:lpstr>Inter</vt:lpstr>
      <vt:lpstr>Bouvet presentasjonsmal - Blå</vt:lpstr>
      <vt:lpstr>Bouvet presentasjonsmal - Hvit</vt:lpstr>
      <vt:lpstr>Bouvet presentasjonsmal - Krem</vt:lpstr>
      <vt:lpstr>Kodekveld Bli sykkelprofet i egen by</vt:lpstr>
      <vt:lpstr>PowerPoint Presentation</vt:lpstr>
      <vt:lpstr>Prediksjon – menneskelig superkraft!</vt:lpstr>
      <vt:lpstr>Prediksjon – menneskelig superkraft!</vt:lpstr>
      <vt:lpstr>Prediksjon – menneskelig superkraft!</vt:lpstr>
      <vt:lpstr>Prediksjon = Intelligens?</vt:lpstr>
      <vt:lpstr>Prediksjon og KI</vt:lpstr>
      <vt:lpstr>Prediksjon med data</vt:lpstr>
      <vt:lpstr>Prediksjon med data</vt:lpstr>
      <vt:lpstr>Prediksjon med data</vt:lpstr>
      <vt:lpstr>Datasettet</vt:lpstr>
      <vt:lpstr>PowerPoint Presentation</vt:lpstr>
      <vt:lpstr>PowerPoint Presentation</vt:lpstr>
      <vt:lpstr>PowerPoint Presentation</vt:lpstr>
      <vt:lpstr>Modell og trening</vt:lpstr>
      <vt:lpstr>PowerPoint Presentation</vt:lpstr>
      <vt:lpstr>Alternative modeller (1/2)</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Jens Morten Nilsen</dc:creator>
  <cp:keywords/>
  <dc:description/>
  <cp:lastModifiedBy>Jens Morten Nilsen</cp:lastModifiedBy>
  <cp:revision>34</cp:revision>
  <dcterms:created xsi:type="dcterms:W3CDTF">2025-12-03T07:12:25Z</dcterms:created>
  <dcterms:modified xsi:type="dcterms:W3CDTF">2026-03-13T06:23:21Z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0x010100BF83117531D00F4C9E45017EED16ABA6</vt:lpwstr>
  </property>
  <property fmtid="{D5CDD505-2E9C-101B-9397-08002B2CF9AE}" pid="3" name="_dlc_DocIdItemGuid">
    <vt:lpwstr>1bc8a7bd-aa8c-4e7b-ab7a-10eda0ba3e40</vt:lpwstr>
  </property>
</Properties>
</file>